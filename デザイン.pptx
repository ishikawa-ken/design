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1" r:id="rId5"/>
    <p:sldId id="260" r:id="rId6"/>
    <p:sldId id="270" r:id="rId7"/>
    <p:sldId id="262" r:id="rId8"/>
    <p:sldId id="265" r:id="rId9"/>
    <p:sldId id="267" r:id="rId10"/>
    <p:sldId id="275" r:id="rId11"/>
    <p:sldId id="264" r:id="rId12"/>
    <p:sldId id="268" r:id="rId13"/>
    <p:sldId id="274" r:id="rId14"/>
    <p:sldId id="272" r:id="rId15"/>
    <p:sldId id="273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27A2AC4A-25FC-49F0-8A52-2515EFCE0E9B}">
          <p14:sldIdLst>
            <p14:sldId id="257"/>
            <p14:sldId id="258"/>
            <p14:sldId id="259"/>
            <p14:sldId id="261"/>
            <p14:sldId id="260"/>
            <p14:sldId id="270"/>
          </p14:sldIdLst>
        </p14:section>
        <p14:section name="レイアウト" id="{D9A0405C-38E5-4E06-8254-C186E57B3C07}">
          <p14:sldIdLst>
            <p14:sldId id="262"/>
            <p14:sldId id="265"/>
          </p14:sldIdLst>
        </p14:section>
        <p14:section name="フォント" id="{A34C6622-C5AD-432C-8B6B-F845AF04052F}">
          <p14:sldIdLst>
            <p14:sldId id="267"/>
            <p14:sldId id="275"/>
          </p14:sldIdLst>
        </p14:section>
        <p14:section name="配色" id="{FBB74997-F5A8-4045-85B3-A5DD3C2ADBD9}">
          <p14:sldIdLst>
            <p14:sldId id="264"/>
            <p14:sldId id="268"/>
            <p14:sldId id="274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500" userDrawn="1">
          <p15:clr>
            <a:srgbClr val="A4A3A4"/>
          </p15:clr>
        </p15:guide>
        <p15:guide id="4" pos="778" userDrawn="1">
          <p15:clr>
            <a:srgbClr val="A4A3A4"/>
          </p15:clr>
        </p15:guide>
        <p15:guide id="5" pos="6902" userDrawn="1">
          <p15:clr>
            <a:srgbClr val="A4A3A4"/>
          </p15:clr>
        </p15:guide>
        <p15:guide id="6" pos="4180" userDrawn="1">
          <p15:clr>
            <a:srgbClr val="A4A3A4"/>
          </p15:clr>
        </p15:guide>
        <p15:guide id="7" orient="horz" pos="3748" userDrawn="1">
          <p15:clr>
            <a:srgbClr val="A4A3A4"/>
          </p15:clr>
        </p15:guide>
        <p15:guide id="8" pos="3273" userDrawn="1">
          <p15:clr>
            <a:srgbClr val="A4A3A4"/>
          </p15:clr>
        </p15:guide>
        <p15:guide id="9" pos="1005" userDrawn="1">
          <p15:clr>
            <a:srgbClr val="A4A3A4"/>
          </p15:clr>
        </p15:guide>
        <p15:guide id="10" orient="horz" pos="3521" userDrawn="1">
          <p15:clr>
            <a:srgbClr val="A4A3A4"/>
          </p15:clr>
        </p15:guide>
        <p15:guide id="11" pos="4407" userDrawn="1">
          <p15:clr>
            <a:srgbClr val="A4A3A4"/>
          </p15:clr>
        </p15:guide>
        <p15:guide id="12" pos="66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FE"/>
    <a:srgbClr val="4F71FF"/>
    <a:srgbClr val="335AFF"/>
    <a:srgbClr val="93A8FF"/>
    <a:srgbClr val="FFFFFC"/>
    <a:srgbClr val="FD7021"/>
    <a:srgbClr val="0B67FD"/>
    <a:srgbClr val="0961FF"/>
    <a:srgbClr val="0066F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06" y="528"/>
      </p:cViewPr>
      <p:guideLst>
        <p:guide orient="horz" pos="2160"/>
        <p:guide pos="3840"/>
        <p:guide pos="3500"/>
        <p:guide pos="778"/>
        <p:guide pos="6902"/>
        <p:guide pos="4180"/>
        <p:guide orient="horz" pos="3748"/>
        <p:guide pos="3273"/>
        <p:guide pos="1005"/>
        <p:guide orient="horz" pos="3521"/>
        <p:guide pos="4407"/>
        <p:guide pos="667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3333FF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カテゴリ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71-4128-9305-E685D0ECD5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FF6600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カテゴリ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271-4128-9305-E685D0ECD58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カテゴリ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271-4128-9305-E685D0ECD58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系列 4</c:v>
                </c:pt>
              </c:strCache>
            </c:strRef>
          </c:tx>
          <c:spPr>
            <a:solidFill>
              <a:srgbClr val="FFCC00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カテゴリ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271-4128-9305-E685D0ECD5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20426671"/>
        <c:axId val="720422511"/>
      </c:barChart>
      <c:catAx>
        <c:axId val="720426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20422511"/>
        <c:crosses val="autoZero"/>
        <c:auto val="1"/>
        <c:lblAlgn val="ctr"/>
        <c:lblOffset val="100"/>
        <c:noMultiLvlLbl val="0"/>
      </c:catAx>
      <c:valAx>
        <c:axId val="720422511"/>
        <c:scaling>
          <c:orientation val="minMax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20426671"/>
        <c:crosses val="autoZero"/>
        <c:crossBetween val="between"/>
        <c:majorUnit val="1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カテゴリ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EA-431F-9B35-6FF96DF8DA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カテゴリ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EA-431F-9B35-6FF96DF8DA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カテゴリ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9EA-431F-9B35-6FF96DF8DAE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系列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カテゴリ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9EA-431F-9B35-6FF96DF8DA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20426671"/>
        <c:axId val="720422511"/>
      </c:barChart>
      <c:catAx>
        <c:axId val="720426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20422511"/>
        <c:crosses val="autoZero"/>
        <c:auto val="1"/>
        <c:lblAlgn val="ctr"/>
        <c:lblOffset val="100"/>
        <c:noMultiLvlLbl val="0"/>
      </c:catAx>
      <c:valAx>
        <c:axId val="720422511"/>
        <c:scaling>
          <c:orientation val="minMax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20426671"/>
        <c:crosses val="autoZero"/>
        <c:crossBetween val="between"/>
        <c:majorUnit val="1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カテゴリ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71-4128-9305-E685D0ECD5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カテゴリ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271-4128-9305-E685D0ECD58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カテゴリ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271-4128-9305-E685D0ECD58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系列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カテゴリ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271-4128-9305-E685D0ECD5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20426671"/>
        <c:axId val="720422511"/>
      </c:barChart>
      <c:catAx>
        <c:axId val="720426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20422511"/>
        <c:crosses val="autoZero"/>
        <c:auto val="1"/>
        <c:lblAlgn val="ctr"/>
        <c:lblOffset val="100"/>
        <c:noMultiLvlLbl val="0"/>
      </c:catAx>
      <c:valAx>
        <c:axId val="720422511"/>
        <c:scaling>
          <c:orientation val="minMax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20426671"/>
        <c:crosses val="autoZero"/>
        <c:crossBetween val="between"/>
        <c:majorUnit val="1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5A5A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2-40BF-A3A1-DAF28C8D43FD}"/>
              </c:ext>
            </c:extLst>
          </c:dPt>
          <c:cat>
            <c:strRef>
              <c:f>Sheet1!$A$2</c:f>
              <c:strCache>
                <c:ptCount val="1"/>
                <c:pt idx="0">
                  <c:v>カテゴリ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02-40BF-A3A1-DAF28C8D43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A5A5A5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カテゴリ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02-40BF-A3A1-DAF28C8D43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カテゴリ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2-40BF-A3A1-DAF28C8D43F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系列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カテゴリ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02-40BF-A3A1-DAF28C8D43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20426671"/>
        <c:axId val="720422511"/>
      </c:barChart>
      <c:catAx>
        <c:axId val="720426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20422511"/>
        <c:crosses val="autoZero"/>
        <c:auto val="1"/>
        <c:lblAlgn val="ctr"/>
        <c:lblOffset val="100"/>
        <c:noMultiLvlLbl val="0"/>
      </c:catAx>
      <c:valAx>
        <c:axId val="720422511"/>
        <c:scaling>
          <c:orientation val="minMax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20426671"/>
        <c:crosses val="autoZero"/>
        <c:crossBetween val="between"/>
        <c:majorUnit val="1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7961A9-C3D6-4CD0-88D6-A90AD699ED49}" type="datetimeFigureOut">
              <a:rPr kumimoji="1" lang="ja-JP" altLang="en-US" smtClean="0"/>
              <a:t>2022/7/4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C50A1-57A7-4812-8C35-2709353416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021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B8472C-E535-ABD1-7096-1369F80FC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04C4686-0FB2-AA6A-8F61-2486CD17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A8F8BF-9DE8-5C9F-A57F-8EF05B9B4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848CD-E653-45D7-B920-2D346D73844A}" type="datetime1">
              <a:rPr kumimoji="1" lang="ja-JP" altLang="en-US" smtClean="0"/>
              <a:t>2022/7/4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1BFCA3-A99B-AC60-3D09-3B83ECEFF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58D79B-D9A6-C56C-456A-7525D768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437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483815-FB81-7C61-248A-7688179AF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830A88-A43D-EA88-8970-616081175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F5FE88-3849-5B5F-BF09-78784856A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7A42F-0911-4414-9576-CCCB7AFA9359}" type="datetime1">
              <a:rPr kumimoji="1" lang="ja-JP" altLang="en-US" smtClean="0"/>
              <a:t>2022/7/4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18A833-19C3-AF9F-BA2C-A233E5912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18EC60-9B11-6677-AAC3-4BBC089DD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9177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79FCD8-8C7A-BFAA-2F6D-162519D0F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F8F631-B35C-697F-7CFB-FF5C56818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0B621F-FB2F-15BD-3C57-21C37A10B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49AB-FF7D-4864-8D18-71780F343693}" type="datetime1">
              <a:rPr kumimoji="1" lang="ja-JP" altLang="en-US" smtClean="0"/>
              <a:t>2022/7/4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41A3F1-F54F-8ACF-BED8-120EA50BE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7B8C56-4E11-3FDB-D453-273E2B27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6008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EFAEC3-8ECE-CB1A-6475-85529735A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2371D7-6B00-E720-888B-084AEA0BE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95A6B62-2633-809F-E907-BF6D460B6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9E73FF-905D-96F0-AFF8-2B69E8B6B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09EA-7055-4ECC-B20E-8D553A420A2D}" type="datetime1">
              <a:rPr kumimoji="1" lang="ja-JP" altLang="en-US" smtClean="0"/>
              <a:t>2022/7/4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1549005-2E9F-6AE1-29F5-D1477D17F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264744-9B1A-F909-9DEF-15DCF81C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390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83182D-B35F-3FF5-DE66-047C2976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FB317E6-20CE-4BDF-63E7-2899A4915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9DBFA1C-7727-396D-2426-74DFCF4C2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C4D9022-DC86-6759-BBBD-C6F45146D7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CBAF988-F7BC-6FCF-CF56-09E9D5D38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A3A986-12C5-186D-3AF4-14AA4AE24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4A4A4-DD60-4A37-BA76-4BB1E4589B14}" type="datetime1">
              <a:rPr kumimoji="1" lang="ja-JP" altLang="en-US" smtClean="0"/>
              <a:t>2022/7/4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5DABF8A-3FE4-E209-069B-33C00086A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3957ECA-DD31-A570-A23C-3AEFB55C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9434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279CD6-F3F2-EDD1-B8A8-F4F123DF2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801350" cy="71913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94DF1B-76D5-8BDA-60D0-B1670C6AC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4BF2-9EBE-488F-A256-0653BA760149}" type="datetime1">
              <a:rPr kumimoji="1" lang="ja-JP" altLang="en-US" smtClean="0"/>
              <a:t>2022/7/4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539B33D-D1D6-DD76-327E-036B1AB6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DE2E5E3-85E9-31A1-2F72-D9AFBC100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3111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7" userDrawn="1">
          <p15:clr>
            <a:srgbClr val="FBAE40"/>
          </p15:clr>
        </p15:guide>
        <p15:guide id="2" orient="horz" pos="799" userDrawn="1">
          <p15:clr>
            <a:srgbClr val="FBAE40"/>
          </p15:clr>
        </p15:guide>
        <p15:guide id="3" orient="horz" pos="3181" userDrawn="1">
          <p15:clr>
            <a:srgbClr val="FBAE40"/>
          </p15:clr>
        </p15:guide>
        <p15:guide id="4" orient="horz" pos="159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F5F988B-8A03-B5D3-D635-EF7D0DEE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853D8-94A4-4729-AF07-29ECFC2E8009}" type="datetime1">
              <a:rPr kumimoji="1" lang="ja-JP" altLang="en-US" smtClean="0"/>
              <a:t>2022/7/4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FF737AD-32DF-D843-1809-2EAB7AB7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8A0BD4-5058-1CF6-67B1-D58D6865F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7301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3CF81B-0B58-2402-6CCF-980B269F3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B65A34-31B0-08F3-3869-8DE0B9536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F99CE67-2DBF-39C8-24B8-A26936BF1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4D6D37-508C-CF55-69A9-FB6BACB4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AA72-C701-4267-B5A7-6C2432C23631}" type="datetime1">
              <a:rPr kumimoji="1" lang="ja-JP" altLang="en-US" smtClean="0"/>
              <a:t>2022/7/4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A3064A8-E337-53B3-27C6-E0604D87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A62B26-6A62-25C0-D252-9EE42ADBB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467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A5736E-3660-9CAD-E722-DFE507B0D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154132D-6616-FBB2-2FDE-25CDA55CF7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E741CD9-7EA3-E325-0B7A-B7365FFC0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DB50EB-C841-8718-0189-2E6F4B655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5E98-7D31-4AA9-A179-13D2B87255E1}" type="datetime1">
              <a:rPr kumimoji="1" lang="ja-JP" altLang="en-US" smtClean="0"/>
              <a:t>2022/7/4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729A21-F8DF-80F8-0D17-88424001C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39660F-5136-5D0B-D500-AE4369ED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3290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586E6D-4B4D-4AF6-7B3B-2113A748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8E60E3-4AD2-A6FD-0875-F34C064E5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E5D873-A7CA-F92D-CCC0-06CD9F585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44DA-79A8-4513-A2AF-72A95EF23FDD}" type="datetime1">
              <a:rPr kumimoji="1" lang="ja-JP" altLang="en-US" smtClean="0"/>
              <a:t>2022/7/4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526357-B8C9-9495-E33D-024E7D64E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6D735F-5C38-0AD3-08EB-0B39783A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6976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0CEDF7F-8C25-3B28-E77A-180CFBDD0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48CF452-704C-015E-3FCB-D6FBA919E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19935D-C28E-6D0B-74E8-5C11C460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0F4AE-EF8F-4AAD-8380-0D4A5293132C}" type="datetime1">
              <a:rPr kumimoji="1" lang="ja-JP" altLang="en-US" smtClean="0"/>
              <a:t>2022/7/4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6AE395-342E-7FC4-CBC9-D229F2075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34097F-31B1-B337-65A2-B764B2BF6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844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F5DD7A2-8CE4-AC13-D923-660BC3C23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84DD5F-1F94-1EE7-9803-0DC366A9A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4FEAA9-67AB-F805-B543-F4AC1098E2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564D9-6BEF-48A6-8ED7-0A33B9ACDC89}" type="datetime1">
              <a:rPr kumimoji="1" lang="ja-JP" altLang="en-US" smtClean="0"/>
              <a:t>2022/7/4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70DDC0-4BB5-9267-81F2-7B6B0A452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86C05C-53C5-AF1A-6318-24296D6B2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674" y="6356350"/>
            <a:ext cx="6343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E353D-8239-45A6-9E35-8D07AACDA46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22790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4" pos="7242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pos="2139" userDrawn="1">
          <p15:clr>
            <a:srgbClr val="F26B43"/>
          </p15:clr>
        </p15:guide>
        <p15:guide id="8" pos="554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39D2A48-66BB-52EA-6F25-1BAFED12A0E6}"/>
              </a:ext>
            </a:extLst>
          </p:cNvPr>
          <p:cNvSpPr txBox="1"/>
          <p:nvPr/>
        </p:nvSpPr>
        <p:spPr>
          <a:xfrm>
            <a:off x="3490431" y="2967335"/>
            <a:ext cx="5211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5400" dirty="0"/>
              <a:t>資料デザイン</a:t>
            </a:r>
          </a:p>
        </p:txBody>
      </p:sp>
    </p:spTree>
    <p:extLst>
      <p:ext uri="{BB962C8B-B14F-4D97-AF65-F5344CB8AC3E}">
        <p14:creationId xmlns:p14="http://schemas.microsoft.com/office/powerpoint/2010/main" val="1132051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532659-9D47-D080-ECC8-18D295BF9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FD0D713-0A8F-A719-54B9-C0AC504C026A}"/>
              </a:ext>
            </a:extLst>
          </p:cNvPr>
          <p:cNvSpPr txBox="1"/>
          <p:nvPr/>
        </p:nvSpPr>
        <p:spPr>
          <a:xfrm>
            <a:off x="3400309" y="2389846"/>
            <a:ext cx="5396029" cy="2804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17550" indent="-717550">
              <a:lnSpc>
                <a:spcPct val="130000"/>
              </a:lnSpc>
              <a:buFont typeface="+mj-lt"/>
              <a:buAutoNum type="arabicPeriod"/>
            </a:pPr>
            <a:r>
              <a:rPr kumimoji="1" lang="ja-JP" altLang="en-US" sz="2800" dirty="0"/>
              <a:t>デザイン</a:t>
            </a:r>
            <a:r>
              <a:rPr lang="ja-JP" altLang="en-US" sz="2800" dirty="0"/>
              <a:t>のありがちな勘違い</a:t>
            </a:r>
            <a:endParaRPr kumimoji="1" lang="en-US" altLang="ja-JP" sz="2800" dirty="0"/>
          </a:p>
          <a:p>
            <a:pPr marL="717550" indent="-717550">
              <a:lnSpc>
                <a:spcPct val="130000"/>
              </a:lnSpc>
              <a:buFont typeface="+mj-lt"/>
              <a:buAutoNum type="arabicPeriod"/>
            </a:pPr>
            <a:r>
              <a:rPr lang="ja-JP" altLang="en-US" sz="2800" dirty="0"/>
              <a:t>資料の読みやすさとは</a:t>
            </a:r>
            <a:endParaRPr lang="en-US" altLang="ja-JP" sz="2800" dirty="0"/>
          </a:p>
          <a:p>
            <a:pPr marL="717550" indent="-717550">
              <a:lnSpc>
                <a:spcPct val="130000"/>
              </a:lnSpc>
              <a:buFont typeface="+mj-lt"/>
              <a:buAutoNum type="arabicPeriod"/>
            </a:pPr>
            <a:r>
              <a:rPr lang="ja-JP" altLang="en-US" sz="2800" dirty="0"/>
              <a:t>レイアウト</a:t>
            </a:r>
            <a:endParaRPr lang="en-US" altLang="ja-JP" sz="2800" dirty="0"/>
          </a:p>
          <a:p>
            <a:pPr marL="717550" indent="-717550">
              <a:lnSpc>
                <a:spcPct val="130000"/>
              </a:lnSpc>
              <a:buFont typeface="+mj-lt"/>
              <a:buAutoNum type="arabicPeriod"/>
            </a:pPr>
            <a:r>
              <a:rPr lang="ja-JP" altLang="en-US" sz="2800" dirty="0"/>
              <a:t>フォント</a:t>
            </a:r>
            <a:endParaRPr lang="en-US" altLang="ja-JP" sz="2800" dirty="0"/>
          </a:p>
          <a:p>
            <a:pPr marL="717550" indent="-717550">
              <a:lnSpc>
                <a:spcPct val="130000"/>
              </a:lnSpc>
              <a:buFont typeface="+mj-lt"/>
              <a:buAutoNum type="arabicPeriod"/>
            </a:pPr>
            <a:r>
              <a:rPr lang="ja-JP" altLang="en-US" sz="2800" dirty="0"/>
              <a:t>配色</a:t>
            </a:r>
            <a:endParaRPr lang="en-US" altLang="ja-JP" sz="28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23C271-CAEC-AF8E-E728-48A0D992E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8080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6BEFBF-A574-9BB5-4233-FC126C57D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デザインのありがちな勘違い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DE3148-8FC1-E434-5B8E-0D50B44D5769}"/>
              </a:ext>
            </a:extLst>
          </p:cNvPr>
          <p:cNvSpPr txBox="1"/>
          <p:nvPr/>
        </p:nvSpPr>
        <p:spPr>
          <a:xfrm>
            <a:off x="3004624" y="2144167"/>
            <a:ext cx="61827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400" b="1" dirty="0"/>
              <a:t>アートとデザインは違う</a:t>
            </a:r>
            <a:endParaRPr kumimoji="1" lang="ja-JP" altLang="en-US" sz="4400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8ACBE3E-57EF-094D-3A9C-038C16913665}"/>
              </a:ext>
            </a:extLst>
          </p:cNvPr>
          <p:cNvSpPr txBox="1"/>
          <p:nvPr/>
        </p:nvSpPr>
        <p:spPr>
          <a:xfrm>
            <a:off x="6966952" y="4491928"/>
            <a:ext cx="3240000" cy="1115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直訳すると“設計”</a:t>
            </a:r>
            <a:r>
              <a:rPr kumimoji="1" lang="en-US" altLang="ja-JP" dirty="0"/>
              <a:t>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>
                <a:highlight>
                  <a:srgbClr val="FFFF00"/>
                </a:highlight>
              </a:rPr>
              <a:t>論理的</a:t>
            </a:r>
            <a:r>
              <a:rPr kumimoji="1" lang="ja-JP" altLang="en-US" dirty="0"/>
              <a:t>に行うもの</a:t>
            </a:r>
            <a:endParaRPr kumimoji="1" lang="en-US" altLang="ja-JP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分かりやすく伝えるため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3842221-33D1-840B-BE72-549ED30CAA3C}"/>
              </a:ext>
            </a:extLst>
          </p:cNvPr>
          <p:cNvSpPr txBox="1"/>
          <p:nvPr/>
        </p:nvSpPr>
        <p:spPr>
          <a:xfrm>
            <a:off x="2316250" y="4491930"/>
            <a:ext cx="3240000" cy="1115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直訳すると“芸術”</a:t>
            </a:r>
            <a:r>
              <a:rPr kumimoji="1" lang="en-US" altLang="ja-JP" dirty="0"/>
              <a:t>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直観的に行うもの</a:t>
            </a:r>
            <a:endParaRPr kumimoji="1" lang="en-US" altLang="ja-JP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自分自身を表現するため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BC0E0EA-01CF-7963-DE30-DB639FA40FF4}"/>
              </a:ext>
            </a:extLst>
          </p:cNvPr>
          <p:cNvSpPr/>
          <p:nvPr/>
        </p:nvSpPr>
        <p:spPr>
          <a:xfrm>
            <a:off x="1985048" y="3789363"/>
            <a:ext cx="3571202" cy="21605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22FCCE5-1D0E-AF39-A55E-D983F7182D38}"/>
              </a:ext>
            </a:extLst>
          </p:cNvPr>
          <p:cNvSpPr txBox="1"/>
          <p:nvPr/>
        </p:nvSpPr>
        <p:spPr>
          <a:xfrm>
            <a:off x="1984825" y="3789363"/>
            <a:ext cx="3571201" cy="461664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b="1" dirty="0">
                <a:solidFill>
                  <a:srgbClr val="FFFFFC"/>
                </a:solidFill>
              </a:rPr>
              <a:t>アート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487E2B0-E11F-F705-FEF6-55CAC33CC81C}"/>
              </a:ext>
            </a:extLst>
          </p:cNvPr>
          <p:cNvSpPr txBox="1"/>
          <p:nvPr/>
        </p:nvSpPr>
        <p:spPr>
          <a:xfrm>
            <a:off x="6635750" y="3789362"/>
            <a:ext cx="3571201" cy="461664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b="1" dirty="0">
                <a:solidFill>
                  <a:srgbClr val="FFFFFC"/>
                </a:solidFill>
              </a:rPr>
              <a:t>デザイン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78EFBBA-CE98-D2FA-E3A6-B57FE1055118}"/>
              </a:ext>
            </a:extLst>
          </p:cNvPr>
          <p:cNvSpPr/>
          <p:nvPr/>
        </p:nvSpPr>
        <p:spPr>
          <a:xfrm>
            <a:off x="6635750" y="3789361"/>
            <a:ext cx="3571202" cy="21605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A7FDD8F9-0CEB-C487-20D0-CB88CD5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4525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6BEFBF-A574-9BB5-4233-FC126C57D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デザインのありがちな勘違い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DE3148-8FC1-E434-5B8E-0D50B44D5769}"/>
              </a:ext>
            </a:extLst>
          </p:cNvPr>
          <p:cNvSpPr txBox="1"/>
          <p:nvPr/>
        </p:nvSpPr>
        <p:spPr>
          <a:xfrm>
            <a:off x="2925424" y="1882557"/>
            <a:ext cx="61827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/>
              <a:t>論理的なものだからこそ</a:t>
            </a:r>
            <a:r>
              <a:rPr kumimoji="1" lang="en-US" altLang="ja-JP" sz="2800" dirty="0"/>
              <a:t>…</a:t>
            </a:r>
            <a:endParaRPr kumimoji="1" lang="ja-JP" altLang="en-US" sz="28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B7E6CFA-BC11-0D6C-9106-FF704353FBD0}"/>
              </a:ext>
            </a:extLst>
          </p:cNvPr>
          <p:cNvSpPr txBox="1"/>
          <p:nvPr/>
        </p:nvSpPr>
        <p:spPr>
          <a:xfrm>
            <a:off x="3290602" y="3378600"/>
            <a:ext cx="6292107" cy="1613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lnSpc>
                <a:spcPct val="150000"/>
              </a:lnSpc>
              <a:buFont typeface="BIZ UDPゴシック" panose="020B0400000000000000" pitchFamily="50" charset="-128"/>
              <a:buChar char="▶"/>
            </a:pPr>
            <a:r>
              <a:rPr kumimoji="1" lang="ja-JP" altLang="en-US" sz="3600" b="1" dirty="0"/>
              <a:t>パターン化されている</a:t>
            </a:r>
            <a:endParaRPr kumimoji="1" lang="en-US" altLang="ja-JP" sz="3600" b="1" dirty="0"/>
          </a:p>
          <a:p>
            <a:pPr marL="571500" indent="-571500">
              <a:lnSpc>
                <a:spcPct val="150000"/>
              </a:lnSpc>
              <a:buFont typeface="BIZ UDPゴシック" panose="020B0400000000000000" pitchFamily="50" charset="-128"/>
              <a:buChar char="▶"/>
            </a:pPr>
            <a:r>
              <a:rPr lang="ja-JP" altLang="en-US" sz="3600" b="1" dirty="0"/>
              <a:t>正解はないが</a:t>
            </a:r>
            <a:r>
              <a:rPr kumimoji="1" lang="ja-JP" altLang="en-US" sz="3600" b="1" dirty="0"/>
              <a:t>不正解はある</a:t>
            </a:r>
            <a:endParaRPr kumimoji="1" lang="en-US" altLang="ja-JP" sz="3600" b="1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233CDF-0A7E-0162-3AC3-842DF4B4E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0952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B81235-6710-D7DA-31AC-D4DA53280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資料の読みやすさとは</a:t>
            </a:r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A6B69038-244D-1E7C-4717-81AC00F377E7}"/>
              </a:ext>
            </a:extLst>
          </p:cNvPr>
          <p:cNvSpPr/>
          <p:nvPr/>
        </p:nvSpPr>
        <p:spPr>
          <a:xfrm>
            <a:off x="3048176" y="3987595"/>
            <a:ext cx="1883765" cy="1515551"/>
          </a:xfrm>
          <a:custGeom>
            <a:avLst/>
            <a:gdLst>
              <a:gd name="connsiteX0" fmla="*/ 0 w 1883765"/>
              <a:gd name="connsiteY0" fmla="*/ 0 h 1515551"/>
              <a:gd name="connsiteX1" fmla="*/ 1883765 w 1883765"/>
              <a:gd name="connsiteY1" fmla="*/ 0 h 1515551"/>
              <a:gd name="connsiteX2" fmla="*/ 1883765 w 1883765"/>
              <a:gd name="connsiteY2" fmla="*/ 1515552 h 1515551"/>
              <a:gd name="connsiteX3" fmla="*/ 0 w 1883765"/>
              <a:gd name="connsiteY3" fmla="*/ 1515552 h 151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83765" h="1515551">
                <a:moveTo>
                  <a:pt x="0" y="0"/>
                </a:moveTo>
                <a:lnTo>
                  <a:pt x="1883765" y="0"/>
                </a:lnTo>
                <a:lnTo>
                  <a:pt x="1883765" y="1515552"/>
                </a:lnTo>
                <a:lnTo>
                  <a:pt x="0" y="1515552"/>
                </a:lnTo>
                <a:close/>
              </a:path>
            </a:pathLst>
          </a:custGeom>
          <a:noFill/>
          <a:ln w="10317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84AB3B83-2578-5C58-C3C9-E1A1119D72A4}"/>
              </a:ext>
            </a:extLst>
          </p:cNvPr>
          <p:cNvSpPr/>
          <p:nvPr/>
        </p:nvSpPr>
        <p:spPr>
          <a:xfrm>
            <a:off x="5136676" y="3987595"/>
            <a:ext cx="1921815" cy="1515551"/>
          </a:xfrm>
          <a:custGeom>
            <a:avLst/>
            <a:gdLst>
              <a:gd name="connsiteX0" fmla="*/ 0 w 1921815"/>
              <a:gd name="connsiteY0" fmla="*/ 0 h 1515551"/>
              <a:gd name="connsiteX1" fmla="*/ 1921816 w 1921815"/>
              <a:gd name="connsiteY1" fmla="*/ 0 h 1515551"/>
              <a:gd name="connsiteX2" fmla="*/ 1921816 w 1921815"/>
              <a:gd name="connsiteY2" fmla="*/ 1515552 h 1515551"/>
              <a:gd name="connsiteX3" fmla="*/ 0 w 1921815"/>
              <a:gd name="connsiteY3" fmla="*/ 1515552 h 151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1815" h="1515551">
                <a:moveTo>
                  <a:pt x="0" y="0"/>
                </a:moveTo>
                <a:lnTo>
                  <a:pt x="1921816" y="0"/>
                </a:lnTo>
                <a:lnTo>
                  <a:pt x="1921816" y="1515552"/>
                </a:lnTo>
                <a:lnTo>
                  <a:pt x="0" y="1515552"/>
                </a:lnTo>
                <a:close/>
              </a:path>
            </a:pathLst>
          </a:custGeom>
          <a:noFill/>
          <a:ln w="10317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E564A5A2-849B-7551-8D52-9C2369D293E5}"/>
              </a:ext>
            </a:extLst>
          </p:cNvPr>
          <p:cNvSpPr/>
          <p:nvPr/>
        </p:nvSpPr>
        <p:spPr>
          <a:xfrm>
            <a:off x="7304356" y="3987595"/>
            <a:ext cx="1921981" cy="1515551"/>
          </a:xfrm>
          <a:custGeom>
            <a:avLst/>
            <a:gdLst>
              <a:gd name="connsiteX0" fmla="*/ 0 w 1921981"/>
              <a:gd name="connsiteY0" fmla="*/ 0 h 1515551"/>
              <a:gd name="connsiteX1" fmla="*/ 1921981 w 1921981"/>
              <a:gd name="connsiteY1" fmla="*/ 0 h 1515551"/>
              <a:gd name="connsiteX2" fmla="*/ 1921981 w 1921981"/>
              <a:gd name="connsiteY2" fmla="*/ 1515552 h 1515551"/>
              <a:gd name="connsiteX3" fmla="*/ 0 w 1921981"/>
              <a:gd name="connsiteY3" fmla="*/ 1515552 h 151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1981" h="1515551">
                <a:moveTo>
                  <a:pt x="0" y="0"/>
                </a:moveTo>
                <a:lnTo>
                  <a:pt x="1921981" y="0"/>
                </a:lnTo>
                <a:lnTo>
                  <a:pt x="1921981" y="1515552"/>
                </a:lnTo>
                <a:lnTo>
                  <a:pt x="0" y="1515552"/>
                </a:lnTo>
                <a:close/>
              </a:path>
            </a:pathLst>
          </a:custGeom>
          <a:noFill/>
          <a:ln w="10317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34B49214-EF2E-C5BE-8B04-25DAAAA9E450}"/>
              </a:ext>
            </a:extLst>
          </p:cNvPr>
          <p:cNvSpPr/>
          <p:nvPr/>
        </p:nvSpPr>
        <p:spPr>
          <a:xfrm rot="21514127">
            <a:off x="3114726" y="1999494"/>
            <a:ext cx="1750669" cy="1750669"/>
          </a:xfrm>
          <a:custGeom>
            <a:avLst/>
            <a:gdLst>
              <a:gd name="connsiteX0" fmla="*/ 1750670 w 1750669"/>
              <a:gd name="connsiteY0" fmla="*/ 875335 h 1750669"/>
              <a:gd name="connsiteX1" fmla="*/ 875335 w 1750669"/>
              <a:gd name="connsiteY1" fmla="*/ 1750670 h 1750669"/>
              <a:gd name="connsiteX2" fmla="*/ 0 w 1750669"/>
              <a:gd name="connsiteY2" fmla="*/ 875335 h 1750669"/>
              <a:gd name="connsiteX3" fmla="*/ 875335 w 1750669"/>
              <a:gd name="connsiteY3" fmla="*/ 0 h 1750669"/>
              <a:gd name="connsiteX4" fmla="*/ 1750670 w 1750669"/>
              <a:gd name="connsiteY4" fmla="*/ 875335 h 175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0669" h="1750669">
                <a:moveTo>
                  <a:pt x="1750670" y="875335"/>
                </a:moveTo>
                <a:cubicBezTo>
                  <a:pt x="1750670" y="1358769"/>
                  <a:pt x="1358769" y="1750670"/>
                  <a:pt x="875335" y="1750670"/>
                </a:cubicBezTo>
                <a:cubicBezTo>
                  <a:pt x="391901" y="1750670"/>
                  <a:pt x="0" y="1358769"/>
                  <a:pt x="0" y="875335"/>
                </a:cubicBezTo>
                <a:cubicBezTo>
                  <a:pt x="0" y="391901"/>
                  <a:pt x="391901" y="0"/>
                  <a:pt x="875335" y="0"/>
                </a:cubicBezTo>
                <a:cubicBezTo>
                  <a:pt x="1358769" y="0"/>
                  <a:pt x="1750670" y="391901"/>
                  <a:pt x="1750670" y="875335"/>
                </a:cubicBezTo>
                <a:close/>
              </a:path>
            </a:pathLst>
          </a:custGeom>
          <a:solidFill>
            <a:srgbClr val="EB5F53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FA7474FE-D56C-AE03-1F8E-EDDC6F58419A}"/>
              </a:ext>
            </a:extLst>
          </p:cNvPr>
          <p:cNvSpPr/>
          <p:nvPr/>
        </p:nvSpPr>
        <p:spPr>
          <a:xfrm>
            <a:off x="3457772" y="2760460"/>
            <a:ext cx="304644" cy="290924"/>
          </a:xfrm>
          <a:custGeom>
            <a:avLst/>
            <a:gdLst>
              <a:gd name="connsiteX0" fmla="*/ 304644 w 304644"/>
              <a:gd name="connsiteY0" fmla="*/ 31909 h 290924"/>
              <a:gd name="connsiteX1" fmla="*/ 263817 w 304644"/>
              <a:gd name="connsiteY1" fmla="*/ 31909 h 290924"/>
              <a:gd name="connsiteX2" fmla="*/ 263817 w 304644"/>
              <a:gd name="connsiteY2" fmla="*/ 248724 h 290924"/>
              <a:gd name="connsiteX3" fmla="*/ 244265 w 304644"/>
              <a:gd name="connsiteY3" fmla="*/ 284752 h 290924"/>
              <a:gd name="connsiteX4" fmla="*/ 171188 w 304644"/>
              <a:gd name="connsiteY4" fmla="*/ 290925 h 290924"/>
              <a:gd name="connsiteX5" fmla="*/ 157809 w 304644"/>
              <a:gd name="connsiteY5" fmla="*/ 256621 h 290924"/>
              <a:gd name="connsiteX6" fmla="*/ 220594 w 304644"/>
              <a:gd name="connsiteY6" fmla="*/ 257654 h 290924"/>
              <a:gd name="connsiteX7" fmla="*/ 230545 w 304644"/>
              <a:gd name="connsiteY7" fmla="*/ 248043 h 290924"/>
              <a:gd name="connsiteX8" fmla="*/ 230545 w 304644"/>
              <a:gd name="connsiteY8" fmla="*/ 31909 h 290924"/>
              <a:gd name="connsiteX9" fmla="*/ 0 w 304644"/>
              <a:gd name="connsiteY9" fmla="*/ 31909 h 290924"/>
              <a:gd name="connsiteX10" fmla="*/ 0 w 304644"/>
              <a:gd name="connsiteY10" fmla="*/ 0 h 290924"/>
              <a:gd name="connsiteX11" fmla="*/ 304644 w 304644"/>
              <a:gd name="connsiteY11" fmla="*/ 0 h 290924"/>
              <a:gd name="connsiteX12" fmla="*/ 64488 w 304644"/>
              <a:gd name="connsiteY12" fmla="*/ 205842 h 290924"/>
              <a:gd name="connsiteX13" fmla="*/ 64488 w 304644"/>
              <a:gd name="connsiteY13" fmla="*/ 232600 h 290924"/>
              <a:gd name="connsiteX14" fmla="*/ 33612 w 304644"/>
              <a:gd name="connsiteY14" fmla="*/ 232600 h 290924"/>
              <a:gd name="connsiteX15" fmla="*/ 33612 w 304644"/>
              <a:gd name="connsiteY15" fmla="*/ 76855 h 290924"/>
              <a:gd name="connsiteX16" fmla="*/ 174956 w 304644"/>
              <a:gd name="connsiteY16" fmla="*/ 76855 h 290924"/>
              <a:gd name="connsiteX17" fmla="*/ 174956 w 304644"/>
              <a:gd name="connsiteY17" fmla="*/ 205842 h 290924"/>
              <a:gd name="connsiteX18" fmla="*/ 64488 w 304644"/>
              <a:gd name="connsiteY18" fmla="*/ 107040 h 290924"/>
              <a:gd name="connsiteX19" fmla="*/ 64488 w 304644"/>
              <a:gd name="connsiteY19" fmla="*/ 175657 h 290924"/>
              <a:gd name="connsiteX20" fmla="*/ 143398 w 304644"/>
              <a:gd name="connsiteY20" fmla="*/ 175657 h 290924"/>
              <a:gd name="connsiteX21" fmla="*/ 143398 w 304644"/>
              <a:gd name="connsiteY21" fmla="*/ 107040 h 290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04644" h="290924">
                <a:moveTo>
                  <a:pt x="304644" y="31909"/>
                </a:moveTo>
                <a:lnTo>
                  <a:pt x="263817" y="31909"/>
                </a:lnTo>
                <a:lnTo>
                  <a:pt x="263817" y="248724"/>
                </a:lnTo>
                <a:cubicBezTo>
                  <a:pt x="263817" y="269319"/>
                  <a:pt x="258676" y="279951"/>
                  <a:pt x="244265" y="284752"/>
                </a:cubicBezTo>
                <a:cubicBezTo>
                  <a:pt x="229503" y="290584"/>
                  <a:pt x="205491" y="290925"/>
                  <a:pt x="171188" y="290925"/>
                </a:cubicBezTo>
                <a:cubicBezTo>
                  <a:pt x="168235" y="278961"/>
                  <a:pt x="163734" y="267430"/>
                  <a:pt x="157809" y="256621"/>
                </a:cubicBezTo>
                <a:cubicBezTo>
                  <a:pt x="183885" y="257994"/>
                  <a:pt x="212356" y="257654"/>
                  <a:pt x="220594" y="257654"/>
                </a:cubicBezTo>
                <a:cubicBezTo>
                  <a:pt x="228140" y="257303"/>
                  <a:pt x="230545" y="255248"/>
                  <a:pt x="230545" y="248043"/>
                </a:cubicBezTo>
                <a:lnTo>
                  <a:pt x="230545" y="31909"/>
                </a:lnTo>
                <a:lnTo>
                  <a:pt x="0" y="31909"/>
                </a:lnTo>
                <a:lnTo>
                  <a:pt x="0" y="0"/>
                </a:lnTo>
                <a:lnTo>
                  <a:pt x="304644" y="0"/>
                </a:lnTo>
                <a:close/>
                <a:moveTo>
                  <a:pt x="64488" y="205842"/>
                </a:moveTo>
                <a:lnTo>
                  <a:pt x="64488" y="232600"/>
                </a:lnTo>
                <a:lnTo>
                  <a:pt x="33612" y="232600"/>
                </a:lnTo>
                <a:lnTo>
                  <a:pt x="33612" y="76855"/>
                </a:lnTo>
                <a:lnTo>
                  <a:pt x="174956" y="76855"/>
                </a:lnTo>
                <a:lnTo>
                  <a:pt x="174956" y="205842"/>
                </a:lnTo>
                <a:close/>
                <a:moveTo>
                  <a:pt x="64488" y="107040"/>
                </a:moveTo>
                <a:lnTo>
                  <a:pt x="64488" y="175657"/>
                </a:lnTo>
                <a:lnTo>
                  <a:pt x="143398" y="175657"/>
                </a:lnTo>
                <a:lnTo>
                  <a:pt x="143398" y="107040"/>
                </a:lnTo>
                <a:close/>
              </a:path>
            </a:pathLst>
          </a:custGeom>
          <a:solidFill>
            <a:srgbClr val="FFFFFC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73119134-FFD0-10F2-894F-249F9C88CD76}"/>
              </a:ext>
            </a:extLst>
          </p:cNvPr>
          <p:cNvSpPr/>
          <p:nvPr/>
        </p:nvSpPr>
        <p:spPr>
          <a:xfrm>
            <a:off x="3829269" y="2736448"/>
            <a:ext cx="319406" cy="315968"/>
          </a:xfrm>
          <a:custGeom>
            <a:avLst/>
            <a:gdLst>
              <a:gd name="connsiteX0" fmla="*/ 117332 w 319406"/>
              <a:gd name="connsiteY0" fmla="*/ 82337 h 315968"/>
              <a:gd name="connsiteX1" fmla="*/ 0 w 319406"/>
              <a:gd name="connsiteY1" fmla="*/ 82337 h 315968"/>
              <a:gd name="connsiteX2" fmla="*/ 0 w 319406"/>
              <a:gd name="connsiteY2" fmla="*/ 56952 h 315968"/>
              <a:gd name="connsiteX3" fmla="*/ 117332 w 319406"/>
              <a:gd name="connsiteY3" fmla="*/ 56952 h 315968"/>
              <a:gd name="connsiteX4" fmla="*/ 108072 w 319406"/>
              <a:gd name="connsiteY4" fmla="*/ 290233 h 315968"/>
              <a:gd name="connsiteX5" fmla="*/ 170166 w 319406"/>
              <a:gd name="connsiteY5" fmla="*/ 174966 h 315968"/>
              <a:gd name="connsiteX6" fmla="*/ 200010 w 319406"/>
              <a:gd name="connsiteY6" fmla="*/ 174966 h 315968"/>
              <a:gd name="connsiteX7" fmla="*/ 125910 w 319406"/>
              <a:gd name="connsiteY7" fmla="*/ 315969 h 315968"/>
              <a:gd name="connsiteX8" fmla="*/ 108072 w 319406"/>
              <a:gd name="connsiteY8" fmla="*/ 291617 h 315968"/>
              <a:gd name="connsiteX9" fmla="*/ 108072 w 319406"/>
              <a:gd name="connsiteY9" fmla="*/ 295725 h 315968"/>
              <a:gd name="connsiteX10" fmla="*/ 40487 w 319406"/>
              <a:gd name="connsiteY10" fmla="*/ 295725 h 315968"/>
              <a:gd name="connsiteX11" fmla="*/ 40487 w 319406"/>
              <a:gd name="connsiteY11" fmla="*/ 310817 h 315968"/>
              <a:gd name="connsiteX12" fmla="*/ 14411 w 319406"/>
              <a:gd name="connsiteY12" fmla="*/ 310817 h 315968"/>
              <a:gd name="connsiteX13" fmla="*/ 14411 w 319406"/>
              <a:gd name="connsiteY13" fmla="*/ 195550 h 315968"/>
              <a:gd name="connsiteX14" fmla="*/ 108072 w 319406"/>
              <a:gd name="connsiteY14" fmla="*/ 195550 h 315968"/>
              <a:gd name="connsiteX15" fmla="*/ 107721 w 319406"/>
              <a:gd name="connsiteY15" fmla="*/ 128306 h 315968"/>
              <a:gd name="connsiteX16" fmla="*/ 14752 w 319406"/>
              <a:gd name="connsiteY16" fmla="*/ 128306 h 315968"/>
              <a:gd name="connsiteX17" fmla="*/ 14752 w 319406"/>
              <a:gd name="connsiteY17" fmla="*/ 103602 h 315968"/>
              <a:gd name="connsiteX18" fmla="*/ 107721 w 319406"/>
              <a:gd name="connsiteY18" fmla="*/ 103602 h 315968"/>
              <a:gd name="connsiteX19" fmla="*/ 14752 w 319406"/>
              <a:gd name="connsiteY19" fmla="*/ 149241 h 315968"/>
              <a:gd name="connsiteX20" fmla="*/ 107721 w 319406"/>
              <a:gd name="connsiteY20" fmla="*/ 149241 h 315968"/>
              <a:gd name="connsiteX21" fmla="*/ 107721 w 319406"/>
              <a:gd name="connsiteY21" fmla="*/ 174274 h 315968"/>
              <a:gd name="connsiteX22" fmla="*/ 14752 w 319406"/>
              <a:gd name="connsiteY22" fmla="*/ 174274 h 315968"/>
              <a:gd name="connsiteX23" fmla="*/ 106699 w 319406"/>
              <a:gd name="connsiteY23" fmla="*/ 36709 h 315968"/>
              <a:gd name="connsiteX24" fmla="*/ 16816 w 319406"/>
              <a:gd name="connsiteY24" fmla="*/ 36709 h 315968"/>
              <a:gd name="connsiteX25" fmla="*/ 16816 w 319406"/>
              <a:gd name="connsiteY25" fmla="*/ 11665 h 315968"/>
              <a:gd name="connsiteX26" fmla="*/ 106699 w 319406"/>
              <a:gd name="connsiteY26" fmla="*/ 11665 h 315968"/>
              <a:gd name="connsiteX27" fmla="*/ 81655 w 319406"/>
              <a:gd name="connsiteY27" fmla="*/ 221286 h 315968"/>
              <a:gd name="connsiteX28" fmla="*/ 40487 w 319406"/>
              <a:gd name="connsiteY28" fmla="*/ 221286 h 315968"/>
              <a:gd name="connsiteX29" fmla="*/ 40487 w 319406"/>
              <a:gd name="connsiteY29" fmla="*/ 270681 h 315968"/>
              <a:gd name="connsiteX30" fmla="*/ 81655 w 319406"/>
              <a:gd name="connsiteY30" fmla="*/ 270681 h 315968"/>
              <a:gd name="connsiteX31" fmla="*/ 150614 w 319406"/>
              <a:gd name="connsiteY31" fmla="*/ 192123 h 315968"/>
              <a:gd name="connsiteX32" fmla="*/ 122132 w 319406"/>
              <a:gd name="connsiteY32" fmla="*/ 192123 h 315968"/>
              <a:gd name="connsiteX33" fmla="*/ 122132 w 319406"/>
              <a:gd name="connsiteY33" fmla="*/ 129678 h 315968"/>
              <a:gd name="connsiteX34" fmla="*/ 310828 w 319406"/>
              <a:gd name="connsiteY34" fmla="*/ 129678 h 315968"/>
              <a:gd name="connsiteX35" fmla="*/ 310828 w 319406"/>
              <a:gd name="connsiteY35" fmla="*/ 192123 h 315968"/>
              <a:gd name="connsiteX36" fmla="*/ 281324 w 319406"/>
              <a:gd name="connsiteY36" fmla="*/ 192123 h 315968"/>
              <a:gd name="connsiteX37" fmla="*/ 281324 w 319406"/>
              <a:gd name="connsiteY37" fmla="*/ 155414 h 315968"/>
              <a:gd name="connsiteX38" fmla="*/ 150614 w 319406"/>
              <a:gd name="connsiteY38" fmla="*/ 155414 h 315968"/>
              <a:gd name="connsiteX39" fmla="*/ 199328 w 319406"/>
              <a:gd name="connsiteY39" fmla="*/ 55239 h 315968"/>
              <a:gd name="connsiteX40" fmla="*/ 124878 w 319406"/>
              <a:gd name="connsiteY40" fmla="*/ 55239 h 315968"/>
              <a:gd name="connsiteX41" fmla="*/ 124878 w 319406"/>
              <a:gd name="connsiteY41" fmla="*/ 28471 h 315968"/>
              <a:gd name="connsiteX42" fmla="*/ 199328 w 319406"/>
              <a:gd name="connsiteY42" fmla="*/ 28471 h 315968"/>
              <a:gd name="connsiteX43" fmla="*/ 199328 w 319406"/>
              <a:gd name="connsiteY43" fmla="*/ 0 h 315968"/>
              <a:gd name="connsiteX44" fmla="*/ 230896 w 319406"/>
              <a:gd name="connsiteY44" fmla="*/ 0 h 315968"/>
              <a:gd name="connsiteX45" fmla="*/ 230896 w 319406"/>
              <a:gd name="connsiteY45" fmla="*/ 28471 h 315968"/>
              <a:gd name="connsiteX46" fmla="*/ 309114 w 319406"/>
              <a:gd name="connsiteY46" fmla="*/ 28471 h 315968"/>
              <a:gd name="connsiteX47" fmla="*/ 309114 w 319406"/>
              <a:gd name="connsiteY47" fmla="*/ 55239 h 315968"/>
              <a:gd name="connsiteX48" fmla="*/ 230896 w 319406"/>
              <a:gd name="connsiteY48" fmla="*/ 55239 h 315968"/>
              <a:gd name="connsiteX49" fmla="*/ 230896 w 319406"/>
              <a:gd name="connsiteY49" fmla="*/ 81986 h 315968"/>
              <a:gd name="connsiteX50" fmla="*/ 299163 w 319406"/>
              <a:gd name="connsiteY50" fmla="*/ 81986 h 315968"/>
              <a:gd name="connsiteX51" fmla="*/ 299163 w 319406"/>
              <a:gd name="connsiteY51" fmla="*/ 108413 h 315968"/>
              <a:gd name="connsiteX52" fmla="*/ 135862 w 319406"/>
              <a:gd name="connsiteY52" fmla="*/ 108413 h 315968"/>
              <a:gd name="connsiteX53" fmla="*/ 135862 w 319406"/>
              <a:gd name="connsiteY53" fmla="*/ 81986 h 315968"/>
              <a:gd name="connsiteX54" fmla="*/ 199328 w 319406"/>
              <a:gd name="connsiteY54" fmla="*/ 81986 h 315968"/>
              <a:gd name="connsiteX55" fmla="*/ 284411 w 319406"/>
              <a:gd name="connsiteY55" fmla="*/ 283719 h 315968"/>
              <a:gd name="connsiteX56" fmla="*/ 293330 w 319406"/>
              <a:gd name="connsiteY56" fmla="*/ 239464 h 315968"/>
              <a:gd name="connsiteX57" fmla="*/ 319406 w 319406"/>
              <a:gd name="connsiteY57" fmla="*/ 251470 h 315968"/>
              <a:gd name="connsiteX58" fmla="*/ 287498 w 319406"/>
              <a:gd name="connsiteY58" fmla="*/ 311509 h 315968"/>
              <a:gd name="connsiteX59" fmla="*/ 261762 w 319406"/>
              <a:gd name="connsiteY59" fmla="*/ 311509 h 315968"/>
              <a:gd name="connsiteX60" fmla="*/ 229513 w 319406"/>
              <a:gd name="connsiteY60" fmla="*/ 273768 h 315968"/>
              <a:gd name="connsiteX61" fmla="*/ 229513 w 319406"/>
              <a:gd name="connsiteY61" fmla="*/ 175307 h 315968"/>
              <a:gd name="connsiteX62" fmla="*/ 259367 w 319406"/>
              <a:gd name="connsiteY62" fmla="*/ 175307 h 315968"/>
              <a:gd name="connsiteX63" fmla="*/ 259367 w 319406"/>
              <a:gd name="connsiteY63" fmla="*/ 273427 h 315968"/>
              <a:gd name="connsiteX64" fmla="*/ 266573 w 319406"/>
              <a:gd name="connsiteY64" fmla="*/ 283719 h 315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319406" h="315968">
                <a:moveTo>
                  <a:pt x="117332" y="82337"/>
                </a:moveTo>
                <a:lnTo>
                  <a:pt x="0" y="82337"/>
                </a:lnTo>
                <a:lnTo>
                  <a:pt x="0" y="56952"/>
                </a:lnTo>
                <a:lnTo>
                  <a:pt x="117332" y="56952"/>
                </a:lnTo>
                <a:close/>
                <a:moveTo>
                  <a:pt x="108072" y="290233"/>
                </a:moveTo>
                <a:cubicBezTo>
                  <a:pt x="161246" y="270341"/>
                  <a:pt x="168111" y="236037"/>
                  <a:pt x="170166" y="174966"/>
                </a:cubicBezTo>
                <a:lnTo>
                  <a:pt x="200010" y="174966"/>
                </a:lnTo>
                <a:cubicBezTo>
                  <a:pt x="197615" y="247011"/>
                  <a:pt x="186982" y="291266"/>
                  <a:pt x="125910" y="315969"/>
                </a:cubicBezTo>
                <a:cubicBezTo>
                  <a:pt x="121337" y="306926"/>
                  <a:pt x="115309" y="298698"/>
                  <a:pt x="108072" y="291617"/>
                </a:cubicBezTo>
                <a:lnTo>
                  <a:pt x="108072" y="295725"/>
                </a:lnTo>
                <a:lnTo>
                  <a:pt x="40487" y="295725"/>
                </a:lnTo>
                <a:lnTo>
                  <a:pt x="40487" y="310817"/>
                </a:lnTo>
                <a:lnTo>
                  <a:pt x="14411" y="310817"/>
                </a:lnTo>
                <a:lnTo>
                  <a:pt x="14411" y="195550"/>
                </a:lnTo>
                <a:lnTo>
                  <a:pt x="108072" y="195550"/>
                </a:lnTo>
                <a:close/>
                <a:moveTo>
                  <a:pt x="107721" y="128306"/>
                </a:moveTo>
                <a:lnTo>
                  <a:pt x="14752" y="128306"/>
                </a:lnTo>
                <a:lnTo>
                  <a:pt x="14752" y="103602"/>
                </a:lnTo>
                <a:lnTo>
                  <a:pt x="107721" y="103602"/>
                </a:lnTo>
                <a:close/>
                <a:moveTo>
                  <a:pt x="14752" y="149241"/>
                </a:moveTo>
                <a:lnTo>
                  <a:pt x="107721" y="149241"/>
                </a:lnTo>
                <a:lnTo>
                  <a:pt x="107721" y="174274"/>
                </a:lnTo>
                <a:lnTo>
                  <a:pt x="14752" y="174274"/>
                </a:lnTo>
                <a:close/>
                <a:moveTo>
                  <a:pt x="106699" y="36709"/>
                </a:moveTo>
                <a:lnTo>
                  <a:pt x="16816" y="36709"/>
                </a:lnTo>
                <a:lnTo>
                  <a:pt x="16816" y="11665"/>
                </a:lnTo>
                <a:lnTo>
                  <a:pt x="106699" y="11665"/>
                </a:lnTo>
                <a:close/>
                <a:moveTo>
                  <a:pt x="81655" y="221286"/>
                </a:moveTo>
                <a:lnTo>
                  <a:pt x="40487" y="221286"/>
                </a:lnTo>
                <a:lnTo>
                  <a:pt x="40487" y="270681"/>
                </a:lnTo>
                <a:lnTo>
                  <a:pt x="81655" y="270681"/>
                </a:lnTo>
                <a:close/>
                <a:moveTo>
                  <a:pt x="150614" y="192123"/>
                </a:moveTo>
                <a:lnTo>
                  <a:pt x="122132" y="192123"/>
                </a:lnTo>
                <a:lnTo>
                  <a:pt x="122132" y="129678"/>
                </a:lnTo>
                <a:lnTo>
                  <a:pt x="310828" y="129678"/>
                </a:lnTo>
                <a:lnTo>
                  <a:pt x="310828" y="192123"/>
                </a:lnTo>
                <a:lnTo>
                  <a:pt x="281324" y="192123"/>
                </a:lnTo>
                <a:lnTo>
                  <a:pt x="281324" y="155414"/>
                </a:lnTo>
                <a:lnTo>
                  <a:pt x="150614" y="155414"/>
                </a:lnTo>
                <a:close/>
                <a:moveTo>
                  <a:pt x="199328" y="55239"/>
                </a:moveTo>
                <a:lnTo>
                  <a:pt x="124878" y="55239"/>
                </a:lnTo>
                <a:lnTo>
                  <a:pt x="124878" y="28471"/>
                </a:lnTo>
                <a:lnTo>
                  <a:pt x="199328" y="28471"/>
                </a:lnTo>
                <a:lnTo>
                  <a:pt x="199328" y="0"/>
                </a:lnTo>
                <a:lnTo>
                  <a:pt x="230896" y="0"/>
                </a:lnTo>
                <a:lnTo>
                  <a:pt x="230896" y="28471"/>
                </a:lnTo>
                <a:lnTo>
                  <a:pt x="309114" y="28471"/>
                </a:lnTo>
                <a:lnTo>
                  <a:pt x="309114" y="55239"/>
                </a:lnTo>
                <a:lnTo>
                  <a:pt x="230896" y="55239"/>
                </a:lnTo>
                <a:lnTo>
                  <a:pt x="230896" y="81986"/>
                </a:lnTo>
                <a:lnTo>
                  <a:pt x="299163" y="81986"/>
                </a:lnTo>
                <a:lnTo>
                  <a:pt x="299163" y="108413"/>
                </a:lnTo>
                <a:lnTo>
                  <a:pt x="135862" y="108413"/>
                </a:lnTo>
                <a:lnTo>
                  <a:pt x="135862" y="81986"/>
                </a:lnTo>
                <a:lnTo>
                  <a:pt x="199328" y="81986"/>
                </a:lnTo>
                <a:close/>
                <a:moveTo>
                  <a:pt x="284411" y="283719"/>
                </a:moveTo>
                <a:cubicBezTo>
                  <a:pt x="290925" y="283719"/>
                  <a:pt x="292298" y="277887"/>
                  <a:pt x="293330" y="239464"/>
                </a:cubicBezTo>
                <a:cubicBezTo>
                  <a:pt x="301248" y="244956"/>
                  <a:pt x="310074" y="249024"/>
                  <a:pt x="319406" y="251470"/>
                </a:cubicBezTo>
                <a:cubicBezTo>
                  <a:pt x="317342" y="299163"/>
                  <a:pt x="309795" y="311509"/>
                  <a:pt x="287498" y="311509"/>
                </a:cubicBezTo>
                <a:lnTo>
                  <a:pt x="261762" y="311509"/>
                </a:lnTo>
                <a:cubicBezTo>
                  <a:pt x="235345" y="311509"/>
                  <a:pt x="229513" y="302590"/>
                  <a:pt x="229513" y="273768"/>
                </a:cubicBezTo>
                <a:lnTo>
                  <a:pt x="229513" y="175307"/>
                </a:lnTo>
                <a:lnTo>
                  <a:pt x="259367" y="175307"/>
                </a:lnTo>
                <a:lnTo>
                  <a:pt x="259367" y="273427"/>
                </a:lnTo>
                <a:cubicBezTo>
                  <a:pt x="259367" y="282346"/>
                  <a:pt x="260049" y="283719"/>
                  <a:pt x="266573" y="283719"/>
                </a:cubicBezTo>
                <a:close/>
              </a:path>
            </a:pathLst>
          </a:custGeom>
          <a:solidFill>
            <a:srgbClr val="FFFFFC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dirty="0"/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317D91A6-1380-3849-7794-0BB14FDB80ED}"/>
              </a:ext>
            </a:extLst>
          </p:cNvPr>
          <p:cNvSpPr/>
          <p:nvPr/>
        </p:nvSpPr>
        <p:spPr>
          <a:xfrm>
            <a:off x="4202840" y="2736789"/>
            <a:ext cx="315968" cy="314595"/>
          </a:xfrm>
          <a:custGeom>
            <a:avLst/>
            <a:gdLst>
              <a:gd name="connsiteX0" fmla="*/ 0 w 315968"/>
              <a:gd name="connsiteY0" fmla="*/ 153349 h 314595"/>
              <a:gd name="connsiteX1" fmla="*/ 17147 w 315968"/>
              <a:gd name="connsiteY1" fmla="*/ 64839 h 314595"/>
              <a:gd name="connsiteX2" fmla="*/ 40136 w 315968"/>
              <a:gd name="connsiteY2" fmla="*/ 68277 h 314595"/>
              <a:gd name="connsiteX3" fmla="*/ 24012 w 315968"/>
              <a:gd name="connsiteY3" fmla="*/ 161587 h 314595"/>
              <a:gd name="connsiteX4" fmla="*/ 315969 w 315968"/>
              <a:gd name="connsiteY4" fmla="*/ 273087 h 314595"/>
              <a:gd name="connsiteX5" fmla="*/ 315969 w 315968"/>
              <a:gd name="connsiteY5" fmla="*/ 303282 h 314595"/>
              <a:gd name="connsiteX6" fmla="*/ 105667 w 315968"/>
              <a:gd name="connsiteY6" fmla="*/ 303282 h 314595"/>
              <a:gd name="connsiteX7" fmla="*/ 105667 w 315968"/>
              <a:gd name="connsiteY7" fmla="*/ 273087 h 314595"/>
              <a:gd name="connsiteX8" fmla="*/ 201032 w 315968"/>
              <a:gd name="connsiteY8" fmla="*/ 273087 h 314595"/>
              <a:gd name="connsiteX9" fmla="*/ 201032 w 315968"/>
              <a:gd name="connsiteY9" fmla="*/ 195209 h 314595"/>
              <a:gd name="connsiteX10" fmla="*/ 131392 w 315968"/>
              <a:gd name="connsiteY10" fmla="*/ 195209 h 314595"/>
              <a:gd name="connsiteX11" fmla="*/ 131392 w 315968"/>
              <a:gd name="connsiteY11" fmla="*/ 165365 h 314595"/>
              <a:gd name="connsiteX12" fmla="*/ 201032 w 315968"/>
              <a:gd name="connsiteY12" fmla="*/ 165365 h 314595"/>
              <a:gd name="connsiteX13" fmla="*/ 201032 w 315968"/>
              <a:gd name="connsiteY13" fmla="*/ 100867 h 314595"/>
              <a:gd name="connsiteX14" fmla="*/ 156436 w 315968"/>
              <a:gd name="connsiteY14" fmla="*/ 100867 h 314595"/>
              <a:gd name="connsiteX15" fmla="*/ 134479 w 315968"/>
              <a:gd name="connsiteY15" fmla="*/ 151636 h 314595"/>
              <a:gd name="connsiteX16" fmla="*/ 106008 w 315968"/>
              <a:gd name="connsiteY16" fmla="*/ 136894 h 314595"/>
              <a:gd name="connsiteX17" fmla="*/ 118695 w 315968"/>
              <a:gd name="connsiteY17" fmla="*/ 113213 h 314595"/>
              <a:gd name="connsiteX18" fmla="*/ 99494 w 315968"/>
              <a:gd name="connsiteY18" fmla="*/ 122483 h 314595"/>
              <a:gd name="connsiteX19" fmla="*/ 78899 w 315968"/>
              <a:gd name="connsiteY19" fmla="*/ 68618 h 314595"/>
              <a:gd name="connsiteX20" fmla="*/ 78899 w 315968"/>
              <a:gd name="connsiteY20" fmla="*/ 314596 h 314595"/>
              <a:gd name="connsiteX21" fmla="*/ 47001 w 315968"/>
              <a:gd name="connsiteY21" fmla="*/ 314596 h 314595"/>
              <a:gd name="connsiteX22" fmla="*/ 47001 w 315968"/>
              <a:gd name="connsiteY22" fmla="*/ 0 h 314595"/>
              <a:gd name="connsiteX23" fmla="*/ 78899 w 315968"/>
              <a:gd name="connsiteY23" fmla="*/ 0 h 314595"/>
              <a:gd name="connsiteX24" fmla="*/ 78899 w 315968"/>
              <a:gd name="connsiteY24" fmla="*/ 63466 h 314595"/>
              <a:gd name="connsiteX25" fmla="*/ 99143 w 315968"/>
              <a:gd name="connsiteY25" fmla="*/ 55239 h 314595"/>
              <a:gd name="connsiteX26" fmla="*/ 121451 w 315968"/>
              <a:gd name="connsiteY26" fmla="*/ 106699 h 314595"/>
              <a:gd name="connsiteX27" fmla="*/ 144090 w 315968"/>
              <a:gd name="connsiteY27" fmla="*/ 15433 h 314595"/>
              <a:gd name="connsiteX28" fmla="*/ 175307 w 315968"/>
              <a:gd name="connsiteY28" fmla="*/ 20584 h 314595"/>
              <a:gd name="connsiteX29" fmla="*/ 165014 w 315968"/>
              <a:gd name="connsiteY29" fmla="*/ 70672 h 314595"/>
              <a:gd name="connsiteX30" fmla="*/ 201032 w 315968"/>
              <a:gd name="connsiteY30" fmla="*/ 70672 h 314595"/>
              <a:gd name="connsiteX31" fmla="*/ 201032 w 315968"/>
              <a:gd name="connsiteY31" fmla="*/ 1373 h 314595"/>
              <a:gd name="connsiteX32" fmla="*/ 232940 w 315968"/>
              <a:gd name="connsiteY32" fmla="*/ 1373 h 314595"/>
              <a:gd name="connsiteX33" fmla="*/ 232940 w 315968"/>
              <a:gd name="connsiteY33" fmla="*/ 70672 h 314595"/>
              <a:gd name="connsiteX34" fmla="*/ 307050 w 315968"/>
              <a:gd name="connsiteY34" fmla="*/ 70672 h 314595"/>
              <a:gd name="connsiteX35" fmla="*/ 307050 w 315968"/>
              <a:gd name="connsiteY35" fmla="*/ 100867 h 314595"/>
              <a:gd name="connsiteX36" fmla="*/ 232940 w 315968"/>
              <a:gd name="connsiteY36" fmla="*/ 100867 h 314595"/>
              <a:gd name="connsiteX37" fmla="*/ 232940 w 315968"/>
              <a:gd name="connsiteY37" fmla="*/ 165365 h 314595"/>
              <a:gd name="connsiteX38" fmla="*/ 299503 w 315968"/>
              <a:gd name="connsiteY38" fmla="*/ 165365 h 314595"/>
              <a:gd name="connsiteX39" fmla="*/ 299503 w 315968"/>
              <a:gd name="connsiteY39" fmla="*/ 195209 h 314595"/>
              <a:gd name="connsiteX40" fmla="*/ 232940 w 315968"/>
              <a:gd name="connsiteY40" fmla="*/ 195209 h 314595"/>
              <a:gd name="connsiteX41" fmla="*/ 232940 w 315968"/>
              <a:gd name="connsiteY41" fmla="*/ 273087 h 31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315968" h="314595">
                <a:moveTo>
                  <a:pt x="0" y="153349"/>
                </a:moveTo>
                <a:cubicBezTo>
                  <a:pt x="8961" y="124569"/>
                  <a:pt x="14710" y="94890"/>
                  <a:pt x="17147" y="64839"/>
                </a:cubicBezTo>
                <a:lnTo>
                  <a:pt x="40136" y="68277"/>
                </a:lnTo>
                <a:cubicBezTo>
                  <a:pt x="38175" y="99876"/>
                  <a:pt x="32766" y="131165"/>
                  <a:pt x="24012" y="161587"/>
                </a:cubicBezTo>
                <a:close/>
                <a:moveTo>
                  <a:pt x="315969" y="273087"/>
                </a:moveTo>
                <a:lnTo>
                  <a:pt x="315969" y="303282"/>
                </a:lnTo>
                <a:lnTo>
                  <a:pt x="105667" y="303282"/>
                </a:lnTo>
                <a:lnTo>
                  <a:pt x="105667" y="273087"/>
                </a:lnTo>
                <a:lnTo>
                  <a:pt x="201032" y="273087"/>
                </a:lnTo>
                <a:lnTo>
                  <a:pt x="201032" y="195209"/>
                </a:lnTo>
                <a:lnTo>
                  <a:pt x="131392" y="195209"/>
                </a:lnTo>
                <a:lnTo>
                  <a:pt x="131392" y="165365"/>
                </a:lnTo>
                <a:lnTo>
                  <a:pt x="201032" y="165365"/>
                </a:lnTo>
                <a:lnTo>
                  <a:pt x="201032" y="100867"/>
                </a:lnTo>
                <a:lnTo>
                  <a:pt x="156436" y="100867"/>
                </a:lnTo>
                <a:cubicBezTo>
                  <a:pt x="150655" y="118416"/>
                  <a:pt x="143305" y="135408"/>
                  <a:pt x="134479" y="151636"/>
                </a:cubicBezTo>
                <a:cubicBezTo>
                  <a:pt x="125436" y="145906"/>
                  <a:pt x="115908" y="140972"/>
                  <a:pt x="106008" y="136894"/>
                </a:cubicBezTo>
                <a:cubicBezTo>
                  <a:pt x="110922" y="129389"/>
                  <a:pt x="115175" y="121461"/>
                  <a:pt x="118695" y="113213"/>
                </a:cubicBezTo>
                <a:lnTo>
                  <a:pt x="99494" y="122483"/>
                </a:lnTo>
                <a:cubicBezTo>
                  <a:pt x="94301" y="103922"/>
                  <a:pt x="87416" y="85898"/>
                  <a:pt x="78899" y="68618"/>
                </a:cubicBezTo>
                <a:lnTo>
                  <a:pt x="78899" y="314596"/>
                </a:lnTo>
                <a:lnTo>
                  <a:pt x="47001" y="314596"/>
                </a:lnTo>
                <a:lnTo>
                  <a:pt x="47001" y="0"/>
                </a:lnTo>
                <a:lnTo>
                  <a:pt x="78899" y="0"/>
                </a:lnTo>
                <a:lnTo>
                  <a:pt x="78899" y="63466"/>
                </a:lnTo>
                <a:lnTo>
                  <a:pt x="99143" y="55239"/>
                </a:lnTo>
                <a:cubicBezTo>
                  <a:pt x="108134" y="71673"/>
                  <a:pt x="115598" y="88902"/>
                  <a:pt x="121451" y="106699"/>
                </a:cubicBezTo>
                <a:cubicBezTo>
                  <a:pt x="132517" y="77258"/>
                  <a:pt x="140115" y="46640"/>
                  <a:pt x="144090" y="15433"/>
                </a:cubicBezTo>
                <a:lnTo>
                  <a:pt x="175307" y="20584"/>
                </a:lnTo>
                <a:cubicBezTo>
                  <a:pt x="172808" y="37452"/>
                  <a:pt x="169371" y="54176"/>
                  <a:pt x="165014" y="70672"/>
                </a:cubicBezTo>
                <a:lnTo>
                  <a:pt x="201032" y="70672"/>
                </a:lnTo>
                <a:lnTo>
                  <a:pt x="201032" y="1373"/>
                </a:lnTo>
                <a:lnTo>
                  <a:pt x="232940" y="1373"/>
                </a:lnTo>
                <a:lnTo>
                  <a:pt x="232940" y="70672"/>
                </a:lnTo>
                <a:lnTo>
                  <a:pt x="307050" y="70672"/>
                </a:lnTo>
                <a:lnTo>
                  <a:pt x="307050" y="100867"/>
                </a:lnTo>
                <a:lnTo>
                  <a:pt x="232940" y="100867"/>
                </a:lnTo>
                <a:lnTo>
                  <a:pt x="232940" y="165365"/>
                </a:lnTo>
                <a:lnTo>
                  <a:pt x="299503" y="165365"/>
                </a:lnTo>
                <a:lnTo>
                  <a:pt x="299503" y="195209"/>
                </a:lnTo>
                <a:lnTo>
                  <a:pt x="232940" y="195209"/>
                </a:lnTo>
                <a:lnTo>
                  <a:pt x="232940" y="273087"/>
                </a:lnTo>
                <a:close/>
              </a:path>
            </a:pathLst>
          </a:custGeom>
          <a:solidFill>
            <a:srgbClr val="FFFFFC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2C35EB07-BA8F-4F79-F4E4-9BEF7C912B1A}"/>
              </a:ext>
            </a:extLst>
          </p:cNvPr>
          <p:cNvSpPr/>
          <p:nvPr/>
        </p:nvSpPr>
        <p:spPr>
          <a:xfrm rot="21504605">
            <a:off x="7339724" y="1999495"/>
            <a:ext cx="1750667" cy="1750667"/>
          </a:xfrm>
          <a:custGeom>
            <a:avLst/>
            <a:gdLst>
              <a:gd name="connsiteX0" fmla="*/ 1750667 w 1750667"/>
              <a:gd name="connsiteY0" fmla="*/ 875334 h 1750667"/>
              <a:gd name="connsiteX1" fmla="*/ 875334 w 1750667"/>
              <a:gd name="connsiteY1" fmla="*/ 1750668 h 1750667"/>
              <a:gd name="connsiteX2" fmla="*/ 0 w 1750667"/>
              <a:gd name="connsiteY2" fmla="*/ 875334 h 1750667"/>
              <a:gd name="connsiteX3" fmla="*/ 875334 w 1750667"/>
              <a:gd name="connsiteY3" fmla="*/ 0 h 1750667"/>
              <a:gd name="connsiteX4" fmla="*/ 1750667 w 1750667"/>
              <a:gd name="connsiteY4" fmla="*/ 875334 h 1750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0667" h="1750667">
                <a:moveTo>
                  <a:pt x="1750667" y="875334"/>
                </a:moveTo>
                <a:cubicBezTo>
                  <a:pt x="1750667" y="1358768"/>
                  <a:pt x="1358767" y="1750668"/>
                  <a:pt x="875334" y="1750668"/>
                </a:cubicBezTo>
                <a:cubicBezTo>
                  <a:pt x="391900" y="1750668"/>
                  <a:pt x="0" y="1358768"/>
                  <a:pt x="0" y="875334"/>
                </a:cubicBezTo>
                <a:cubicBezTo>
                  <a:pt x="0" y="391900"/>
                  <a:pt x="391900" y="0"/>
                  <a:pt x="875334" y="0"/>
                </a:cubicBezTo>
                <a:cubicBezTo>
                  <a:pt x="1358767" y="0"/>
                  <a:pt x="1750667" y="391900"/>
                  <a:pt x="1750667" y="875334"/>
                </a:cubicBezTo>
                <a:close/>
              </a:path>
            </a:pathLst>
          </a:custGeom>
          <a:solidFill>
            <a:srgbClr val="EB5F53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0E13448E-8291-0882-F44A-FA2644710BF2}"/>
              </a:ext>
            </a:extLst>
          </p:cNvPr>
          <p:cNvSpPr/>
          <p:nvPr/>
        </p:nvSpPr>
        <p:spPr>
          <a:xfrm>
            <a:off x="7676957" y="2736789"/>
            <a:ext cx="300195" cy="315006"/>
          </a:xfrm>
          <a:custGeom>
            <a:avLst/>
            <a:gdLst>
              <a:gd name="connsiteX0" fmla="*/ 103613 w 300195"/>
              <a:gd name="connsiteY0" fmla="*/ 180458 h 315006"/>
              <a:gd name="connsiteX1" fmla="*/ 174966 w 300195"/>
              <a:gd name="connsiteY1" fmla="*/ 180458 h 315006"/>
              <a:gd name="connsiteX2" fmla="*/ 174966 w 300195"/>
              <a:gd name="connsiteY2" fmla="*/ 210653 h 315006"/>
              <a:gd name="connsiteX3" fmla="*/ 103613 w 300195"/>
              <a:gd name="connsiteY3" fmla="*/ 210653 h 315006"/>
              <a:gd name="connsiteX4" fmla="*/ 103613 w 300195"/>
              <a:gd name="connsiteY4" fmla="*/ 314596 h 315006"/>
              <a:gd name="connsiteX5" fmla="*/ 72736 w 300195"/>
              <a:gd name="connsiteY5" fmla="*/ 314596 h 315006"/>
              <a:gd name="connsiteX6" fmla="*/ 72736 w 300195"/>
              <a:gd name="connsiteY6" fmla="*/ 210653 h 315006"/>
              <a:gd name="connsiteX7" fmla="*/ 0 w 300195"/>
              <a:gd name="connsiteY7" fmla="*/ 210653 h 315006"/>
              <a:gd name="connsiteX8" fmla="*/ 0 w 300195"/>
              <a:gd name="connsiteY8" fmla="*/ 180458 h 315006"/>
              <a:gd name="connsiteX9" fmla="*/ 72736 w 300195"/>
              <a:gd name="connsiteY9" fmla="*/ 180458 h 315006"/>
              <a:gd name="connsiteX10" fmla="*/ 72736 w 300195"/>
              <a:gd name="connsiteY10" fmla="*/ 137576 h 315006"/>
              <a:gd name="connsiteX11" fmla="*/ 8919 w 300195"/>
              <a:gd name="connsiteY11" fmla="*/ 137576 h 315006"/>
              <a:gd name="connsiteX12" fmla="*/ 8919 w 300195"/>
              <a:gd name="connsiteY12" fmla="*/ 107721 h 315006"/>
              <a:gd name="connsiteX13" fmla="*/ 72736 w 300195"/>
              <a:gd name="connsiteY13" fmla="*/ 107721 h 315006"/>
              <a:gd name="connsiteX14" fmla="*/ 72736 w 300195"/>
              <a:gd name="connsiteY14" fmla="*/ 0 h 315006"/>
              <a:gd name="connsiteX15" fmla="*/ 103613 w 300195"/>
              <a:gd name="connsiteY15" fmla="*/ 0 h 315006"/>
              <a:gd name="connsiteX16" fmla="*/ 103613 w 300195"/>
              <a:gd name="connsiteY16" fmla="*/ 107721 h 315006"/>
              <a:gd name="connsiteX17" fmla="*/ 167760 w 300195"/>
              <a:gd name="connsiteY17" fmla="*/ 107721 h 315006"/>
              <a:gd name="connsiteX18" fmla="*/ 167760 w 300195"/>
              <a:gd name="connsiteY18" fmla="*/ 137576 h 315006"/>
              <a:gd name="connsiteX19" fmla="*/ 103613 w 300195"/>
              <a:gd name="connsiteY19" fmla="*/ 137576 h 315006"/>
              <a:gd name="connsiteX20" fmla="*/ 31568 w 300195"/>
              <a:gd name="connsiteY20" fmla="*/ 96407 h 315006"/>
              <a:gd name="connsiteX21" fmla="*/ 8238 w 300195"/>
              <a:gd name="connsiteY21" fmla="*/ 26757 h 315006"/>
              <a:gd name="connsiteX22" fmla="*/ 34314 w 300195"/>
              <a:gd name="connsiteY22" fmla="*/ 18530 h 315006"/>
              <a:gd name="connsiteX23" fmla="*/ 59699 w 300195"/>
              <a:gd name="connsiteY23" fmla="*/ 87137 h 315006"/>
              <a:gd name="connsiteX24" fmla="*/ 173944 w 300195"/>
              <a:gd name="connsiteY24" fmla="*/ 24362 h 315006"/>
              <a:gd name="connsiteX25" fmla="*/ 140662 w 300195"/>
              <a:gd name="connsiteY25" fmla="*/ 96407 h 315006"/>
              <a:gd name="connsiteX26" fmla="*/ 115619 w 300195"/>
              <a:gd name="connsiteY26" fmla="*/ 88861 h 315006"/>
              <a:gd name="connsiteX27" fmla="*/ 142717 w 300195"/>
              <a:gd name="connsiteY27" fmla="*/ 16125 h 315006"/>
              <a:gd name="connsiteX28" fmla="*/ 217166 w 300195"/>
              <a:gd name="connsiteY28" fmla="*/ 230545 h 315006"/>
              <a:gd name="connsiteX29" fmla="*/ 186290 w 300195"/>
              <a:gd name="connsiteY29" fmla="*/ 230545 h 315006"/>
              <a:gd name="connsiteX30" fmla="*/ 186290 w 300195"/>
              <a:gd name="connsiteY30" fmla="*/ 41168 h 315006"/>
              <a:gd name="connsiteX31" fmla="*/ 217166 w 300195"/>
              <a:gd name="connsiteY31" fmla="*/ 41168 h 315006"/>
              <a:gd name="connsiteX32" fmla="*/ 300195 w 300195"/>
              <a:gd name="connsiteY32" fmla="*/ 6865 h 315006"/>
              <a:gd name="connsiteX33" fmla="*/ 300195 w 300195"/>
              <a:gd name="connsiteY33" fmla="*/ 274460 h 315006"/>
              <a:gd name="connsiteX34" fmla="*/ 283379 w 300195"/>
              <a:gd name="connsiteY34" fmla="*/ 309455 h 315006"/>
              <a:gd name="connsiteX35" fmla="*/ 218880 w 300195"/>
              <a:gd name="connsiteY35" fmla="*/ 314947 h 315006"/>
              <a:gd name="connsiteX36" fmla="*/ 207556 w 300195"/>
              <a:gd name="connsiteY36" fmla="*/ 282347 h 315006"/>
              <a:gd name="connsiteX37" fmla="*/ 259367 w 300195"/>
              <a:gd name="connsiteY37" fmla="*/ 283038 h 315006"/>
              <a:gd name="connsiteX38" fmla="*/ 268287 w 300195"/>
              <a:gd name="connsiteY38" fmla="*/ 274460 h 315006"/>
              <a:gd name="connsiteX39" fmla="*/ 268287 w 300195"/>
              <a:gd name="connsiteY39" fmla="*/ 6865 h 315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00195" h="315006">
                <a:moveTo>
                  <a:pt x="103613" y="180458"/>
                </a:moveTo>
                <a:lnTo>
                  <a:pt x="174966" y="180458"/>
                </a:lnTo>
                <a:lnTo>
                  <a:pt x="174966" y="210653"/>
                </a:lnTo>
                <a:lnTo>
                  <a:pt x="103613" y="210653"/>
                </a:lnTo>
                <a:lnTo>
                  <a:pt x="103613" y="314596"/>
                </a:lnTo>
                <a:lnTo>
                  <a:pt x="72736" y="314596"/>
                </a:lnTo>
                <a:lnTo>
                  <a:pt x="72736" y="210653"/>
                </a:lnTo>
                <a:lnTo>
                  <a:pt x="0" y="210653"/>
                </a:lnTo>
                <a:lnTo>
                  <a:pt x="0" y="180458"/>
                </a:lnTo>
                <a:lnTo>
                  <a:pt x="72736" y="180458"/>
                </a:lnTo>
                <a:lnTo>
                  <a:pt x="72736" y="137576"/>
                </a:lnTo>
                <a:lnTo>
                  <a:pt x="8919" y="137576"/>
                </a:lnTo>
                <a:lnTo>
                  <a:pt x="8919" y="107721"/>
                </a:lnTo>
                <a:lnTo>
                  <a:pt x="72736" y="107721"/>
                </a:lnTo>
                <a:lnTo>
                  <a:pt x="72736" y="0"/>
                </a:lnTo>
                <a:lnTo>
                  <a:pt x="103613" y="0"/>
                </a:lnTo>
                <a:lnTo>
                  <a:pt x="103613" y="107721"/>
                </a:lnTo>
                <a:lnTo>
                  <a:pt x="167760" y="107721"/>
                </a:lnTo>
                <a:lnTo>
                  <a:pt x="167760" y="137576"/>
                </a:lnTo>
                <a:lnTo>
                  <a:pt x="103613" y="137576"/>
                </a:lnTo>
                <a:close/>
                <a:moveTo>
                  <a:pt x="31568" y="96407"/>
                </a:moveTo>
                <a:cubicBezTo>
                  <a:pt x="26489" y="72365"/>
                  <a:pt x="18664" y="48993"/>
                  <a:pt x="8238" y="26757"/>
                </a:cubicBezTo>
                <a:lnTo>
                  <a:pt x="34314" y="18530"/>
                </a:lnTo>
                <a:cubicBezTo>
                  <a:pt x="45215" y="40415"/>
                  <a:pt x="53732" y="63425"/>
                  <a:pt x="59699" y="87137"/>
                </a:cubicBezTo>
                <a:close/>
                <a:moveTo>
                  <a:pt x="173944" y="24362"/>
                </a:moveTo>
                <a:cubicBezTo>
                  <a:pt x="164096" y="48931"/>
                  <a:pt x="152988" y="72984"/>
                  <a:pt x="140662" y="96407"/>
                </a:cubicBezTo>
                <a:lnTo>
                  <a:pt x="115619" y="88861"/>
                </a:lnTo>
                <a:cubicBezTo>
                  <a:pt x="126799" y="65469"/>
                  <a:pt x="135862" y="41127"/>
                  <a:pt x="142717" y="16125"/>
                </a:cubicBezTo>
                <a:close/>
                <a:moveTo>
                  <a:pt x="217166" y="230545"/>
                </a:moveTo>
                <a:lnTo>
                  <a:pt x="186290" y="230545"/>
                </a:lnTo>
                <a:lnTo>
                  <a:pt x="186290" y="41168"/>
                </a:lnTo>
                <a:lnTo>
                  <a:pt x="217166" y="41168"/>
                </a:lnTo>
                <a:close/>
                <a:moveTo>
                  <a:pt x="300195" y="6865"/>
                </a:moveTo>
                <a:lnTo>
                  <a:pt x="300195" y="274460"/>
                </a:lnTo>
                <a:cubicBezTo>
                  <a:pt x="300195" y="294352"/>
                  <a:pt x="295385" y="303622"/>
                  <a:pt x="283379" y="309455"/>
                </a:cubicBezTo>
                <a:cubicBezTo>
                  <a:pt x="270692" y="314255"/>
                  <a:pt x="250097" y="315287"/>
                  <a:pt x="218880" y="314947"/>
                </a:cubicBezTo>
                <a:cubicBezTo>
                  <a:pt x="216392" y="303674"/>
                  <a:pt x="212593" y="292732"/>
                  <a:pt x="207556" y="282347"/>
                </a:cubicBezTo>
                <a:cubicBezTo>
                  <a:pt x="230896" y="283379"/>
                  <a:pt x="252502" y="283038"/>
                  <a:pt x="259367" y="283038"/>
                </a:cubicBezTo>
                <a:cubicBezTo>
                  <a:pt x="265881" y="282697"/>
                  <a:pt x="268287" y="280633"/>
                  <a:pt x="268287" y="274460"/>
                </a:cubicBezTo>
                <a:lnTo>
                  <a:pt x="268287" y="6865"/>
                </a:lnTo>
                <a:close/>
              </a:path>
            </a:pathLst>
          </a:custGeom>
          <a:solidFill>
            <a:srgbClr val="FFFFFC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A60871B6-E069-72D5-F4FE-A40C1F44A9B7}"/>
              </a:ext>
            </a:extLst>
          </p:cNvPr>
          <p:cNvSpPr/>
          <p:nvPr/>
        </p:nvSpPr>
        <p:spPr>
          <a:xfrm>
            <a:off x="8054297" y="2736448"/>
            <a:ext cx="319406" cy="315968"/>
          </a:xfrm>
          <a:custGeom>
            <a:avLst/>
            <a:gdLst>
              <a:gd name="connsiteX0" fmla="*/ 117332 w 319406"/>
              <a:gd name="connsiteY0" fmla="*/ 82337 h 315968"/>
              <a:gd name="connsiteX1" fmla="*/ 0 w 319406"/>
              <a:gd name="connsiteY1" fmla="*/ 82337 h 315968"/>
              <a:gd name="connsiteX2" fmla="*/ 0 w 319406"/>
              <a:gd name="connsiteY2" fmla="*/ 56952 h 315968"/>
              <a:gd name="connsiteX3" fmla="*/ 117332 w 319406"/>
              <a:gd name="connsiteY3" fmla="*/ 56952 h 315968"/>
              <a:gd name="connsiteX4" fmla="*/ 108062 w 319406"/>
              <a:gd name="connsiteY4" fmla="*/ 290233 h 315968"/>
              <a:gd name="connsiteX5" fmla="*/ 170166 w 319406"/>
              <a:gd name="connsiteY5" fmla="*/ 174966 h 315968"/>
              <a:gd name="connsiteX6" fmla="*/ 200010 w 319406"/>
              <a:gd name="connsiteY6" fmla="*/ 174966 h 315968"/>
              <a:gd name="connsiteX7" fmla="*/ 125900 w 319406"/>
              <a:gd name="connsiteY7" fmla="*/ 315969 h 315968"/>
              <a:gd name="connsiteX8" fmla="*/ 108062 w 319406"/>
              <a:gd name="connsiteY8" fmla="*/ 291617 h 315968"/>
              <a:gd name="connsiteX9" fmla="*/ 108062 w 319406"/>
              <a:gd name="connsiteY9" fmla="*/ 295725 h 315968"/>
              <a:gd name="connsiteX10" fmla="*/ 40487 w 319406"/>
              <a:gd name="connsiteY10" fmla="*/ 295725 h 315968"/>
              <a:gd name="connsiteX11" fmla="*/ 40487 w 319406"/>
              <a:gd name="connsiteY11" fmla="*/ 310817 h 315968"/>
              <a:gd name="connsiteX12" fmla="*/ 14411 w 319406"/>
              <a:gd name="connsiteY12" fmla="*/ 310817 h 315968"/>
              <a:gd name="connsiteX13" fmla="*/ 14411 w 319406"/>
              <a:gd name="connsiteY13" fmla="*/ 195550 h 315968"/>
              <a:gd name="connsiteX14" fmla="*/ 108062 w 319406"/>
              <a:gd name="connsiteY14" fmla="*/ 195550 h 315968"/>
              <a:gd name="connsiteX15" fmla="*/ 107721 w 319406"/>
              <a:gd name="connsiteY15" fmla="*/ 128306 h 315968"/>
              <a:gd name="connsiteX16" fmla="*/ 14752 w 319406"/>
              <a:gd name="connsiteY16" fmla="*/ 128306 h 315968"/>
              <a:gd name="connsiteX17" fmla="*/ 14752 w 319406"/>
              <a:gd name="connsiteY17" fmla="*/ 103602 h 315968"/>
              <a:gd name="connsiteX18" fmla="*/ 107721 w 319406"/>
              <a:gd name="connsiteY18" fmla="*/ 103602 h 315968"/>
              <a:gd name="connsiteX19" fmla="*/ 14752 w 319406"/>
              <a:gd name="connsiteY19" fmla="*/ 149241 h 315968"/>
              <a:gd name="connsiteX20" fmla="*/ 107721 w 319406"/>
              <a:gd name="connsiteY20" fmla="*/ 149241 h 315968"/>
              <a:gd name="connsiteX21" fmla="*/ 107721 w 319406"/>
              <a:gd name="connsiteY21" fmla="*/ 174274 h 315968"/>
              <a:gd name="connsiteX22" fmla="*/ 14752 w 319406"/>
              <a:gd name="connsiteY22" fmla="*/ 174274 h 315968"/>
              <a:gd name="connsiteX23" fmla="*/ 106699 w 319406"/>
              <a:gd name="connsiteY23" fmla="*/ 36709 h 315968"/>
              <a:gd name="connsiteX24" fmla="*/ 16817 w 319406"/>
              <a:gd name="connsiteY24" fmla="*/ 36709 h 315968"/>
              <a:gd name="connsiteX25" fmla="*/ 16817 w 319406"/>
              <a:gd name="connsiteY25" fmla="*/ 11665 h 315968"/>
              <a:gd name="connsiteX26" fmla="*/ 106699 w 319406"/>
              <a:gd name="connsiteY26" fmla="*/ 11665 h 315968"/>
              <a:gd name="connsiteX27" fmla="*/ 81645 w 319406"/>
              <a:gd name="connsiteY27" fmla="*/ 221286 h 315968"/>
              <a:gd name="connsiteX28" fmla="*/ 40487 w 319406"/>
              <a:gd name="connsiteY28" fmla="*/ 221286 h 315968"/>
              <a:gd name="connsiteX29" fmla="*/ 40487 w 319406"/>
              <a:gd name="connsiteY29" fmla="*/ 270681 h 315968"/>
              <a:gd name="connsiteX30" fmla="*/ 81645 w 319406"/>
              <a:gd name="connsiteY30" fmla="*/ 270681 h 315968"/>
              <a:gd name="connsiteX31" fmla="*/ 150614 w 319406"/>
              <a:gd name="connsiteY31" fmla="*/ 192123 h 315968"/>
              <a:gd name="connsiteX32" fmla="*/ 122132 w 319406"/>
              <a:gd name="connsiteY32" fmla="*/ 192123 h 315968"/>
              <a:gd name="connsiteX33" fmla="*/ 122132 w 319406"/>
              <a:gd name="connsiteY33" fmla="*/ 129678 h 315968"/>
              <a:gd name="connsiteX34" fmla="*/ 310828 w 319406"/>
              <a:gd name="connsiteY34" fmla="*/ 129678 h 315968"/>
              <a:gd name="connsiteX35" fmla="*/ 310828 w 319406"/>
              <a:gd name="connsiteY35" fmla="*/ 192123 h 315968"/>
              <a:gd name="connsiteX36" fmla="*/ 281325 w 319406"/>
              <a:gd name="connsiteY36" fmla="*/ 192123 h 315968"/>
              <a:gd name="connsiteX37" fmla="*/ 281325 w 319406"/>
              <a:gd name="connsiteY37" fmla="*/ 155414 h 315968"/>
              <a:gd name="connsiteX38" fmla="*/ 150614 w 319406"/>
              <a:gd name="connsiteY38" fmla="*/ 155414 h 315968"/>
              <a:gd name="connsiteX39" fmla="*/ 199328 w 319406"/>
              <a:gd name="connsiteY39" fmla="*/ 55239 h 315968"/>
              <a:gd name="connsiteX40" fmla="*/ 124878 w 319406"/>
              <a:gd name="connsiteY40" fmla="*/ 55239 h 315968"/>
              <a:gd name="connsiteX41" fmla="*/ 124878 w 319406"/>
              <a:gd name="connsiteY41" fmla="*/ 28471 h 315968"/>
              <a:gd name="connsiteX42" fmla="*/ 199328 w 319406"/>
              <a:gd name="connsiteY42" fmla="*/ 28471 h 315968"/>
              <a:gd name="connsiteX43" fmla="*/ 199328 w 319406"/>
              <a:gd name="connsiteY43" fmla="*/ 0 h 315968"/>
              <a:gd name="connsiteX44" fmla="*/ 230886 w 319406"/>
              <a:gd name="connsiteY44" fmla="*/ 0 h 315968"/>
              <a:gd name="connsiteX45" fmla="*/ 230886 w 319406"/>
              <a:gd name="connsiteY45" fmla="*/ 28471 h 315968"/>
              <a:gd name="connsiteX46" fmla="*/ 309114 w 319406"/>
              <a:gd name="connsiteY46" fmla="*/ 28471 h 315968"/>
              <a:gd name="connsiteX47" fmla="*/ 309114 w 319406"/>
              <a:gd name="connsiteY47" fmla="*/ 55239 h 315968"/>
              <a:gd name="connsiteX48" fmla="*/ 230886 w 319406"/>
              <a:gd name="connsiteY48" fmla="*/ 55239 h 315968"/>
              <a:gd name="connsiteX49" fmla="*/ 230886 w 319406"/>
              <a:gd name="connsiteY49" fmla="*/ 81986 h 315968"/>
              <a:gd name="connsiteX50" fmla="*/ 299163 w 319406"/>
              <a:gd name="connsiteY50" fmla="*/ 81986 h 315968"/>
              <a:gd name="connsiteX51" fmla="*/ 299163 w 319406"/>
              <a:gd name="connsiteY51" fmla="*/ 108413 h 315968"/>
              <a:gd name="connsiteX52" fmla="*/ 135852 w 319406"/>
              <a:gd name="connsiteY52" fmla="*/ 108413 h 315968"/>
              <a:gd name="connsiteX53" fmla="*/ 135852 w 319406"/>
              <a:gd name="connsiteY53" fmla="*/ 81986 h 315968"/>
              <a:gd name="connsiteX54" fmla="*/ 199328 w 319406"/>
              <a:gd name="connsiteY54" fmla="*/ 81986 h 315968"/>
              <a:gd name="connsiteX55" fmla="*/ 284401 w 319406"/>
              <a:gd name="connsiteY55" fmla="*/ 283719 h 315968"/>
              <a:gd name="connsiteX56" fmla="*/ 293331 w 319406"/>
              <a:gd name="connsiteY56" fmla="*/ 239464 h 315968"/>
              <a:gd name="connsiteX57" fmla="*/ 319407 w 319406"/>
              <a:gd name="connsiteY57" fmla="*/ 251470 h 315968"/>
              <a:gd name="connsiteX58" fmla="*/ 287498 w 319406"/>
              <a:gd name="connsiteY58" fmla="*/ 311509 h 315968"/>
              <a:gd name="connsiteX59" fmla="*/ 261762 w 319406"/>
              <a:gd name="connsiteY59" fmla="*/ 311509 h 315968"/>
              <a:gd name="connsiteX60" fmla="*/ 229513 w 319406"/>
              <a:gd name="connsiteY60" fmla="*/ 273768 h 315968"/>
              <a:gd name="connsiteX61" fmla="*/ 229513 w 319406"/>
              <a:gd name="connsiteY61" fmla="*/ 175307 h 315968"/>
              <a:gd name="connsiteX62" fmla="*/ 259367 w 319406"/>
              <a:gd name="connsiteY62" fmla="*/ 175307 h 315968"/>
              <a:gd name="connsiteX63" fmla="*/ 259367 w 319406"/>
              <a:gd name="connsiteY63" fmla="*/ 273427 h 315968"/>
              <a:gd name="connsiteX64" fmla="*/ 266563 w 319406"/>
              <a:gd name="connsiteY64" fmla="*/ 283719 h 315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319406" h="315968">
                <a:moveTo>
                  <a:pt x="117332" y="82337"/>
                </a:moveTo>
                <a:lnTo>
                  <a:pt x="0" y="82337"/>
                </a:lnTo>
                <a:lnTo>
                  <a:pt x="0" y="56952"/>
                </a:lnTo>
                <a:lnTo>
                  <a:pt x="117332" y="56952"/>
                </a:lnTo>
                <a:close/>
                <a:moveTo>
                  <a:pt x="108062" y="290233"/>
                </a:moveTo>
                <a:cubicBezTo>
                  <a:pt x="161246" y="270341"/>
                  <a:pt x="168101" y="236037"/>
                  <a:pt x="170166" y="174966"/>
                </a:cubicBezTo>
                <a:lnTo>
                  <a:pt x="200010" y="174966"/>
                </a:lnTo>
                <a:cubicBezTo>
                  <a:pt x="197605" y="247011"/>
                  <a:pt x="186972" y="291266"/>
                  <a:pt x="125900" y="315969"/>
                </a:cubicBezTo>
                <a:cubicBezTo>
                  <a:pt x="121327" y="306926"/>
                  <a:pt x="115309" y="298698"/>
                  <a:pt x="108062" y="291617"/>
                </a:cubicBezTo>
                <a:lnTo>
                  <a:pt x="108062" y="295725"/>
                </a:lnTo>
                <a:lnTo>
                  <a:pt x="40487" y="295725"/>
                </a:lnTo>
                <a:lnTo>
                  <a:pt x="40487" y="310817"/>
                </a:lnTo>
                <a:lnTo>
                  <a:pt x="14411" y="310817"/>
                </a:lnTo>
                <a:lnTo>
                  <a:pt x="14411" y="195550"/>
                </a:lnTo>
                <a:lnTo>
                  <a:pt x="108062" y="195550"/>
                </a:lnTo>
                <a:close/>
                <a:moveTo>
                  <a:pt x="107721" y="128306"/>
                </a:moveTo>
                <a:lnTo>
                  <a:pt x="14752" y="128306"/>
                </a:lnTo>
                <a:lnTo>
                  <a:pt x="14752" y="103602"/>
                </a:lnTo>
                <a:lnTo>
                  <a:pt x="107721" y="103602"/>
                </a:lnTo>
                <a:close/>
                <a:moveTo>
                  <a:pt x="14752" y="149241"/>
                </a:moveTo>
                <a:lnTo>
                  <a:pt x="107721" y="149241"/>
                </a:lnTo>
                <a:lnTo>
                  <a:pt x="107721" y="174274"/>
                </a:lnTo>
                <a:lnTo>
                  <a:pt x="14752" y="174274"/>
                </a:lnTo>
                <a:close/>
                <a:moveTo>
                  <a:pt x="106699" y="36709"/>
                </a:moveTo>
                <a:lnTo>
                  <a:pt x="16817" y="36709"/>
                </a:lnTo>
                <a:lnTo>
                  <a:pt x="16817" y="11665"/>
                </a:lnTo>
                <a:lnTo>
                  <a:pt x="106699" y="11665"/>
                </a:lnTo>
                <a:close/>
                <a:moveTo>
                  <a:pt x="81645" y="221286"/>
                </a:moveTo>
                <a:lnTo>
                  <a:pt x="40487" y="221286"/>
                </a:lnTo>
                <a:lnTo>
                  <a:pt x="40487" y="270681"/>
                </a:lnTo>
                <a:lnTo>
                  <a:pt x="81645" y="270681"/>
                </a:lnTo>
                <a:close/>
                <a:moveTo>
                  <a:pt x="150614" y="192123"/>
                </a:moveTo>
                <a:lnTo>
                  <a:pt x="122132" y="192123"/>
                </a:lnTo>
                <a:lnTo>
                  <a:pt x="122132" y="129678"/>
                </a:lnTo>
                <a:lnTo>
                  <a:pt x="310828" y="129678"/>
                </a:lnTo>
                <a:lnTo>
                  <a:pt x="310828" y="192123"/>
                </a:lnTo>
                <a:lnTo>
                  <a:pt x="281325" y="192123"/>
                </a:lnTo>
                <a:lnTo>
                  <a:pt x="281325" y="155414"/>
                </a:lnTo>
                <a:lnTo>
                  <a:pt x="150614" y="155414"/>
                </a:lnTo>
                <a:close/>
                <a:moveTo>
                  <a:pt x="199328" y="55239"/>
                </a:moveTo>
                <a:lnTo>
                  <a:pt x="124878" y="55239"/>
                </a:lnTo>
                <a:lnTo>
                  <a:pt x="124878" y="28471"/>
                </a:lnTo>
                <a:lnTo>
                  <a:pt x="199328" y="28471"/>
                </a:lnTo>
                <a:lnTo>
                  <a:pt x="199328" y="0"/>
                </a:lnTo>
                <a:lnTo>
                  <a:pt x="230886" y="0"/>
                </a:lnTo>
                <a:lnTo>
                  <a:pt x="230886" y="28471"/>
                </a:lnTo>
                <a:lnTo>
                  <a:pt x="309114" y="28471"/>
                </a:lnTo>
                <a:lnTo>
                  <a:pt x="309114" y="55239"/>
                </a:lnTo>
                <a:lnTo>
                  <a:pt x="230886" y="55239"/>
                </a:lnTo>
                <a:lnTo>
                  <a:pt x="230886" y="81986"/>
                </a:lnTo>
                <a:lnTo>
                  <a:pt x="299163" y="81986"/>
                </a:lnTo>
                <a:lnTo>
                  <a:pt x="299163" y="108413"/>
                </a:lnTo>
                <a:lnTo>
                  <a:pt x="135852" y="108413"/>
                </a:lnTo>
                <a:lnTo>
                  <a:pt x="135852" y="81986"/>
                </a:lnTo>
                <a:lnTo>
                  <a:pt x="199328" y="81986"/>
                </a:lnTo>
                <a:close/>
                <a:moveTo>
                  <a:pt x="284401" y="283719"/>
                </a:moveTo>
                <a:cubicBezTo>
                  <a:pt x="290925" y="283719"/>
                  <a:pt x="292298" y="277887"/>
                  <a:pt x="293331" y="239464"/>
                </a:cubicBezTo>
                <a:cubicBezTo>
                  <a:pt x="301248" y="244956"/>
                  <a:pt x="310074" y="249024"/>
                  <a:pt x="319407" y="251470"/>
                </a:cubicBezTo>
                <a:cubicBezTo>
                  <a:pt x="317342" y="299163"/>
                  <a:pt x="309796" y="311509"/>
                  <a:pt x="287498" y="311509"/>
                </a:cubicBezTo>
                <a:lnTo>
                  <a:pt x="261762" y="311509"/>
                </a:lnTo>
                <a:cubicBezTo>
                  <a:pt x="235346" y="311509"/>
                  <a:pt x="229513" y="302590"/>
                  <a:pt x="229513" y="273768"/>
                </a:cubicBezTo>
                <a:lnTo>
                  <a:pt x="229513" y="175307"/>
                </a:lnTo>
                <a:lnTo>
                  <a:pt x="259367" y="175307"/>
                </a:lnTo>
                <a:lnTo>
                  <a:pt x="259367" y="273427"/>
                </a:lnTo>
                <a:cubicBezTo>
                  <a:pt x="259367" y="282346"/>
                  <a:pt x="260049" y="283719"/>
                  <a:pt x="266563" y="283719"/>
                </a:cubicBezTo>
                <a:close/>
              </a:path>
            </a:pathLst>
          </a:custGeom>
          <a:solidFill>
            <a:srgbClr val="FFFFFC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C83F2B6D-498A-CC41-59F0-1C7BB9C7F8E7}"/>
              </a:ext>
            </a:extLst>
          </p:cNvPr>
          <p:cNvSpPr/>
          <p:nvPr/>
        </p:nvSpPr>
        <p:spPr>
          <a:xfrm>
            <a:off x="8427868" y="2736789"/>
            <a:ext cx="315969" cy="314595"/>
          </a:xfrm>
          <a:custGeom>
            <a:avLst/>
            <a:gdLst>
              <a:gd name="connsiteX0" fmla="*/ 0 w 315969"/>
              <a:gd name="connsiteY0" fmla="*/ 153349 h 314595"/>
              <a:gd name="connsiteX1" fmla="*/ 17147 w 315969"/>
              <a:gd name="connsiteY1" fmla="*/ 64839 h 314595"/>
              <a:gd name="connsiteX2" fmla="*/ 40136 w 315969"/>
              <a:gd name="connsiteY2" fmla="*/ 68277 h 314595"/>
              <a:gd name="connsiteX3" fmla="*/ 24012 w 315969"/>
              <a:gd name="connsiteY3" fmla="*/ 161587 h 314595"/>
              <a:gd name="connsiteX4" fmla="*/ 315969 w 315969"/>
              <a:gd name="connsiteY4" fmla="*/ 273087 h 314595"/>
              <a:gd name="connsiteX5" fmla="*/ 315969 w 315969"/>
              <a:gd name="connsiteY5" fmla="*/ 303282 h 314595"/>
              <a:gd name="connsiteX6" fmla="*/ 105667 w 315969"/>
              <a:gd name="connsiteY6" fmla="*/ 303282 h 314595"/>
              <a:gd name="connsiteX7" fmla="*/ 105667 w 315969"/>
              <a:gd name="connsiteY7" fmla="*/ 273087 h 314595"/>
              <a:gd name="connsiteX8" fmla="*/ 201032 w 315969"/>
              <a:gd name="connsiteY8" fmla="*/ 273087 h 314595"/>
              <a:gd name="connsiteX9" fmla="*/ 201032 w 315969"/>
              <a:gd name="connsiteY9" fmla="*/ 195209 h 314595"/>
              <a:gd name="connsiteX10" fmla="*/ 131392 w 315969"/>
              <a:gd name="connsiteY10" fmla="*/ 195209 h 314595"/>
              <a:gd name="connsiteX11" fmla="*/ 131392 w 315969"/>
              <a:gd name="connsiteY11" fmla="*/ 165365 h 314595"/>
              <a:gd name="connsiteX12" fmla="*/ 201032 w 315969"/>
              <a:gd name="connsiteY12" fmla="*/ 165365 h 314595"/>
              <a:gd name="connsiteX13" fmla="*/ 201032 w 315969"/>
              <a:gd name="connsiteY13" fmla="*/ 100867 h 314595"/>
              <a:gd name="connsiteX14" fmla="*/ 156436 w 315969"/>
              <a:gd name="connsiteY14" fmla="*/ 100867 h 314595"/>
              <a:gd name="connsiteX15" fmla="*/ 134479 w 315969"/>
              <a:gd name="connsiteY15" fmla="*/ 151636 h 314595"/>
              <a:gd name="connsiteX16" fmla="*/ 106008 w 315969"/>
              <a:gd name="connsiteY16" fmla="*/ 136894 h 314595"/>
              <a:gd name="connsiteX17" fmla="*/ 118695 w 315969"/>
              <a:gd name="connsiteY17" fmla="*/ 113213 h 314595"/>
              <a:gd name="connsiteX18" fmla="*/ 99484 w 315969"/>
              <a:gd name="connsiteY18" fmla="*/ 122483 h 314595"/>
              <a:gd name="connsiteX19" fmla="*/ 78899 w 315969"/>
              <a:gd name="connsiteY19" fmla="*/ 68618 h 314595"/>
              <a:gd name="connsiteX20" fmla="*/ 78899 w 315969"/>
              <a:gd name="connsiteY20" fmla="*/ 314596 h 314595"/>
              <a:gd name="connsiteX21" fmla="*/ 46991 w 315969"/>
              <a:gd name="connsiteY21" fmla="*/ 314596 h 314595"/>
              <a:gd name="connsiteX22" fmla="*/ 46991 w 315969"/>
              <a:gd name="connsiteY22" fmla="*/ 0 h 314595"/>
              <a:gd name="connsiteX23" fmla="*/ 78899 w 315969"/>
              <a:gd name="connsiteY23" fmla="*/ 0 h 314595"/>
              <a:gd name="connsiteX24" fmla="*/ 78899 w 315969"/>
              <a:gd name="connsiteY24" fmla="*/ 63466 h 314595"/>
              <a:gd name="connsiteX25" fmla="*/ 99143 w 315969"/>
              <a:gd name="connsiteY25" fmla="*/ 55239 h 314595"/>
              <a:gd name="connsiteX26" fmla="*/ 121441 w 315969"/>
              <a:gd name="connsiteY26" fmla="*/ 106699 h 314595"/>
              <a:gd name="connsiteX27" fmla="*/ 144090 w 315969"/>
              <a:gd name="connsiteY27" fmla="*/ 15433 h 314595"/>
              <a:gd name="connsiteX28" fmla="*/ 175306 w 315969"/>
              <a:gd name="connsiteY28" fmla="*/ 20584 h 314595"/>
              <a:gd name="connsiteX29" fmla="*/ 165015 w 315969"/>
              <a:gd name="connsiteY29" fmla="*/ 70672 h 314595"/>
              <a:gd name="connsiteX30" fmla="*/ 201032 w 315969"/>
              <a:gd name="connsiteY30" fmla="*/ 70672 h 314595"/>
              <a:gd name="connsiteX31" fmla="*/ 201032 w 315969"/>
              <a:gd name="connsiteY31" fmla="*/ 1373 h 314595"/>
              <a:gd name="connsiteX32" fmla="*/ 232940 w 315969"/>
              <a:gd name="connsiteY32" fmla="*/ 1373 h 314595"/>
              <a:gd name="connsiteX33" fmla="*/ 232940 w 315969"/>
              <a:gd name="connsiteY33" fmla="*/ 70672 h 314595"/>
              <a:gd name="connsiteX34" fmla="*/ 307050 w 315969"/>
              <a:gd name="connsiteY34" fmla="*/ 70672 h 314595"/>
              <a:gd name="connsiteX35" fmla="*/ 307050 w 315969"/>
              <a:gd name="connsiteY35" fmla="*/ 100867 h 314595"/>
              <a:gd name="connsiteX36" fmla="*/ 232940 w 315969"/>
              <a:gd name="connsiteY36" fmla="*/ 100867 h 314595"/>
              <a:gd name="connsiteX37" fmla="*/ 232940 w 315969"/>
              <a:gd name="connsiteY37" fmla="*/ 165365 h 314595"/>
              <a:gd name="connsiteX38" fmla="*/ 299493 w 315969"/>
              <a:gd name="connsiteY38" fmla="*/ 165365 h 314595"/>
              <a:gd name="connsiteX39" fmla="*/ 299493 w 315969"/>
              <a:gd name="connsiteY39" fmla="*/ 195209 h 314595"/>
              <a:gd name="connsiteX40" fmla="*/ 232940 w 315969"/>
              <a:gd name="connsiteY40" fmla="*/ 195209 h 314595"/>
              <a:gd name="connsiteX41" fmla="*/ 232940 w 315969"/>
              <a:gd name="connsiteY41" fmla="*/ 273087 h 31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315969" h="314595">
                <a:moveTo>
                  <a:pt x="0" y="153349"/>
                </a:moveTo>
                <a:cubicBezTo>
                  <a:pt x="8961" y="124569"/>
                  <a:pt x="14711" y="94890"/>
                  <a:pt x="17147" y="64839"/>
                </a:cubicBezTo>
                <a:lnTo>
                  <a:pt x="40136" y="68277"/>
                </a:lnTo>
                <a:cubicBezTo>
                  <a:pt x="38175" y="99876"/>
                  <a:pt x="32766" y="131165"/>
                  <a:pt x="24012" y="161587"/>
                </a:cubicBezTo>
                <a:close/>
                <a:moveTo>
                  <a:pt x="315969" y="273087"/>
                </a:moveTo>
                <a:lnTo>
                  <a:pt x="315969" y="303282"/>
                </a:lnTo>
                <a:lnTo>
                  <a:pt x="105667" y="303282"/>
                </a:lnTo>
                <a:lnTo>
                  <a:pt x="105667" y="273087"/>
                </a:lnTo>
                <a:lnTo>
                  <a:pt x="201032" y="273087"/>
                </a:lnTo>
                <a:lnTo>
                  <a:pt x="201032" y="195209"/>
                </a:lnTo>
                <a:lnTo>
                  <a:pt x="131392" y="195209"/>
                </a:lnTo>
                <a:lnTo>
                  <a:pt x="131392" y="165365"/>
                </a:lnTo>
                <a:lnTo>
                  <a:pt x="201032" y="165365"/>
                </a:lnTo>
                <a:lnTo>
                  <a:pt x="201032" y="100867"/>
                </a:lnTo>
                <a:lnTo>
                  <a:pt x="156436" y="100867"/>
                </a:lnTo>
                <a:cubicBezTo>
                  <a:pt x="150655" y="118416"/>
                  <a:pt x="143305" y="135408"/>
                  <a:pt x="134479" y="151636"/>
                </a:cubicBezTo>
                <a:cubicBezTo>
                  <a:pt x="125436" y="145906"/>
                  <a:pt x="115908" y="140972"/>
                  <a:pt x="106008" y="136894"/>
                </a:cubicBezTo>
                <a:cubicBezTo>
                  <a:pt x="110921" y="129389"/>
                  <a:pt x="115175" y="121461"/>
                  <a:pt x="118695" y="113213"/>
                </a:cubicBezTo>
                <a:lnTo>
                  <a:pt x="99484" y="122483"/>
                </a:lnTo>
                <a:cubicBezTo>
                  <a:pt x="94301" y="103922"/>
                  <a:pt x="87416" y="85898"/>
                  <a:pt x="78899" y="68618"/>
                </a:cubicBezTo>
                <a:lnTo>
                  <a:pt x="78899" y="314596"/>
                </a:lnTo>
                <a:lnTo>
                  <a:pt x="46991" y="314596"/>
                </a:lnTo>
                <a:lnTo>
                  <a:pt x="46991" y="0"/>
                </a:lnTo>
                <a:lnTo>
                  <a:pt x="78899" y="0"/>
                </a:lnTo>
                <a:lnTo>
                  <a:pt x="78899" y="63466"/>
                </a:lnTo>
                <a:lnTo>
                  <a:pt x="99143" y="55239"/>
                </a:lnTo>
                <a:cubicBezTo>
                  <a:pt x="108124" y="71673"/>
                  <a:pt x="115598" y="88902"/>
                  <a:pt x="121441" y="106699"/>
                </a:cubicBezTo>
                <a:cubicBezTo>
                  <a:pt x="132518" y="77258"/>
                  <a:pt x="140115" y="46640"/>
                  <a:pt x="144090" y="15433"/>
                </a:cubicBezTo>
                <a:lnTo>
                  <a:pt x="175306" y="20584"/>
                </a:lnTo>
                <a:cubicBezTo>
                  <a:pt x="172809" y="37452"/>
                  <a:pt x="169371" y="54176"/>
                  <a:pt x="165015" y="70672"/>
                </a:cubicBezTo>
                <a:lnTo>
                  <a:pt x="201032" y="70672"/>
                </a:lnTo>
                <a:lnTo>
                  <a:pt x="201032" y="1373"/>
                </a:lnTo>
                <a:lnTo>
                  <a:pt x="232940" y="1373"/>
                </a:lnTo>
                <a:lnTo>
                  <a:pt x="232940" y="70672"/>
                </a:lnTo>
                <a:lnTo>
                  <a:pt x="307050" y="70672"/>
                </a:lnTo>
                <a:lnTo>
                  <a:pt x="307050" y="100867"/>
                </a:lnTo>
                <a:lnTo>
                  <a:pt x="232940" y="100867"/>
                </a:lnTo>
                <a:lnTo>
                  <a:pt x="232940" y="165365"/>
                </a:lnTo>
                <a:lnTo>
                  <a:pt x="299493" y="165365"/>
                </a:lnTo>
                <a:lnTo>
                  <a:pt x="299493" y="195209"/>
                </a:lnTo>
                <a:lnTo>
                  <a:pt x="232940" y="195209"/>
                </a:lnTo>
                <a:lnTo>
                  <a:pt x="232940" y="273087"/>
                </a:lnTo>
                <a:close/>
              </a:path>
            </a:pathLst>
          </a:custGeom>
          <a:solidFill>
            <a:srgbClr val="FFFFFC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A9564648-A449-B435-2C67-88B9EBCE3E28}"/>
              </a:ext>
            </a:extLst>
          </p:cNvPr>
          <p:cNvSpPr/>
          <p:nvPr/>
        </p:nvSpPr>
        <p:spPr>
          <a:xfrm rot="21514127">
            <a:off x="5221831" y="1999494"/>
            <a:ext cx="1750669" cy="1750669"/>
          </a:xfrm>
          <a:custGeom>
            <a:avLst/>
            <a:gdLst>
              <a:gd name="connsiteX0" fmla="*/ 1750670 w 1750669"/>
              <a:gd name="connsiteY0" fmla="*/ 875335 h 1750669"/>
              <a:gd name="connsiteX1" fmla="*/ 875335 w 1750669"/>
              <a:gd name="connsiteY1" fmla="*/ 1750670 h 1750669"/>
              <a:gd name="connsiteX2" fmla="*/ 0 w 1750669"/>
              <a:gd name="connsiteY2" fmla="*/ 875335 h 1750669"/>
              <a:gd name="connsiteX3" fmla="*/ 875335 w 1750669"/>
              <a:gd name="connsiteY3" fmla="*/ 0 h 1750669"/>
              <a:gd name="connsiteX4" fmla="*/ 1750670 w 1750669"/>
              <a:gd name="connsiteY4" fmla="*/ 875335 h 175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0669" h="1750669">
                <a:moveTo>
                  <a:pt x="1750670" y="875335"/>
                </a:moveTo>
                <a:cubicBezTo>
                  <a:pt x="1750670" y="1358769"/>
                  <a:pt x="1358769" y="1750670"/>
                  <a:pt x="875335" y="1750670"/>
                </a:cubicBezTo>
                <a:cubicBezTo>
                  <a:pt x="391901" y="1750670"/>
                  <a:pt x="0" y="1358769"/>
                  <a:pt x="0" y="875335"/>
                </a:cubicBezTo>
                <a:cubicBezTo>
                  <a:pt x="0" y="391901"/>
                  <a:pt x="391901" y="0"/>
                  <a:pt x="875335" y="0"/>
                </a:cubicBezTo>
                <a:cubicBezTo>
                  <a:pt x="1358769" y="0"/>
                  <a:pt x="1750670" y="391901"/>
                  <a:pt x="1750670" y="875335"/>
                </a:cubicBezTo>
                <a:close/>
              </a:path>
            </a:pathLst>
          </a:custGeom>
          <a:solidFill>
            <a:srgbClr val="EB5F53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9" name="フリーフォーム: 図形 18">
            <a:extLst>
              <a:ext uri="{FF2B5EF4-FFF2-40B4-BE49-F238E27FC236}">
                <a16:creationId xmlns:a16="http://schemas.microsoft.com/office/drawing/2014/main" id="{D57D3062-EC44-1AC6-DA84-EF84E4D1B95B}"/>
              </a:ext>
            </a:extLst>
          </p:cNvPr>
          <p:cNvSpPr/>
          <p:nvPr/>
        </p:nvSpPr>
        <p:spPr>
          <a:xfrm>
            <a:off x="5552871" y="2736789"/>
            <a:ext cx="324206" cy="314946"/>
          </a:xfrm>
          <a:custGeom>
            <a:avLst/>
            <a:gdLst>
              <a:gd name="connsiteX0" fmla="*/ 126592 w 324206"/>
              <a:gd name="connsiteY0" fmla="*/ 216475 h 314946"/>
              <a:gd name="connsiteX1" fmla="*/ 90575 w 324206"/>
              <a:gd name="connsiteY1" fmla="*/ 174625 h 314946"/>
              <a:gd name="connsiteX2" fmla="*/ 90575 w 324206"/>
              <a:gd name="connsiteY2" fmla="*/ 314947 h 314946"/>
              <a:gd name="connsiteX3" fmla="*/ 59358 w 324206"/>
              <a:gd name="connsiteY3" fmla="*/ 314947 h 314946"/>
              <a:gd name="connsiteX4" fmla="*/ 59358 w 324206"/>
              <a:gd name="connsiteY4" fmla="*/ 190058 h 314946"/>
              <a:gd name="connsiteX5" fmla="*/ 15443 w 324206"/>
              <a:gd name="connsiteY5" fmla="*/ 226777 h 314946"/>
              <a:gd name="connsiteX6" fmla="*/ 0 w 324206"/>
              <a:gd name="connsiteY6" fmla="*/ 197264 h 314946"/>
              <a:gd name="connsiteX7" fmla="*/ 96748 w 324206"/>
              <a:gd name="connsiteY7" fmla="*/ 91948 h 314946"/>
              <a:gd name="connsiteX8" fmla="*/ 12357 w 324206"/>
              <a:gd name="connsiteY8" fmla="*/ 91937 h 314946"/>
              <a:gd name="connsiteX9" fmla="*/ 12357 w 324206"/>
              <a:gd name="connsiteY9" fmla="*/ 63126 h 314946"/>
              <a:gd name="connsiteX10" fmla="*/ 59358 w 324206"/>
              <a:gd name="connsiteY10" fmla="*/ 63126 h 314946"/>
              <a:gd name="connsiteX11" fmla="*/ 59358 w 324206"/>
              <a:gd name="connsiteY11" fmla="*/ 0 h 314946"/>
              <a:gd name="connsiteX12" fmla="*/ 90575 w 324206"/>
              <a:gd name="connsiteY12" fmla="*/ 0 h 314946"/>
              <a:gd name="connsiteX13" fmla="*/ 90575 w 324206"/>
              <a:gd name="connsiteY13" fmla="*/ 63126 h 314946"/>
              <a:gd name="connsiteX14" fmla="*/ 112873 w 324206"/>
              <a:gd name="connsiteY14" fmla="*/ 63126 h 314946"/>
              <a:gd name="connsiteX15" fmla="*/ 118364 w 324206"/>
              <a:gd name="connsiteY15" fmla="*/ 62093 h 314946"/>
              <a:gd name="connsiteX16" fmla="*/ 136203 w 324206"/>
              <a:gd name="connsiteY16" fmla="*/ 73758 h 314946"/>
              <a:gd name="connsiteX17" fmla="*/ 97780 w 324206"/>
              <a:gd name="connsiteY17" fmla="*/ 144781 h 314946"/>
              <a:gd name="connsiteX18" fmla="*/ 146495 w 324206"/>
              <a:gd name="connsiteY18" fmla="*/ 190058 h 314946"/>
              <a:gd name="connsiteX19" fmla="*/ 289562 w 324206"/>
              <a:gd name="connsiteY19" fmla="*/ 285092 h 314946"/>
              <a:gd name="connsiteX20" fmla="*/ 298481 w 324206"/>
              <a:gd name="connsiteY20" fmla="*/ 245638 h 314946"/>
              <a:gd name="connsiteX21" fmla="*/ 324207 w 324206"/>
              <a:gd name="connsiteY21" fmla="*/ 257303 h 314946"/>
              <a:gd name="connsiteX22" fmla="*/ 292649 w 324206"/>
              <a:gd name="connsiteY22" fmla="*/ 311850 h 314946"/>
              <a:gd name="connsiteX23" fmla="*/ 264518 w 324206"/>
              <a:gd name="connsiteY23" fmla="*/ 311850 h 314946"/>
              <a:gd name="connsiteX24" fmla="*/ 232269 w 324206"/>
              <a:gd name="connsiteY24" fmla="*/ 275492 h 314946"/>
              <a:gd name="connsiteX25" fmla="*/ 232269 w 324206"/>
              <a:gd name="connsiteY25" fmla="*/ 208588 h 314946"/>
              <a:gd name="connsiteX26" fmla="*/ 208929 w 324206"/>
              <a:gd name="connsiteY26" fmla="*/ 208588 h 314946"/>
              <a:gd name="connsiteX27" fmla="*/ 132424 w 324206"/>
              <a:gd name="connsiteY27" fmla="*/ 314947 h 314946"/>
              <a:gd name="connsiteX28" fmla="*/ 114246 w 324206"/>
              <a:gd name="connsiteY28" fmla="*/ 290233 h 314946"/>
              <a:gd name="connsiteX29" fmla="*/ 178404 w 324206"/>
              <a:gd name="connsiteY29" fmla="*/ 208588 h 314946"/>
              <a:gd name="connsiteX30" fmla="*/ 153700 w 324206"/>
              <a:gd name="connsiteY30" fmla="*/ 208588 h 314946"/>
              <a:gd name="connsiteX31" fmla="*/ 153700 w 324206"/>
              <a:gd name="connsiteY31" fmla="*/ 17157 h 314946"/>
              <a:gd name="connsiteX32" fmla="*/ 299854 w 324206"/>
              <a:gd name="connsiteY32" fmla="*/ 17157 h 314946"/>
              <a:gd name="connsiteX33" fmla="*/ 299854 w 324206"/>
              <a:gd name="connsiteY33" fmla="*/ 208588 h 314946"/>
              <a:gd name="connsiteX34" fmla="*/ 261081 w 324206"/>
              <a:gd name="connsiteY34" fmla="*/ 208588 h 314946"/>
              <a:gd name="connsiteX35" fmla="*/ 261081 w 324206"/>
              <a:gd name="connsiteY35" fmla="*/ 275492 h 314946"/>
              <a:gd name="connsiteX36" fmla="*/ 268968 w 324206"/>
              <a:gd name="connsiteY36" fmla="*/ 285092 h 314946"/>
              <a:gd name="connsiteX37" fmla="*/ 183204 w 324206"/>
              <a:gd name="connsiteY37" fmla="*/ 73077 h 314946"/>
              <a:gd name="connsiteX38" fmla="*/ 269319 w 324206"/>
              <a:gd name="connsiteY38" fmla="*/ 73077 h 314946"/>
              <a:gd name="connsiteX39" fmla="*/ 269319 w 324206"/>
              <a:gd name="connsiteY39" fmla="*/ 42882 h 314946"/>
              <a:gd name="connsiteX40" fmla="*/ 183204 w 324206"/>
              <a:gd name="connsiteY40" fmla="*/ 42882 h 314946"/>
              <a:gd name="connsiteX41" fmla="*/ 183204 w 324206"/>
              <a:gd name="connsiteY41" fmla="*/ 127284 h 314946"/>
              <a:gd name="connsiteX42" fmla="*/ 269319 w 324206"/>
              <a:gd name="connsiteY42" fmla="*/ 127284 h 314946"/>
              <a:gd name="connsiteX43" fmla="*/ 269319 w 324206"/>
              <a:gd name="connsiteY43" fmla="*/ 97089 h 314946"/>
              <a:gd name="connsiteX44" fmla="*/ 183204 w 324206"/>
              <a:gd name="connsiteY44" fmla="*/ 97089 h 314946"/>
              <a:gd name="connsiteX45" fmla="*/ 183204 w 324206"/>
              <a:gd name="connsiteY45" fmla="*/ 182512 h 314946"/>
              <a:gd name="connsiteX46" fmla="*/ 269319 w 324206"/>
              <a:gd name="connsiteY46" fmla="*/ 182512 h 314946"/>
              <a:gd name="connsiteX47" fmla="*/ 269319 w 324206"/>
              <a:gd name="connsiteY47" fmla="*/ 151976 h 314946"/>
              <a:gd name="connsiteX48" fmla="*/ 183204 w 324206"/>
              <a:gd name="connsiteY48" fmla="*/ 151976 h 31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324206" h="314946">
                <a:moveTo>
                  <a:pt x="126592" y="216475"/>
                </a:moveTo>
                <a:cubicBezTo>
                  <a:pt x="115433" y="201826"/>
                  <a:pt x="103406" y="187849"/>
                  <a:pt x="90575" y="174625"/>
                </a:cubicBezTo>
                <a:lnTo>
                  <a:pt x="90575" y="314947"/>
                </a:lnTo>
                <a:lnTo>
                  <a:pt x="59358" y="314947"/>
                </a:lnTo>
                <a:lnTo>
                  <a:pt x="59358" y="190058"/>
                </a:lnTo>
                <a:cubicBezTo>
                  <a:pt x="45917" y="203674"/>
                  <a:pt x="31217" y="215959"/>
                  <a:pt x="15443" y="226777"/>
                </a:cubicBezTo>
                <a:cubicBezTo>
                  <a:pt x="11407" y="216392"/>
                  <a:pt x="6225" y="206492"/>
                  <a:pt x="0" y="197264"/>
                </a:cubicBezTo>
                <a:cubicBezTo>
                  <a:pt x="41003" y="171342"/>
                  <a:pt x="74388" y="134995"/>
                  <a:pt x="96748" y="91948"/>
                </a:cubicBezTo>
                <a:lnTo>
                  <a:pt x="12357" y="91937"/>
                </a:lnTo>
                <a:lnTo>
                  <a:pt x="12357" y="63126"/>
                </a:lnTo>
                <a:lnTo>
                  <a:pt x="59358" y="63126"/>
                </a:lnTo>
                <a:lnTo>
                  <a:pt x="59358" y="0"/>
                </a:lnTo>
                <a:lnTo>
                  <a:pt x="90575" y="0"/>
                </a:lnTo>
                <a:lnTo>
                  <a:pt x="90575" y="63126"/>
                </a:lnTo>
                <a:lnTo>
                  <a:pt x="112873" y="63126"/>
                </a:lnTo>
                <a:lnTo>
                  <a:pt x="118364" y="62093"/>
                </a:lnTo>
                <a:lnTo>
                  <a:pt x="136203" y="73758"/>
                </a:lnTo>
                <a:cubicBezTo>
                  <a:pt x="126344" y="98916"/>
                  <a:pt x="113440" y="122762"/>
                  <a:pt x="97780" y="144781"/>
                </a:cubicBezTo>
                <a:cubicBezTo>
                  <a:pt x="112873" y="157809"/>
                  <a:pt x="139289" y="182863"/>
                  <a:pt x="146495" y="190058"/>
                </a:cubicBezTo>
                <a:close/>
                <a:moveTo>
                  <a:pt x="289562" y="285092"/>
                </a:moveTo>
                <a:cubicBezTo>
                  <a:pt x="296076" y="285092"/>
                  <a:pt x="297449" y="280292"/>
                  <a:pt x="298481" y="245638"/>
                </a:cubicBezTo>
                <a:cubicBezTo>
                  <a:pt x="306368" y="250882"/>
                  <a:pt x="315060" y="254825"/>
                  <a:pt x="324207" y="257303"/>
                </a:cubicBezTo>
                <a:cubicBezTo>
                  <a:pt x="321461" y="301217"/>
                  <a:pt x="313914" y="311850"/>
                  <a:pt x="292649" y="311850"/>
                </a:cubicBezTo>
                <a:lnTo>
                  <a:pt x="264518" y="311850"/>
                </a:lnTo>
                <a:cubicBezTo>
                  <a:pt x="238102" y="311850"/>
                  <a:pt x="232269" y="303282"/>
                  <a:pt x="232269" y="275492"/>
                </a:cubicBezTo>
                <a:lnTo>
                  <a:pt x="232269" y="208588"/>
                </a:lnTo>
                <a:lnTo>
                  <a:pt x="208929" y="208588"/>
                </a:lnTo>
                <a:cubicBezTo>
                  <a:pt x="203107" y="257303"/>
                  <a:pt x="186982" y="294011"/>
                  <a:pt x="132424" y="314947"/>
                </a:cubicBezTo>
                <a:cubicBezTo>
                  <a:pt x="127821" y="305728"/>
                  <a:pt x="121678" y="297377"/>
                  <a:pt x="114246" y="290233"/>
                </a:cubicBezTo>
                <a:cubicBezTo>
                  <a:pt x="160906" y="274109"/>
                  <a:pt x="173252" y="246329"/>
                  <a:pt x="178404" y="208588"/>
                </a:cubicBezTo>
                <a:lnTo>
                  <a:pt x="153700" y="208588"/>
                </a:lnTo>
                <a:lnTo>
                  <a:pt x="153700" y="17157"/>
                </a:lnTo>
                <a:lnTo>
                  <a:pt x="299854" y="17157"/>
                </a:lnTo>
                <a:lnTo>
                  <a:pt x="299854" y="208588"/>
                </a:lnTo>
                <a:lnTo>
                  <a:pt x="261081" y="208588"/>
                </a:lnTo>
                <a:lnTo>
                  <a:pt x="261081" y="275492"/>
                </a:lnTo>
                <a:cubicBezTo>
                  <a:pt x="261081" y="283719"/>
                  <a:pt x="262113" y="285092"/>
                  <a:pt x="268968" y="285092"/>
                </a:cubicBezTo>
                <a:close/>
                <a:moveTo>
                  <a:pt x="183204" y="73077"/>
                </a:moveTo>
                <a:lnTo>
                  <a:pt x="269319" y="73077"/>
                </a:lnTo>
                <a:lnTo>
                  <a:pt x="269319" y="42882"/>
                </a:lnTo>
                <a:lnTo>
                  <a:pt x="183204" y="42882"/>
                </a:lnTo>
                <a:close/>
                <a:moveTo>
                  <a:pt x="183204" y="127284"/>
                </a:moveTo>
                <a:lnTo>
                  <a:pt x="269319" y="127284"/>
                </a:lnTo>
                <a:lnTo>
                  <a:pt x="269319" y="97089"/>
                </a:lnTo>
                <a:lnTo>
                  <a:pt x="183204" y="97089"/>
                </a:lnTo>
                <a:close/>
                <a:moveTo>
                  <a:pt x="183204" y="182512"/>
                </a:moveTo>
                <a:lnTo>
                  <a:pt x="269319" y="182512"/>
                </a:lnTo>
                <a:lnTo>
                  <a:pt x="269319" y="151976"/>
                </a:lnTo>
                <a:lnTo>
                  <a:pt x="183204" y="151976"/>
                </a:lnTo>
                <a:close/>
              </a:path>
            </a:pathLst>
          </a:custGeom>
          <a:solidFill>
            <a:srgbClr val="FFFFFC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0" name="フリーフォーム: 図形 19">
            <a:extLst>
              <a:ext uri="{FF2B5EF4-FFF2-40B4-BE49-F238E27FC236}">
                <a16:creationId xmlns:a16="http://schemas.microsoft.com/office/drawing/2014/main" id="{8DBF2B1C-524B-A794-769A-4B344592AFE6}"/>
              </a:ext>
            </a:extLst>
          </p:cNvPr>
          <p:cNvSpPr/>
          <p:nvPr/>
        </p:nvSpPr>
        <p:spPr>
          <a:xfrm>
            <a:off x="5936394" y="2748113"/>
            <a:ext cx="320428" cy="300866"/>
          </a:xfrm>
          <a:custGeom>
            <a:avLst/>
            <a:gdLst>
              <a:gd name="connsiteX0" fmla="*/ 122473 w 320428"/>
              <a:gd name="connsiteY0" fmla="*/ 70672 h 300866"/>
              <a:gd name="connsiteX1" fmla="*/ 0 w 320428"/>
              <a:gd name="connsiteY1" fmla="*/ 70672 h 300866"/>
              <a:gd name="connsiteX2" fmla="*/ 0 w 320428"/>
              <a:gd name="connsiteY2" fmla="*/ 45287 h 300866"/>
              <a:gd name="connsiteX3" fmla="*/ 122473 w 320428"/>
              <a:gd name="connsiteY3" fmla="*/ 45287 h 300866"/>
              <a:gd name="connsiteX4" fmla="*/ 113203 w 320428"/>
              <a:gd name="connsiteY4" fmla="*/ 284741 h 300866"/>
              <a:gd name="connsiteX5" fmla="*/ 41509 w 320428"/>
              <a:gd name="connsiteY5" fmla="*/ 284741 h 300866"/>
              <a:gd name="connsiteX6" fmla="*/ 41509 w 320428"/>
              <a:gd name="connsiteY6" fmla="*/ 299152 h 300866"/>
              <a:gd name="connsiteX7" fmla="*/ 14741 w 320428"/>
              <a:gd name="connsiteY7" fmla="*/ 299152 h 300866"/>
              <a:gd name="connsiteX8" fmla="*/ 14741 w 320428"/>
              <a:gd name="connsiteY8" fmla="*/ 183885 h 300866"/>
              <a:gd name="connsiteX9" fmla="*/ 113203 w 320428"/>
              <a:gd name="connsiteY9" fmla="*/ 183885 h 300866"/>
              <a:gd name="connsiteX10" fmla="*/ 112862 w 320428"/>
              <a:gd name="connsiteY10" fmla="*/ 116640 h 300866"/>
              <a:gd name="connsiteX11" fmla="*/ 15082 w 320428"/>
              <a:gd name="connsiteY11" fmla="*/ 116640 h 300866"/>
              <a:gd name="connsiteX12" fmla="*/ 15082 w 320428"/>
              <a:gd name="connsiteY12" fmla="*/ 91937 h 300866"/>
              <a:gd name="connsiteX13" fmla="*/ 112862 w 320428"/>
              <a:gd name="connsiteY13" fmla="*/ 91937 h 300866"/>
              <a:gd name="connsiteX14" fmla="*/ 15082 w 320428"/>
              <a:gd name="connsiteY14" fmla="*/ 137576 h 300866"/>
              <a:gd name="connsiteX15" fmla="*/ 112862 w 320428"/>
              <a:gd name="connsiteY15" fmla="*/ 137576 h 300866"/>
              <a:gd name="connsiteX16" fmla="*/ 112862 w 320428"/>
              <a:gd name="connsiteY16" fmla="*/ 162609 h 300866"/>
              <a:gd name="connsiteX17" fmla="*/ 15082 w 320428"/>
              <a:gd name="connsiteY17" fmla="*/ 162609 h 300866"/>
              <a:gd name="connsiteX18" fmla="*/ 111840 w 320428"/>
              <a:gd name="connsiteY18" fmla="*/ 25044 h 300866"/>
              <a:gd name="connsiteX19" fmla="*/ 16455 w 320428"/>
              <a:gd name="connsiteY19" fmla="*/ 25044 h 300866"/>
              <a:gd name="connsiteX20" fmla="*/ 16455 w 320428"/>
              <a:gd name="connsiteY20" fmla="*/ 0 h 300866"/>
              <a:gd name="connsiteX21" fmla="*/ 111840 w 320428"/>
              <a:gd name="connsiteY21" fmla="*/ 0 h 300866"/>
              <a:gd name="connsiteX22" fmla="*/ 41509 w 320428"/>
              <a:gd name="connsiteY22" fmla="*/ 209620 h 300866"/>
              <a:gd name="connsiteX23" fmla="*/ 41509 w 320428"/>
              <a:gd name="connsiteY23" fmla="*/ 259016 h 300866"/>
              <a:gd name="connsiteX24" fmla="*/ 86105 w 320428"/>
              <a:gd name="connsiteY24" fmla="*/ 259016 h 300866"/>
              <a:gd name="connsiteX25" fmla="*/ 86105 w 320428"/>
              <a:gd name="connsiteY25" fmla="*/ 209620 h 300866"/>
              <a:gd name="connsiteX26" fmla="*/ 113894 w 320428"/>
              <a:gd name="connsiteY26" fmla="*/ 270341 h 300866"/>
              <a:gd name="connsiteX27" fmla="*/ 139279 w 320428"/>
              <a:gd name="connsiteY27" fmla="*/ 196572 h 300866"/>
              <a:gd name="connsiteX28" fmla="*/ 165014 w 320428"/>
              <a:gd name="connsiteY28" fmla="*/ 203096 h 300866"/>
              <a:gd name="connsiteX29" fmla="*/ 137225 w 320428"/>
              <a:gd name="connsiteY29" fmla="*/ 285092 h 300866"/>
              <a:gd name="connsiteX30" fmla="*/ 149571 w 320428"/>
              <a:gd name="connsiteY30" fmla="*/ 44255 h 300866"/>
              <a:gd name="connsiteX31" fmla="*/ 186631 w 320428"/>
              <a:gd name="connsiteY31" fmla="*/ 58315 h 300866"/>
              <a:gd name="connsiteX32" fmla="*/ 193145 w 320428"/>
              <a:gd name="connsiteY32" fmla="*/ 29844 h 300866"/>
              <a:gd name="connsiteX33" fmla="*/ 138257 w 320428"/>
              <a:gd name="connsiteY33" fmla="*/ 29844 h 300866"/>
              <a:gd name="connsiteX34" fmla="*/ 138257 w 320428"/>
              <a:gd name="connsiteY34" fmla="*/ 2395 h 300866"/>
              <a:gd name="connsiteX35" fmla="*/ 304304 w 320428"/>
              <a:gd name="connsiteY35" fmla="*/ 2395 h 300866"/>
              <a:gd name="connsiteX36" fmla="*/ 303953 w 320428"/>
              <a:gd name="connsiteY36" fmla="*/ 15092 h 300866"/>
              <a:gd name="connsiteX37" fmla="*/ 288520 w 320428"/>
              <a:gd name="connsiteY37" fmla="*/ 135170 h 300866"/>
              <a:gd name="connsiteX38" fmla="*/ 266903 w 320428"/>
              <a:gd name="connsiteY38" fmla="*/ 146484 h 300866"/>
              <a:gd name="connsiteX39" fmla="*/ 228481 w 320428"/>
              <a:gd name="connsiteY39" fmla="*/ 146835 h 300866"/>
              <a:gd name="connsiteX40" fmla="*/ 220253 w 320428"/>
              <a:gd name="connsiteY40" fmla="*/ 117673 h 300866"/>
              <a:gd name="connsiteX41" fmla="*/ 252151 w 320428"/>
              <a:gd name="connsiteY41" fmla="*/ 119046 h 300866"/>
              <a:gd name="connsiteX42" fmla="*/ 263125 w 320428"/>
              <a:gd name="connsiteY42" fmla="*/ 115267 h 300866"/>
              <a:gd name="connsiteX43" fmla="*/ 273417 w 320428"/>
              <a:gd name="connsiteY43" fmla="*/ 29844 h 300866"/>
              <a:gd name="connsiteX44" fmla="*/ 221967 w 320428"/>
              <a:gd name="connsiteY44" fmla="*/ 29844 h 300866"/>
              <a:gd name="connsiteX45" fmla="*/ 212356 w 320428"/>
              <a:gd name="connsiteY45" fmla="*/ 70321 h 300866"/>
              <a:gd name="connsiteX46" fmla="*/ 248384 w 320428"/>
              <a:gd name="connsiteY46" fmla="*/ 90564 h 300866"/>
              <a:gd name="connsiteX47" fmla="*/ 232940 w 320428"/>
              <a:gd name="connsiteY47" fmla="*/ 115267 h 300866"/>
              <a:gd name="connsiteX48" fmla="*/ 201723 w 320428"/>
              <a:gd name="connsiteY48" fmla="*/ 96056 h 300866"/>
              <a:gd name="connsiteX49" fmla="*/ 140992 w 320428"/>
              <a:gd name="connsiteY49" fmla="*/ 155414 h 300866"/>
              <a:gd name="connsiteX50" fmla="*/ 122473 w 320428"/>
              <a:gd name="connsiteY50" fmla="*/ 132424 h 300866"/>
              <a:gd name="connsiteX51" fmla="*/ 175988 w 320428"/>
              <a:gd name="connsiteY51" fmla="*/ 83018 h 300866"/>
              <a:gd name="connsiteX52" fmla="*/ 134479 w 320428"/>
              <a:gd name="connsiteY52" fmla="*/ 66212 h 300866"/>
              <a:gd name="connsiteX53" fmla="*/ 237059 w 320428"/>
              <a:gd name="connsiteY53" fmla="*/ 273076 h 300866"/>
              <a:gd name="connsiteX54" fmla="*/ 247692 w 320428"/>
              <a:gd name="connsiteY54" fmla="*/ 235345 h 300866"/>
              <a:gd name="connsiteX55" fmla="*/ 274109 w 320428"/>
              <a:gd name="connsiteY55" fmla="*/ 247351 h 300866"/>
              <a:gd name="connsiteX56" fmla="*/ 240486 w 320428"/>
              <a:gd name="connsiteY56" fmla="*/ 300866 h 300866"/>
              <a:gd name="connsiteX57" fmla="*/ 206864 w 320428"/>
              <a:gd name="connsiteY57" fmla="*/ 300866 h 300866"/>
              <a:gd name="connsiteX58" fmla="*/ 172561 w 320428"/>
              <a:gd name="connsiteY58" fmla="*/ 263476 h 300866"/>
              <a:gd name="connsiteX59" fmla="*/ 172561 w 320428"/>
              <a:gd name="connsiteY59" fmla="*/ 184226 h 300866"/>
              <a:gd name="connsiteX60" fmla="*/ 201723 w 320428"/>
              <a:gd name="connsiteY60" fmla="*/ 184226 h 300866"/>
              <a:gd name="connsiteX61" fmla="*/ 201723 w 320428"/>
              <a:gd name="connsiteY61" fmla="*/ 263135 h 300866"/>
              <a:gd name="connsiteX62" fmla="*/ 211664 w 320428"/>
              <a:gd name="connsiteY62" fmla="*/ 273076 h 300866"/>
              <a:gd name="connsiteX63" fmla="*/ 197945 w 320428"/>
              <a:gd name="connsiteY63" fmla="*/ 137916 h 300866"/>
              <a:gd name="connsiteX64" fmla="*/ 258675 w 320428"/>
              <a:gd name="connsiteY64" fmla="*/ 181480 h 300866"/>
              <a:gd name="connsiteX65" fmla="*/ 238773 w 320428"/>
              <a:gd name="connsiteY65" fmla="*/ 202415 h 300866"/>
              <a:gd name="connsiteX66" fmla="*/ 179415 w 320428"/>
              <a:gd name="connsiteY66" fmla="*/ 156436 h 300866"/>
              <a:gd name="connsiteX67" fmla="*/ 282347 w 320428"/>
              <a:gd name="connsiteY67" fmla="*/ 189717 h 300866"/>
              <a:gd name="connsiteX68" fmla="*/ 320428 w 320428"/>
              <a:gd name="connsiteY68" fmla="*/ 272054 h 300866"/>
              <a:gd name="connsiteX69" fmla="*/ 292298 w 320428"/>
              <a:gd name="connsiteY69" fmla="*/ 283719 h 300866"/>
              <a:gd name="connsiteX70" fmla="*/ 256270 w 320428"/>
              <a:gd name="connsiteY70" fmla="*/ 200010 h 30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320428" h="300866">
                <a:moveTo>
                  <a:pt x="122473" y="70672"/>
                </a:moveTo>
                <a:lnTo>
                  <a:pt x="0" y="70672"/>
                </a:lnTo>
                <a:lnTo>
                  <a:pt x="0" y="45287"/>
                </a:lnTo>
                <a:lnTo>
                  <a:pt x="122473" y="45287"/>
                </a:lnTo>
                <a:close/>
                <a:moveTo>
                  <a:pt x="113203" y="284741"/>
                </a:moveTo>
                <a:lnTo>
                  <a:pt x="41509" y="284741"/>
                </a:lnTo>
                <a:lnTo>
                  <a:pt x="41509" y="299152"/>
                </a:lnTo>
                <a:lnTo>
                  <a:pt x="14741" y="299152"/>
                </a:lnTo>
                <a:lnTo>
                  <a:pt x="14741" y="183885"/>
                </a:lnTo>
                <a:lnTo>
                  <a:pt x="113203" y="183885"/>
                </a:lnTo>
                <a:close/>
                <a:moveTo>
                  <a:pt x="112862" y="116640"/>
                </a:moveTo>
                <a:lnTo>
                  <a:pt x="15082" y="116640"/>
                </a:lnTo>
                <a:lnTo>
                  <a:pt x="15082" y="91937"/>
                </a:lnTo>
                <a:lnTo>
                  <a:pt x="112862" y="91937"/>
                </a:lnTo>
                <a:close/>
                <a:moveTo>
                  <a:pt x="15082" y="137576"/>
                </a:moveTo>
                <a:lnTo>
                  <a:pt x="112862" y="137576"/>
                </a:lnTo>
                <a:lnTo>
                  <a:pt x="112862" y="162609"/>
                </a:lnTo>
                <a:lnTo>
                  <a:pt x="15082" y="162609"/>
                </a:lnTo>
                <a:close/>
                <a:moveTo>
                  <a:pt x="111840" y="25044"/>
                </a:moveTo>
                <a:lnTo>
                  <a:pt x="16455" y="25044"/>
                </a:lnTo>
                <a:lnTo>
                  <a:pt x="16455" y="0"/>
                </a:lnTo>
                <a:lnTo>
                  <a:pt x="111840" y="0"/>
                </a:lnTo>
                <a:close/>
                <a:moveTo>
                  <a:pt x="41509" y="209620"/>
                </a:moveTo>
                <a:lnTo>
                  <a:pt x="41509" y="259016"/>
                </a:lnTo>
                <a:lnTo>
                  <a:pt x="86105" y="259016"/>
                </a:lnTo>
                <a:lnTo>
                  <a:pt x="86105" y="209620"/>
                </a:lnTo>
                <a:close/>
                <a:moveTo>
                  <a:pt x="113894" y="270341"/>
                </a:moveTo>
                <a:cubicBezTo>
                  <a:pt x="128987" y="253524"/>
                  <a:pt x="135852" y="224372"/>
                  <a:pt x="139279" y="196572"/>
                </a:cubicBezTo>
                <a:lnTo>
                  <a:pt x="165014" y="203096"/>
                </a:lnTo>
                <a:cubicBezTo>
                  <a:pt x="161577" y="233291"/>
                  <a:pt x="154722" y="265540"/>
                  <a:pt x="137225" y="285092"/>
                </a:cubicBezTo>
                <a:close/>
                <a:moveTo>
                  <a:pt x="149571" y="44255"/>
                </a:moveTo>
                <a:cubicBezTo>
                  <a:pt x="162155" y="48302"/>
                  <a:pt x="174522" y="52999"/>
                  <a:pt x="186631" y="58315"/>
                </a:cubicBezTo>
                <a:cubicBezTo>
                  <a:pt x="189325" y="48952"/>
                  <a:pt x="191493" y="39444"/>
                  <a:pt x="193145" y="29844"/>
                </a:cubicBezTo>
                <a:lnTo>
                  <a:pt x="138257" y="29844"/>
                </a:lnTo>
                <a:lnTo>
                  <a:pt x="138257" y="2395"/>
                </a:lnTo>
                <a:lnTo>
                  <a:pt x="304304" y="2395"/>
                </a:lnTo>
                <a:cubicBezTo>
                  <a:pt x="304304" y="2395"/>
                  <a:pt x="304304" y="11324"/>
                  <a:pt x="303953" y="15092"/>
                </a:cubicBezTo>
                <a:cubicBezTo>
                  <a:pt x="300525" y="94343"/>
                  <a:pt x="297439" y="124878"/>
                  <a:pt x="288520" y="135170"/>
                </a:cubicBezTo>
                <a:cubicBezTo>
                  <a:pt x="283451" y="142077"/>
                  <a:pt x="275471" y="146247"/>
                  <a:pt x="266903" y="146484"/>
                </a:cubicBezTo>
                <a:cubicBezTo>
                  <a:pt x="254123" y="147517"/>
                  <a:pt x="241281" y="147630"/>
                  <a:pt x="228481" y="146835"/>
                </a:cubicBezTo>
                <a:cubicBezTo>
                  <a:pt x="227965" y="136616"/>
                  <a:pt x="225157" y="126644"/>
                  <a:pt x="220253" y="117673"/>
                </a:cubicBezTo>
                <a:cubicBezTo>
                  <a:pt x="234313" y="119046"/>
                  <a:pt x="247000" y="119046"/>
                  <a:pt x="252151" y="119046"/>
                </a:cubicBezTo>
                <a:cubicBezTo>
                  <a:pt x="256229" y="119954"/>
                  <a:pt x="260472" y="118488"/>
                  <a:pt x="263125" y="115267"/>
                </a:cubicBezTo>
                <a:cubicBezTo>
                  <a:pt x="267584" y="109435"/>
                  <a:pt x="271022" y="87488"/>
                  <a:pt x="273417" y="29844"/>
                </a:cubicBezTo>
                <a:lnTo>
                  <a:pt x="221967" y="29844"/>
                </a:lnTo>
                <a:cubicBezTo>
                  <a:pt x="219985" y="43594"/>
                  <a:pt x="216764" y="57149"/>
                  <a:pt x="212356" y="70321"/>
                </a:cubicBezTo>
                <a:cubicBezTo>
                  <a:pt x="224785" y="76298"/>
                  <a:pt x="236811" y="83060"/>
                  <a:pt x="248384" y="90564"/>
                </a:cubicBezTo>
                <a:lnTo>
                  <a:pt x="232940" y="115267"/>
                </a:lnTo>
                <a:cubicBezTo>
                  <a:pt x="222989" y="108155"/>
                  <a:pt x="212562" y="101734"/>
                  <a:pt x="201723" y="96056"/>
                </a:cubicBezTo>
                <a:cubicBezTo>
                  <a:pt x="188252" y="121761"/>
                  <a:pt x="166996" y="142541"/>
                  <a:pt x="140992" y="155414"/>
                </a:cubicBezTo>
                <a:cubicBezTo>
                  <a:pt x="136430" y="146577"/>
                  <a:pt x="130122" y="138763"/>
                  <a:pt x="122473" y="132424"/>
                </a:cubicBezTo>
                <a:cubicBezTo>
                  <a:pt x="145411" y="122525"/>
                  <a:pt x="164292" y="105099"/>
                  <a:pt x="175988" y="83018"/>
                </a:cubicBezTo>
                <a:cubicBezTo>
                  <a:pt x="162496" y="76597"/>
                  <a:pt x="148642" y="70992"/>
                  <a:pt x="134479" y="66212"/>
                </a:cubicBezTo>
                <a:close/>
                <a:moveTo>
                  <a:pt x="237059" y="273076"/>
                </a:moveTo>
                <a:cubicBezTo>
                  <a:pt x="245286" y="273076"/>
                  <a:pt x="246660" y="268627"/>
                  <a:pt x="247692" y="235345"/>
                </a:cubicBezTo>
                <a:cubicBezTo>
                  <a:pt x="255589" y="241106"/>
                  <a:pt x="264580" y="245183"/>
                  <a:pt x="274109" y="247351"/>
                </a:cubicBezTo>
                <a:cubicBezTo>
                  <a:pt x="271022" y="289893"/>
                  <a:pt x="263125" y="300866"/>
                  <a:pt x="240486" y="300866"/>
                </a:cubicBezTo>
                <a:lnTo>
                  <a:pt x="206864" y="300866"/>
                </a:lnTo>
                <a:cubicBezTo>
                  <a:pt x="179074" y="300866"/>
                  <a:pt x="172561" y="291957"/>
                  <a:pt x="172561" y="263476"/>
                </a:cubicBezTo>
                <a:lnTo>
                  <a:pt x="172561" y="184226"/>
                </a:lnTo>
                <a:lnTo>
                  <a:pt x="201723" y="184226"/>
                </a:lnTo>
                <a:lnTo>
                  <a:pt x="201723" y="263135"/>
                </a:lnTo>
                <a:cubicBezTo>
                  <a:pt x="201723" y="271714"/>
                  <a:pt x="203086" y="273076"/>
                  <a:pt x="211664" y="273076"/>
                </a:cubicBezTo>
                <a:close/>
                <a:moveTo>
                  <a:pt x="197945" y="137916"/>
                </a:moveTo>
                <a:cubicBezTo>
                  <a:pt x="220305" y="149241"/>
                  <a:pt x="240786" y="163941"/>
                  <a:pt x="258675" y="181480"/>
                </a:cubicBezTo>
                <a:lnTo>
                  <a:pt x="238773" y="202415"/>
                </a:lnTo>
                <a:cubicBezTo>
                  <a:pt x="221234" y="184391"/>
                  <a:pt x="201248" y="168916"/>
                  <a:pt x="179415" y="156436"/>
                </a:cubicBezTo>
                <a:close/>
                <a:moveTo>
                  <a:pt x="282347" y="189717"/>
                </a:moveTo>
                <a:cubicBezTo>
                  <a:pt x="300061" y="214544"/>
                  <a:pt x="312975" y="242468"/>
                  <a:pt x="320428" y="272054"/>
                </a:cubicBezTo>
                <a:lnTo>
                  <a:pt x="292298" y="283719"/>
                </a:lnTo>
                <a:cubicBezTo>
                  <a:pt x="285402" y="253875"/>
                  <a:pt x="273200" y="225528"/>
                  <a:pt x="256270" y="200010"/>
                </a:cubicBezTo>
                <a:close/>
              </a:path>
            </a:pathLst>
          </a:custGeom>
          <a:solidFill>
            <a:srgbClr val="FFFFFC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74552EC8-179B-FFED-FB9A-650BEB436F95}"/>
              </a:ext>
            </a:extLst>
          </p:cNvPr>
          <p:cNvSpPr/>
          <p:nvPr/>
        </p:nvSpPr>
        <p:spPr>
          <a:xfrm>
            <a:off x="6309955" y="2736789"/>
            <a:ext cx="315968" cy="314595"/>
          </a:xfrm>
          <a:custGeom>
            <a:avLst/>
            <a:gdLst>
              <a:gd name="connsiteX0" fmla="*/ 0 w 315968"/>
              <a:gd name="connsiteY0" fmla="*/ 153349 h 314595"/>
              <a:gd name="connsiteX1" fmla="*/ 17157 w 315968"/>
              <a:gd name="connsiteY1" fmla="*/ 64839 h 314595"/>
              <a:gd name="connsiteX2" fmla="*/ 40136 w 315968"/>
              <a:gd name="connsiteY2" fmla="*/ 68277 h 314595"/>
              <a:gd name="connsiteX3" fmla="*/ 24011 w 315968"/>
              <a:gd name="connsiteY3" fmla="*/ 161587 h 314595"/>
              <a:gd name="connsiteX4" fmla="*/ 315969 w 315968"/>
              <a:gd name="connsiteY4" fmla="*/ 273087 h 314595"/>
              <a:gd name="connsiteX5" fmla="*/ 315969 w 315968"/>
              <a:gd name="connsiteY5" fmla="*/ 303282 h 314595"/>
              <a:gd name="connsiteX6" fmla="*/ 105667 w 315968"/>
              <a:gd name="connsiteY6" fmla="*/ 303282 h 314595"/>
              <a:gd name="connsiteX7" fmla="*/ 105667 w 315968"/>
              <a:gd name="connsiteY7" fmla="*/ 273087 h 314595"/>
              <a:gd name="connsiteX8" fmla="*/ 201042 w 315968"/>
              <a:gd name="connsiteY8" fmla="*/ 273087 h 314595"/>
              <a:gd name="connsiteX9" fmla="*/ 201042 w 315968"/>
              <a:gd name="connsiteY9" fmla="*/ 195209 h 314595"/>
              <a:gd name="connsiteX10" fmla="*/ 131402 w 315968"/>
              <a:gd name="connsiteY10" fmla="*/ 195209 h 314595"/>
              <a:gd name="connsiteX11" fmla="*/ 131402 w 315968"/>
              <a:gd name="connsiteY11" fmla="*/ 165365 h 314595"/>
              <a:gd name="connsiteX12" fmla="*/ 201042 w 315968"/>
              <a:gd name="connsiteY12" fmla="*/ 165365 h 314595"/>
              <a:gd name="connsiteX13" fmla="*/ 201042 w 315968"/>
              <a:gd name="connsiteY13" fmla="*/ 100867 h 314595"/>
              <a:gd name="connsiteX14" fmla="*/ 156436 w 315968"/>
              <a:gd name="connsiteY14" fmla="*/ 100867 h 314595"/>
              <a:gd name="connsiteX15" fmla="*/ 134478 w 315968"/>
              <a:gd name="connsiteY15" fmla="*/ 151636 h 314595"/>
              <a:gd name="connsiteX16" fmla="*/ 106007 w 315968"/>
              <a:gd name="connsiteY16" fmla="*/ 136894 h 314595"/>
              <a:gd name="connsiteX17" fmla="*/ 118705 w 315968"/>
              <a:gd name="connsiteY17" fmla="*/ 113213 h 314595"/>
              <a:gd name="connsiteX18" fmla="*/ 99494 w 315968"/>
              <a:gd name="connsiteY18" fmla="*/ 122483 h 314595"/>
              <a:gd name="connsiteX19" fmla="*/ 78909 w 315968"/>
              <a:gd name="connsiteY19" fmla="*/ 68618 h 314595"/>
              <a:gd name="connsiteX20" fmla="*/ 78909 w 315968"/>
              <a:gd name="connsiteY20" fmla="*/ 314596 h 314595"/>
              <a:gd name="connsiteX21" fmla="*/ 47001 w 315968"/>
              <a:gd name="connsiteY21" fmla="*/ 314596 h 314595"/>
              <a:gd name="connsiteX22" fmla="*/ 47001 w 315968"/>
              <a:gd name="connsiteY22" fmla="*/ 0 h 314595"/>
              <a:gd name="connsiteX23" fmla="*/ 78909 w 315968"/>
              <a:gd name="connsiteY23" fmla="*/ 0 h 314595"/>
              <a:gd name="connsiteX24" fmla="*/ 78909 w 315968"/>
              <a:gd name="connsiteY24" fmla="*/ 63466 h 314595"/>
              <a:gd name="connsiteX25" fmla="*/ 99153 w 315968"/>
              <a:gd name="connsiteY25" fmla="*/ 55239 h 314595"/>
              <a:gd name="connsiteX26" fmla="*/ 121451 w 315968"/>
              <a:gd name="connsiteY26" fmla="*/ 106699 h 314595"/>
              <a:gd name="connsiteX27" fmla="*/ 144089 w 315968"/>
              <a:gd name="connsiteY27" fmla="*/ 15433 h 314595"/>
              <a:gd name="connsiteX28" fmla="*/ 175306 w 315968"/>
              <a:gd name="connsiteY28" fmla="*/ 20584 h 314595"/>
              <a:gd name="connsiteX29" fmla="*/ 165014 w 315968"/>
              <a:gd name="connsiteY29" fmla="*/ 70672 h 314595"/>
              <a:gd name="connsiteX30" fmla="*/ 201042 w 315968"/>
              <a:gd name="connsiteY30" fmla="*/ 70672 h 314595"/>
              <a:gd name="connsiteX31" fmla="*/ 201042 w 315968"/>
              <a:gd name="connsiteY31" fmla="*/ 1373 h 314595"/>
              <a:gd name="connsiteX32" fmla="*/ 232940 w 315968"/>
              <a:gd name="connsiteY32" fmla="*/ 1373 h 314595"/>
              <a:gd name="connsiteX33" fmla="*/ 232940 w 315968"/>
              <a:gd name="connsiteY33" fmla="*/ 70672 h 314595"/>
              <a:gd name="connsiteX34" fmla="*/ 307049 w 315968"/>
              <a:gd name="connsiteY34" fmla="*/ 70672 h 314595"/>
              <a:gd name="connsiteX35" fmla="*/ 307049 w 315968"/>
              <a:gd name="connsiteY35" fmla="*/ 100867 h 314595"/>
              <a:gd name="connsiteX36" fmla="*/ 232940 w 315968"/>
              <a:gd name="connsiteY36" fmla="*/ 100867 h 314595"/>
              <a:gd name="connsiteX37" fmla="*/ 232940 w 315968"/>
              <a:gd name="connsiteY37" fmla="*/ 165365 h 314595"/>
              <a:gd name="connsiteX38" fmla="*/ 299503 w 315968"/>
              <a:gd name="connsiteY38" fmla="*/ 165365 h 314595"/>
              <a:gd name="connsiteX39" fmla="*/ 299503 w 315968"/>
              <a:gd name="connsiteY39" fmla="*/ 195209 h 314595"/>
              <a:gd name="connsiteX40" fmla="*/ 232940 w 315968"/>
              <a:gd name="connsiteY40" fmla="*/ 195209 h 314595"/>
              <a:gd name="connsiteX41" fmla="*/ 232940 w 315968"/>
              <a:gd name="connsiteY41" fmla="*/ 273087 h 31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315968" h="314595">
                <a:moveTo>
                  <a:pt x="0" y="153349"/>
                </a:moveTo>
                <a:cubicBezTo>
                  <a:pt x="8960" y="124569"/>
                  <a:pt x="14710" y="94890"/>
                  <a:pt x="17157" y="64839"/>
                </a:cubicBezTo>
                <a:lnTo>
                  <a:pt x="40136" y="68277"/>
                </a:lnTo>
                <a:cubicBezTo>
                  <a:pt x="38175" y="99876"/>
                  <a:pt x="32765" y="131165"/>
                  <a:pt x="24011" y="161587"/>
                </a:cubicBezTo>
                <a:close/>
                <a:moveTo>
                  <a:pt x="315969" y="273087"/>
                </a:moveTo>
                <a:lnTo>
                  <a:pt x="315969" y="303282"/>
                </a:lnTo>
                <a:lnTo>
                  <a:pt x="105667" y="303282"/>
                </a:lnTo>
                <a:lnTo>
                  <a:pt x="105667" y="273087"/>
                </a:lnTo>
                <a:lnTo>
                  <a:pt x="201042" y="273087"/>
                </a:lnTo>
                <a:lnTo>
                  <a:pt x="201042" y="195209"/>
                </a:lnTo>
                <a:lnTo>
                  <a:pt x="131402" y="195209"/>
                </a:lnTo>
                <a:lnTo>
                  <a:pt x="131402" y="165365"/>
                </a:lnTo>
                <a:lnTo>
                  <a:pt x="201042" y="165365"/>
                </a:lnTo>
                <a:lnTo>
                  <a:pt x="201042" y="100867"/>
                </a:lnTo>
                <a:lnTo>
                  <a:pt x="156436" y="100867"/>
                </a:lnTo>
                <a:cubicBezTo>
                  <a:pt x="150655" y="118416"/>
                  <a:pt x="143305" y="135408"/>
                  <a:pt x="134478" y="151636"/>
                </a:cubicBezTo>
                <a:cubicBezTo>
                  <a:pt x="125436" y="145906"/>
                  <a:pt x="115907" y="140972"/>
                  <a:pt x="106007" y="136894"/>
                </a:cubicBezTo>
                <a:cubicBezTo>
                  <a:pt x="110931" y="129389"/>
                  <a:pt x="115174" y="121461"/>
                  <a:pt x="118705" y="113213"/>
                </a:cubicBezTo>
                <a:lnTo>
                  <a:pt x="99494" y="122483"/>
                </a:lnTo>
                <a:cubicBezTo>
                  <a:pt x="94301" y="103922"/>
                  <a:pt x="87416" y="85898"/>
                  <a:pt x="78909" y="68618"/>
                </a:cubicBezTo>
                <a:lnTo>
                  <a:pt x="78909" y="314596"/>
                </a:lnTo>
                <a:lnTo>
                  <a:pt x="47001" y="314596"/>
                </a:lnTo>
                <a:lnTo>
                  <a:pt x="47001" y="0"/>
                </a:lnTo>
                <a:lnTo>
                  <a:pt x="78909" y="0"/>
                </a:lnTo>
                <a:lnTo>
                  <a:pt x="78909" y="63466"/>
                </a:lnTo>
                <a:lnTo>
                  <a:pt x="99153" y="55239"/>
                </a:lnTo>
                <a:cubicBezTo>
                  <a:pt x="108134" y="71673"/>
                  <a:pt x="115598" y="88902"/>
                  <a:pt x="121451" y="106699"/>
                </a:cubicBezTo>
                <a:cubicBezTo>
                  <a:pt x="132517" y="77258"/>
                  <a:pt x="140125" y="46640"/>
                  <a:pt x="144089" y="15433"/>
                </a:cubicBezTo>
                <a:lnTo>
                  <a:pt x="175306" y="20584"/>
                </a:lnTo>
                <a:cubicBezTo>
                  <a:pt x="172808" y="37452"/>
                  <a:pt x="169371" y="54176"/>
                  <a:pt x="165014" y="70672"/>
                </a:cubicBezTo>
                <a:lnTo>
                  <a:pt x="201042" y="70672"/>
                </a:lnTo>
                <a:lnTo>
                  <a:pt x="201042" y="1373"/>
                </a:lnTo>
                <a:lnTo>
                  <a:pt x="232940" y="1373"/>
                </a:lnTo>
                <a:lnTo>
                  <a:pt x="232940" y="70672"/>
                </a:lnTo>
                <a:lnTo>
                  <a:pt x="307049" y="70672"/>
                </a:lnTo>
                <a:lnTo>
                  <a:pt x="307049" y="100867"/>
                </a:lnTo>
                <a:lnTo>
                  <a:pt x="232940" y="100867"/>
                </a:lnTo>
                <a:lnTo>
                  <a:pt x="232940" y="165365"/>
                </a:lnTo>
                <a:lnTo>
                  <a:pt x="299503" y="165365"/>
                </a:lnTo>
                <a:lnTo>
                  <a:pt x="299503" y="195209"/>
                </a:lnTo>
                <a:lnTo>
                  <a:pt x="232940" y="195209"/>
                </a:lnTo>
                <a:lnTo>
                  <a:pt x="232940" y="273087"/>
                </a:lnTo>
                <a:close/>
              </a:path>
            </a:pathLst>
          </a:custGeom>
          <a:solidFill>
            <a:srgbClr val="FFFFFC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DFAF5FAA-29B1-12EF-85A0-36DFAA774B4F}"/>
              </a:ext>
            </a:extLst>
          </p:cNvPr>
          <p:cNvSpPr/>
          <p:nvPr/>
        </p:nvSpPr>
        <p:spPr>
          <a:xfrm>
            <a:off x="3490992" y="4255045"/>
            <a:ext cx="190894" cy="188489"/>
          </a:xfrm>
          <a:custGeom>
            <a:avLst/>
            <a:gdLst>
              <a:gd name="connsiteX0" fmla="*/ 70599 w 190894"/>
              <a:gd name="connsiteY0" fmla="*/ 52101 h 188489"/>
              <a:gd name="connsiteX1" fmla="*/ 0 w 190894"/>
              <a:gd name="connsiteY1" fmla="*/ 52101 h 188489"/>
              <a:gd name="connsiteX2" fmla="*/ 0 w 190894"/>
              <a:gd name="connsiteY2" fmla="*/ 33199 h 188489"/>
              <a:gd name="connsiteX3" fmla="*/ 70599 w 190894"/>
              <a:gd name="connsiteY3" fmla="*/ 33199 h 188489"/>
              <a:gd name="connsiteX4" fmla="*/ 64973 w 190894"/>
              <a:gd name="connsiteY4" fmla="*/ 168576 h 188489"/>
              <a:gd name="connsiteX5" fmla="*/ 98761 w 190894"/>
              <a:gd name="connsiteY5" fmla="*/ 103798 h 188489"/>
              <a:gd name="connsiteX6" fmla="*/ 121090 w 190894"/>
              <a:gd name="connsiteY6" fmla="*/ 103798 h 188489"/>
              <a:gd name="connsiteX7" fmla="*/ 76835 w 190894"/>
              <a:gd name="connsiteY7" fmla="*/ 188489 h 188489"/>
              <a:gd name="connsiteX8" fmla="*/ 64973 w 190894"/>
              <a:gd name="connsiteY8" fmla="*/ 170981 h 188489"/>
              <a:gd name="connsiteX9" fmla="*/ 64973 w 190894"/>
              <a:gd name="connsiteY9" fmla="*/ 177020 h 188489"/>
              <a:gd name="connsiteX10" fmla="*/ 27759 w 190894"/>
              <a:gd name="connsiteY10" fmla="*/ 177020 h 188489"/>
              <a:gd name="connsiteX11" fmla="*/ 27759 w 190894"/>
              <a:gd name="connsiteY11" fmla="*/ 185062 h 188489"/>
              <a:gd name="connsiteX12" fmla="*/ 8248 w 190894"/>
              <a:gd name="connsiteY12" fmla="*/ 185062 h 188489"/>
              <a:gd name="connsiteX13" fmla="*/ 8248 w 190894"/>
              <a:gd name="connsiteY13" fmla="*/ 116475 h 188489"/>
              <a:gd name="connsiteX14" fmla="*/ 64973 w 190894"/>
              <a:gd name="connsiteY14" fmla="*/ 116475 h 188489"/>
              <a:gd name="connsiteX15" fmla="*/ 64571 w 190894"/>
              <a:gd name="connsiteY15" fmla="*/ 79457 h 188489"/>
              <a:gd name="connsiteX16" fmla="*/ 8847 w 190894"/>
              <a:gd name="connsiteY16" fmla="*/ 79457 h 188489"/>
              <a:gd name="connsiteX17" fmla="*/ 8847 w 190894"/>
              <a:gd name="connsiteY17" fmla="*/ 61154 h 188489"/>
              <a:gd name="connsiteX18" fmla="*/ 64571 w 190894"/>
              <a:gd name="connsiteY18" fmla="*/ 61154 h 188489"/>
              <a:gd name="connsiteX19" fmla="*/ 8847 w 190894"/>
              <a:gd name="connsiteY19" fmla="*/ 88716 h 188489"/>
              <a:gd name="connsiteX20" fmla="*/ 64571 w 190894"/>
              <a:gd name="connsiteY20" fmla="*/ 88716 h 188489"/>
              <a:gd name="connsiteX21" fmla="*/ 64571 w 190894"/>
              <a:gd name="connsiteY21" fmla="*/ 106617 h 188489"/>
              <a:gd name="connsiteX22" fmla="*/ 8847 w 190894"/>
              <a:gd name="connsiteY22" fmla="*/ 106617 h 188489"/>
              <a:gd name="connsiteX23" fmla="*/ 64168 w 190894"/>
              <a:gd name="connsiteY23" fmla="*/ 24342 h 188489"/>
              <a:gd name="connsiteX24" fmla="*/ 10055 w 190894"/>
              <a:gd name="connsiteY24" fmla="*/ 24342 h 188489"/>
              <a:gd name="connsiteX25" fmla="*/ 10055 w 190894"/>
              <a:gd name="connsiteY25" fmla="*/ 6246 h 188489"/>
              <a:gd name="connsiteX26" fmla="*/ 64168 w 190894"/>
              <a:gd name="connsiteY26" fmla="*/ 6246 h 188489"/>
              <a:gd name="connsiteX27" fmla="*/ 45463 w 190894"/>
              <a:gd name="connsiteY27" fmla="*/ 135181 h 188489"/>
              <a:gd name="connsiteX28" fmla="*/ 27759 w 190894"/>
              <a:gd name="connsiteY28" fmla="*/ 135181 h 188489"/>
              <a:gd name="connsiteX29" fmla="*/ 27759 w 190894"/>
              <a:gd name="connsiteY29" fmla="*/ 158315 h 188489"/>
              <a:gd name="connsiteX30" fmla="*/ 45463 w 190894"/>
              <a:gd name="connsiteY30" fmla="*/ 158315 h 188489"/>
              <a:gd name="connsiteX31" fmla="*/ 93124 w 190894"/>
              <a:gd name="connsiteY31" fmla="*/ 114060 h 188489"/>
              <a:gd name="connsiteX32" fmla="*/ 72003 w 190894"/>
              <a:gd name="connsiteY32" fmla="*/ 114060 h 188489"/>
              <a:gd name="connsiteX33" fmla="*/ 72003 w 190894"/>
              <a:gd name="connsiteY33" fmla="*/ 75637 h 188489"/>
              <a:gd name="connsiteX34" fmla="*/ 185062 w 190894"/>
              <a:gd name="connsiteY34" fmla="*/ 75637 h 188489"/>
              <a:gd name="connsiteX35" fmla="*/ 185062 w 190894"/>
              <a:gd name="connsiteY35" fmla="*/ 114060 h 188489"/>
              <a:gd name="connsiteX36" fmla="*/ 162929 w 190894"/>
              <a:gd name="connsiteY36" fmla="*/ 114060 h 188489"/>
              <a:gd name="connsiteX37" fmla="*/ 162929 w 190894"/>
              <a:gd name="connsiteY37" fmla="*/ 94343 h 188489"/>
              <a:gd name="connsiteX38" fmla="*/ 93124 w 190894"/>
              <a:gd name="connsiteY38" fmla="*/ 94343 h 188489"/>
              <a:gd name="connsiteX39" fmla="*/ 115660 w 190894"/>
              <a:gd name="connsiteY39" fmla="*/ 34407 h 188489"/>
              <a:gd name="connsiteX40" fmla="*/ 74223 w 190894"/>
              <a:gd name="connsiteY40" fmla="*/ 34407 h 188489"/>
              <a:gd name="connsiteX41" fmla="*/ 74223 w 190894"/>
              <a:gd name="connsiteY41" fmla="*/ 15092 h 188489"/>
              <a:gd name="connsiteX42" fmla="*/ 115660 w 190894"/>
              <a:gd name="connsiteY42" fmla="*/ 15092 h 188489"/>
              <a:gd name="connsiteX43" fmla="*/ 115660 w 190894"/>
              <a:gd name="connsiteY43" fmla="*/ 0 h 188489"/>
              <a:gd name="connsiteX44" fmla="*/ 139392 w 190894"/>
              <a:gd name="connsiteY44" fmla="*/ 0 h 188489"/>
              <a:gd name="connsiteX45" fmla="*/ 139392 w 190894"/>
              <a:gd name="connsiteY45" fmla="*/ 15092 h 188489"/>
              <a:gd name="connsiteX46" fmla="*/ 183648 w 190894"/>
              <a:gd name="connsiteY46" fmla="*/ 15092 h 188489"/>
              <a:gd name="connsiteX47" fmla="*/ 183648 w 190894"/>
              <a:gd name="connsiteY47" fmla="*/ 34407 h 188489"/>
              <a:gd name="connsiteX48" fmla="*/ 139392 w 190894"/>
              <a:gd name="connsiteY48" fmla="*/ 34407 h 188489"/>
              <a:gd name="connsiteX49" fmla="*/ 139392 w 190894"/>
              <a:gd name="connsiteY49" fmla="*/ 46475 h 188489"/>
              <a:gd name="connsiteX50" fmla="*/ 177608 w 190894"/>
              <a:gd name="connsiteY50" fmla="*/ 46475 h 188489"/>
              <a:gd name="connsiteX51" fmla="*/ 177608 w 190894"/>
              <a:gd name="connsiteY51" fmla="*/ 65789 h 188489"/>
              <a:gd name="connsiteX52" fmla="*/ 80861 w 190894"/>
              <a:gd name="connsiteY52" fmla="*/ 65789 h 188489"/>
              <a:gd name="connsiteX53" fmla="*/ 80861 w 190894"/>
              <a:gd name="connsiteY53" fmla="*/ 46475 h 188489"/>
              <a:gd name="connsiteX54" fmla="*/ 115660 w 190894"/>
              <a:gd name="connsiteY54" fmla="*/ 46475 h 188489"/>
              <a:gd name="connsiteX55" fmla="*/ 166749 w 190894"/>
              <a:gd name="connsiteY55" fmla="*/ 165551 h 188489"/>
              <a:gd name="connsiteX56" fmla="*/ 171177 w 190894"/>
              <a:gd name="connsiteY56" fmla="*/ 140002 h 188489"/>
              <a:gd name="connsiteX57" fmla="*/ 190894 w 190894"/>
              <a:gd name="connsiteY57" fmla="*/ 148859 h 188489"/>
              <a:gd name="connsiteX58" fmla="*/ 169164 w 190894"/>
              <a:gd name="connsiteY58" fmla="*/ 186270 h 188489"/>
              <a:gd name="connsiteX59" fmla="*/ 155682 w 190894"/>
              <a:gd name="connsiteY59" fmla="*/ 186270 h 188489"/>
              <a:gd name="connsiteX60" fmla="*/ 134159 w 190894"/>
              <a:gd name="connsiteY60" fmla="*/ 159316 h 188489"/>
              <a:gd name="connsiteX61" fmla="*/ 134159 w 190894"/>
              <a:gd name="connsiteY61" fmla="*/ 104005 h 188489"/>
              <a:gd name="connsiteX62" fmla="*/ 156291 w 190894"/>
              <a:gd name="connsiteY62" fmla="*/ 104005 h 188489"/>
              <a:gd name="connsiteX63" fmla="*/ 156291 w 190894"/>
              <a:gd name="connsiteY63" fmla="*/ 159120 h 188489"/>
              <a:gd name="connsiteX64" fmla="*/ 159708 w 190894"/>
              <a:gd name="connsiteY64" fmla="*/ 165551 h 188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90894" h="188489">
                <a:moveTo>
                  <a:pt x="70599" y="52101"/>
                </a:moveTo>
                <a:lnTo>
                  <a:pt x="0" y="52101"/>
                </a:lnTo>
                <a:lnTo>
                  <a:pt x="0" y="33199"/>
                </a:lnTo>
                <a:lnTo>
                  <a:pt x="70599" y="33199"/>
                </a:lnTo>
                <a:close/>
                <a:moveTo>
                  <a:pt x="64973" y="168576"/>
                </a:moveTo>
                <a:cubicBezTo>
                  <a:pt x="94745" y="156900"/>
                  <a:pt x="97553" y="137390"/>
                  <a:pt x="98761" y="103798"/>
                </a:cubicBezTo>
                <a:lnTo>
                  <a:pt x="121090" y="103798"/>
                </a:lnTo>
                <a:cubicBezTo>
                  <a:pt x="119479" y="145834"/>
                  <a:pt x="114049" y="172994"/>
                  <a:pt x="76835" y="188489"/>
                </a:cubicBezTo>
                <a:cubicBezTo>
                  <a:pt x="73800" y="182078"/>
                  <a:pt x="69805" y="176174"/>
                  <a:pt x="64973" y="170981"/>
                </a:cubicBezTo>
                <a:lnTo>
                  <a:pt x="64973" y="177020"/>
                </a:lnTo>
                <a:lnTo>
                  <a:pt x="27759" y="177020"/>
                </a:lnTo>
                <a:lnTo>
                  <a:pt x="27759" y="185062"/>
                </a:lnTo>
                <a:lnTo>
                  <a:pt x="8248" y="185062"/>
                </a:lnTo>
                <a:lnTo>
                  <a:pt x="8248" y="116475"/>
                </a:lnTo>
                <a:lnTo>
                  <a:pt x="64973" y="116475"/>
                </a:lnTo>
                <a:close/>
                <a:moveTo>
                  <a:pt x="64571" y="79457"/>
                </a:moveTo>
                <a:lnTo>
                  <a:pt x="8847" y="79457"/>
                </a:lnTo>
                <a:lnTo>
                  <a:pt x="8847" y="61154"/>
                </a:lnTo>
                <a:lnTo>
                  <a:pt x="64571" y="61154"/>
                </a:lnTo>
                <a:close/>
                <a:moveTo>
                  <a:pt x="8847" y="88716"/>
                </a:moveTo>
                <a:lnTo>
                  <a:pt x="64571" y="88716"/>
                </a:lnTo>
                <a:lnTo>
                  <a:pt x="64571" y="106617"/>
                </a:lnTo>
                <a:lnTo>
                  <a:pt x="8847" y="106617"/>
                </a:lnTo>
                <a:close/>
                <a:moveTo>
                  <a:pt x="64168" y="24342"/>
                </a:moveTo>
                <a:lnTo>
                  <a:pt x="10055" y="24342"/>
                </a:lnTo>
                <a:lnTo>
                  <a:pt x="10055" y="6246"/>
                </a:lnTo>
                <a:lnTo>
                  <a:pt x="64168" y="6246"/>
                </a:lnTo>
                <a:close/>
                <a:moveTo>
                  <a:pt x="45463" y="135181"/>
                </a:moveTo>
                <a:lnTo>
                  <a:pt x="27759" y="135181"/>
                </a:lnTo>
                <a:lnTo>
                  <a:pt x="27759" y="158315"/>
                </a:lnTo>
                <a:lnTo>
                  <a:pt x="45463" y="158315"/>
                </a:lnTo>
                <a:close/>
                <a:moveTo>
                  <a:pt x="93124" y="114060"/>
                </a:moveTo>
                <a:lnTo>
                  <a:pt x="72003" y="114060"/>
                </a:lnTo>
                <a:lnTo>
                  <a:pt x="72003" y="75637"/>
                </a:lnTo>
                <a:lnTo>
                  <a:pt x="185062" y="75637"/>
                </a:lnTo>
                <a:lnTo>
                  <a:pt x="185062" y="114060"/>
                </a:lnTo>
                <a:lnTo>
                  <a:pt x="162929" y="114060"/>
                </a:lnTo>
                <a:lnTo>
                  <a:pt x="162929" y="94343"/>
                </a:lnTo>
                <a:lnTo>
                  <a:pt x="93124" y="94343"/>
                </a:lnTo>
                <a:close/>
                <a:moveTo>
                  <a:pt x="115660" y="34407"/>
                </a:moveTo>
                <a:lnTo>
                  <a:pt x="74223" y="34407"/>
                </a:lnTo>
                <a:lnTo>
                  <a:pt x="74223" y="15092"/>
                </a:lnTo>
                <a:lnTo>
                  <a:pt x="115660" y="15092"/>
                </a:lnTo>
                <a:lnTo>
                  <a:pt x="115660" y="0"/>
                </a:lnTo>
                <a:lnTo>
                  <a:pt x="139392" y="0"/>
                </a:lnTo>
                <a:lnTo>
                  <a:pt x="139392" y="15092"/>
                </a:lnTo>
                <a:lnTo>
                  <a:pt x="183648" y="15092"/>
                </a:lnTo>
                <a:lnTo>
                  <a:pt x="183648" y="34407"/>
                </a:lnTo>
                <a:lnTo>
                  <a:pt x="139392" y="34407"/>
                </a:lnTo>
                <a:lnTo>
                  <a:pt x="139392" y="46475"/>
                </a:lnTo>
                <a:lnTo>
                  <a:pt x="177608" y="46475"/>
                </a:lnTo>
                <a:lnTo>
                  <a:pt x="177608" y="65789"/>
                </a:lnTo>
                <a:lnTo>
                  <a:pt x="80861" y="65789"/>
                </a:lnTo>
                <a:lnTo>
                  <a:pt x="80861" y="46475"/>
                </a:lnTo>
                <a:lnTo>
                  <a:pt x="115660" y="46475"/>
                </a:lnTo>
                <a:close/>
                <a:moveTo>
                  <a:pt x="166749" y="165551"/>
                </a:moveTo>
                <a:cubicBezTo>
                  <a:pt x="169969" y="165551"/>
                  <a:pt x="170775" y="162341"/>
                  <a:pt x="171177" y="140002"/>
                </a:cubicBezTo>
                <a:cubicBezTo>
                  <a:pt x="177185" y="144069"/>
                  <a:pt x="183854" y="147063"/>
                  <a:pt x="190894" y="148859"/>
                </a:cubicBezTo>
                <a:cubicBezTo>
                  <a:pt x="188881" y="178631"/>
                  <a:pt x="183648" y="186270"/>
                  <a:pt x="169164" y="186270"/>
                </a:cubicBezTo>
                <a:lnTo>
                  <a:pt x="155682" y="186270"/>
                </a:lnTo>
                <a:cubicBezTo>
                  <a:pt x="138195" y="186270"/>
                  <a:pt x="134159" y="179632"/>
                  <a:pt x="134159" y="159316"/>
                </a:cubicBezTo>
                <a:lnTo>
                  <a:pt x="134159" y="104005"/>
                </a:lnTo>
                <a:lnTo>
                  <a:pt x="156291" y="104005"/>
                </a:lnTo>
                <a:lnTo>
                  <a:pt x="156291" y="159120"/>
                </a:lnTo>
                <a:cubicBezTo>
                  <a:pt x="156291" y="164952"/>
                  <a:pt x="156694" y="165551"/>
                  <a:pt x="159708" y="165551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3" name="フリーフォーム: 図形 22">
            <a:extLst>
              <a:ext uri="{FF2B5EF4-FFF2-40B4-BE49-F238E27FC236}">
                <a16:creationId xmlns:a16="http://schemas.microsoft.com/office/drawing/2014/main" id="{37DB77A2-0595-DA89-D9E1-257E1D40CCBE}"/>
              </a:ext>
            </a:extLst>
          </p:cNvPr>
          <p:cNvSpPr/>
          <p:nvPr/>
        </p:nvSpPr>
        <p:spPr>
          <a:xfrm>
            <a:off x="3696399" y="4269931"/>
            <a:ext cx="181140" cy="168771"/>
          </a:xfrm>
          <a:custGeom>
            <a:avLst/>
            <a:gdLst>
              <a:gd name="connsiteX0" fmla="*/ 169671 w 181140"/>
              <a:gd name="connsiteY0" fmla="*/ 128739 h 168771"/>
              <a:gd name="connsiteX1" fmla="*/ 152576 w 181140"/>
              <a:gd name="connsiteY1" fmla="*/ 114865 h 168771"/>
              <a:gd name="connsiteX2" fmla="*/ 102086 w 181140"/>
              <a:gd name="connsiteY2" fmla="*/ 168772 h 168771"/>
              <a:gd name="connsiteX3" fmla="*/ 80769 w 181140"/>
              <a:gd name="connsiteY3" fmla="*/ 151470 h 168771"/>
              <a:gd name="connsiteX4" fmla="*/ 131455 w 181140"/>
              <a:gd name="connsiteY4" fmla="*/ 101383 h 168771"/>
              <a:gd name="connsiteX5" fmla="*/ 84785 w 181140"/>
              <a:gd name="connsiteY5" fmla="*/ 85300 h 168771"/>
              <a:gd name="connsiteX6" fmla="*/ 61651 w 181140"/>
              <a:gd name="connsiteY6" fmla="*/ 133168 h 168771"/>
              <a:gd name="connsiteX7" fmla="*/ 30682 w 181140"/>
              <a:gd name="connsiteY7" fmla="*/ 150665 h 168771"/>
              <a:gd name="connsiteX8" fmla="*/ 12 w 181140"/>
              <a:gd name="connsiteY8" fmla="*/ 121977 h 168771"/>
              <a:gd name="connsiteX9" fmla="*/ 105 w 181140"/>
              <a:gd name="connsiteY9" fmla="*/ 118478 h 168771"/>
              <a:gd name="connsiteX10" fmla="*/ 68092 w 181140"/>
              <a:gd name="connsiteY10" fmla="*/ 62155 h 168771"/>
              <a:gd name="connsiteX11" fmla="*/ 83990 w 181140"/>
              <a:gd name="connsiteY11" fmla="*/ 26355 h 168771"/>
              <a:gd name="connsiteX12" fmla="*/ 49996 w 181140"/>
              <a:gd name="connsiteY12" fmla="*/ 27769 h 168771"/>
              <a:gd name="connsiteX13" fmla="*/ 33696 w 181140"/>
              <a:gd name="connsiteY13" fmla="*/ 29576 h 168771"/>
              <a:gd name="connsiteX14" fmla="*/ 32694 w 181140"/>
              <a:gd name="connsiteY14" fmla="*/ 3830 h 168771"/>
              <a:gd name="connsiteX15" fmla="*/ 49180 w 181140"/>
              <a:gd name="connsiteY15" fmla="*/ 4635 h 168771"/>
              <a:gd name="connsiteX16" fmla="*/ 91020 w 181140"/>
              <a:gd name="connsiteY16" fmla="*/ 3025 h 168771"/>
              <a:gd name="connsiteX17" fmla="*/ 104502 w 181140"/>
              <a:gd name="connsiteY17" fmla="*/ 0 h 168771"/>
              <a:gd name="connsiteX18" fmla="*/ 120389 w 181140"/>
              <a:gd name="connsiteY18" fmla="*/ 12480 h 168771"/>
              <a:gd name="connsiteX19" fmla="*/ 113751 w 181140"/>
              <a:gd name="connsiteY19" fmla="*/ 20925 h 168771"/>
              <a:gd name="connsiteX20" fmla="*/ 94241 w 181140"/>
              <a:gd name="connsiteY20" fmla="*/ 63569 h 168771"/>
              <a:gd name="connsiteX21" fmla="*/ 137092 w 181140"/>
              <a:gd name="connsiteY21" fmla="*/ 76442 h 168771"/>
              <a:gd name="connsiteX22" fmla="*/ 137690 w 181140"/>
              <a:gd name="connsiteY22" fmla="*/ 69608 h 168771"/>
              <a:gd name="connsiteX23" fmla="*/ 137494 w 181140"/>
              <a:gd name="connsiteY23" fmla="*/ 47878 h 168771"/>
              <a:gd name="connsiteX24" fmla="*/ 163643 w 181140"/>
              <a:gd name="connsiteY24" fmla="*/ 50903 h 168771"/>
              <a:gd name="connsiteX25" fmla="*/ 159813 w 181140"/>
              <a:gd name="connsiteY25" fmla="*/ 87911 h 168771"/>
              <a:gd name="connsiteX26" fmla="*/ 181140 w 181140"/>
              <a:gd name="connsiteY26" fmla="*/ 101187 h 168771"/>
              <a:gd name="connsiteX27" fmla="*/ 57831 w 181140"/>
              <a:gd name="connsiteY27" fmla="*/ 85093 h 168771"/>
              <a:gd name="connsiteX28" fmla="*/ 23641 w 181140"/>
              <a:gd name="connsiteY28" fmla="*/ 114462 h 168771"/>
              <a:gd name="connsiteX29" fmla="*/ 31084 w 181140"/>
              <a:gd name="connsiteY29" fmla="*/ 123918 h 168771"/>
              <a:gd name="connsiteX30" fmla="*/ 41541 w 181140"/>
              <a:gd name="connsiteY30" fmla="*/ 117074 h 168771"/>
              <a:gd name="connsiteX31" fmla="*/ 57831 w 181140"/>
              <a:gd name="connsiteY31" fmla="*/ 85093 h 16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1140" h="168771">
                <a:moveTo>
                  <a:pt x="169671" y="128739"/>
                </a:moveTo>
                <a:cubicBezTo>
                  <a:pt x="164438" y="124114"/>
                  <a:pt x="158615" y="119293"/>
                  <a:pt x="152576" y="114865"/>
                </a:cubicBezTo>
                <a:cubicBezTo>
                  <a:pt x="143265" y="138628"/>
                  <a:pt x="125189" y="157922"/>
                  <a:pt x="102086" y="168772"/>
                </a:cubicBezTo>
                <a:lnTo>
                  <a:pt x="80769" y="151470"/>
                </a:lnTo>
                <a:cubicBezTo>
                  <a:pt x="104120" y="142902"/>
                  <a:pt x="122608" y="124630"/>
                  <a:pt x="131455" y="101383"/>
                </a:cubicBezTo>
                <a:cubicBezTo>
                  <a:pt x="116982" y="93290"/>
                  <a:pt x="101178" y="87849"/>
                  <a:pt x="84785" y="85300"/>
                </a:cubicBezTo>
                <a:cubicBezTo>
                  <a:pt x="78116" y="101734"/>
                  <a:pt x="70384" y="117724"/>
                  <a:pt x="61651" y="133168"/>
                </a:cubicBezTo>
                <a:cubicBezTo>
                  <a:pt x="55447" y="144358"/>
                  <a:pt x="43472" y="151119"/>
                  <a:pt x="30682" y="150665"/>
                </a:cubicBezTo>
                <a:cubicBezTo>
                  <a:pt x="14288" y="151212"/>
                  <a:pt x="559" y="138370"/>
                  <a:pt x="12" y="121977"/>
                </a:cubicBezTo>
                <a:cubicBezTo>
                  <a:pt x="-19" y="120811"/>
                  <a:pt x="12" y="119644"/>
                  <a:pt x="105" y="118478"/>
                </a:cubicBezTo>
                <a:cubicBezTo>
                  <a:pt x="105" y="87705"/>
                  <a:pt x="28070" y="63972"/>
                  <a:pt x="68092" y="62155"/>
                </a:cubicBezTo>
                <a:cubicBezTo>
                  <a:pt x="73729" y="49282"/>
                  <a:pt x="79355" y="35811"/>
                  <a:pt x="83990" y="26355"/>
                </a:cubicBezTo>
                <a:cubicBezTo>
                  <a:pt x="76134" y="26561"/>
                  <a:pt x="59039" y="27160"/>
                  <a:pt x="49996" y="27769"/>
                </a:cubicBezTo>
                <a:cubicBezTo>
                  <a:pt x="45764" y="27965"/>
                  <a:pt x="38723" y="28770"/>
                  <a:pt x="33696" y="29576"/>
                </a:cubicBezTo>
                <a:lnTo>
                  <a:pt x="32694" y="3830"/>
                </a:lnTo>
                <a:cubicBezTo>
                  <a:pt x="38176" y="4377"/>
                  <a:pt x="43678" y="4645"/>
                  <a:pt x="49180" y="4635"/>
                </a:cubicBezTo>
                <a:cubicBezTo>
                  <a:pt x="60453" y="4635"/>
                  <a:pt x="81770" y="3830"/>
                  <a:pt x="91020" y="3025"/>
                </a:cubicBezTo>
                <a:cubicBezTo>
                  <a:pt x="95634" y="2653"/>
                  <a:pt x="100176" y="1641"/>
                  <a:pt x="104502" y="0"/>
                </a:cubicBezTo>
                <a:lnTo>
                  <a:pt x="120389" y="12480"/>
                </a:lnTo>
                <a:cubicBezTo>
                  <a:pt x="117860" y="15030"/>
                  <a:pt x="115630" y="17859"/>
                  <a:pt x="113751" y="20925"/>
                </a:cubicBezTo>
                <a:cubicBezTo>
                  <a:pt x="106391" y="34737"/>
                  <a:pt x="99877" y="48973"/>
                  <a:pt x="94241" y="63569"/>
                </a:cubicBezTo>
                <a:cubicBezTo>
                  <a:pt x="109013" y="66006"/>
                  <a:pt x="123414" y="70331"/>
                  <a:pt x="137092" y="76442"/>
                </a:cubicBezTo>
                <a:cubicBezTo>
                  <a:pt x="137288" y="74027"/>
                  <a:pt x="137494" y="71818"/>
                  <a:pt x="137690" y="69608"/>
                </a:cubicBezTo>
                <a:cubicBezTo>
                  <a:pt x="138238" y="62372"/>
                  <a:pt x="138165" y="55104"/>
                  <a:pt x="137494" y="47878"/>
                </a:cubicBezTo>
                <a:lnTo>
                  <a:pt x="163643" y="50903"/>
                </a:lnTo>
                <a:cubicBezTo>
                  <a:pt x="163065" y="63301"/>
                  <a:pt x="161795" y="75658"/>
                  <a:pt x="159813" y="87911"/>
                </a:cubicBezTo>
                <a:cubicBezTo>
                  <a:pt x="168071" y="92536"/>
                  <a:pt x="175308" y="97367"/>
                  <a:pt x="181140" y="101187"/>
                </a:cubicBezTo>
                <a:close/>
                <a:moveTo>
                  <a:pt x="57831" y="85093"/>
                </a:moveTo>
                <a:cubicBezTo>
                  <a:pt x="35709" y="88510"/>
                  <a:pt x="23641" y="101992"/>
                  <a:pt x="23641" y="114462"/>
                </a:cubicBezTo>
                <a:cubicBezTo>
                  <a:pt x="23641" y="120099"/>
                  <a:pt x="27058" y="123918"/>
                  <a:pt x="31084" y="123918"/>
                </a:cubicBezTo>
                <a:cubicBezTo>
                  <a:pt x="35110" y="123918"/>
                  <a:pt x="37918" y="122111"/>
                  <a:pt x="41541" y="117074"/>
                </a:cubicBezTo>
                <a:cubicBezTo>
                  <a:pt x="47704" y="106802"/>
                  <a:pt x="53155" y="96118"/>
                  <a:pt x="57831" y="85093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4" name="フリーフォーム: 図形 23">
            <a:extLst>
              <a:ext uri="{FF2B5EF4-FFF2-40B4-BE49-F238E27FC236}">
                <a16:creationId xmlns:a16="http://schemas.microsoft.com/office/drawing/2014/main" id="{CB347034-1E10-1C95-42C1-9B7964A542A5}"/>
              </a:ext>
            </a:extLst>
          </p:cNvPr>
          <p:cNvSpPr/>
          <p:nvPr/>
        </p:nvSpPr>
        <p:spPr>
          <a:xfrm>
            <a:off x="3895181" y="4258472"/>
            <a:ext cx="178217" cy="179022"/>
          </a:xfrm>
          <a:custGeom>
            <a:avLst/>
            <a:gdLst>
              <a:gd name="connsiteX0" fmla="*/ 42841 w 178217"/>
              <a:gd name="connsiteY0" fmla="*/ 18096 h 179022"/>
              <a:gd name="connsiteX1" fmla="*/ 50882 w 178217"/>
              <a:gd name="connsiteY1" fmla="*/ 33591 h 179022"/>
              <a:gd name="connsiteX2" fmla="*/ 60142 w 178217"/>
              <a:gd name="connsiteY2" fmla="*/ 52493 h 179022"/>
              <a:gd name="connsiteX3" fmla="*/ 128729 w 178217"/>
              <a:gd name="connsiteY3" fmla="*/ 32383 h 179022"/>
              <a:gd name="connsiteX4" fmla="*/ 178218 w 178217"/>
              <a:gd name="connsiteY4" fmla="*/ 74223 h 179022"/>
              <a:gd name="connsiteX5" fmla="*/ 128533 w 178217"/>
              <a:gd name="connsiteY5" fmla="*/ 119686 h 179022"/>
              <a:gd name="connsiteX6" fmla="*/ 97956 w 178217"/>
              <a:gd name="connsiteY6" fmla="*/ 114049 h 179022"/>
              <a:gd name="connsiteX7" fmla="*/ 98554 w 178217"/>
              <a:gd name="connsiteY7" fmla="*/ 89109 h 179022"/>
              <a:gd name="connsiteX8" fmla="*/ 125911 w 178217"/>
              <a:gd name="connsiteY8" fmla="*/ 95746 h 179022"/>
              <a:gd name="connsiteX9" fmla="*/ 151863 w 178217"/>
              <a:gd name="connsiteY9" fmla="*/ 73418 h 179022"/>
              <a:gd name="connsiteX10" fmla="*/ 128130 w 178217"/>
              <a:gd name="connsiteY10" fmla="*/ 54908 h 179022"/>
              <a:gd name="connsiteX11" fmla="*/ 69598 w 178217"/>
              <a:gd name="connsiteY11" fmla="*/ 73015 h 179022"/>
              <a:gd name="connsiteX12" fmla="*/ 75224 w 178217"/>
              <a:gd name="connsiteY12" fmla="*/ 85289 h 179022"/>
              <a:gd name="connsiteX13" fmla="*/ 106606 w 178217"/>
              <a:gd name="connsiteY13" fmla="*/ 171982 h 179022"/>
              <a:gd name="connsiteX14" fmla="*/ 79044 w 178217"/>
              <a:gd name="connsiteY14" fmla="*/ 179023 h 179022"/>
              <a:gd name="connsiteX15" fmla="*/ 52297 w 178217"/>
              <a:gd name="connsiteY15" fmla="*/ 96345 h 179022"/>
              <a:gd name="connsiteX16" fmla="*/ 47063 w 178217"/>
              <a:gd name="connsiteY16" fmla="*/ 84081 h 179022"/>
              <a:gd name="connsiteX17" fmla="*/ 11665 w 178217"/>
              <a:gd name="connsiteY17" fmla="*/ 101775 h 179022"/>
              <a:gd name="connsiteX18" fmla="*/ 0 w 178217"/>
              <a:gd name="connsiteY18" fmla="*/ 76236 h 179022"/>
              <a:gd name="connsiteX19" fmla="*/ 19707 w 178217"/>
              <a:gd name="connsiteY19" fmla="*/ 69794 h 179022"/>
              <a:gd name="connsiteX20" fmla="*/ 37607 w 178217"/>
              <a:gd name="connsiteY20" fmla="*/ 62362 h 179022"/>
              <a:gd name="connsiteX21" fmla="*/ 28760 w 178217"/>
              <a:gd name="connsiteY21" fmla="*/ 45463 h 179022"/>
              <a:gd name="connsiteX22" fmla="*/ 17095 w 178217"/>
              <a:gd name="connsiteY22" fmla="*/ 27955 h 179022"/>
              <a:gd name="connsiteX23" fmla="*/ 94539 w 178217"/>
              <a:gd name="connsiteY23" fmla="*/ 36606 h 179022"/>
              <a:gd name="connsiteX24" fmla="*/ 68586 w 178217"/>
              <a:gd name="connsiteY24" fmla="*/ 12873 h 179022"/>
              <a:gd name="connsiteX25" fmla="*/ 86889 w 178217"/>
              <a:gd name="connsiteY25" fmla="*/ 0 h 179022"/>
              <a:gd name="connsiteX26" fmla="*/ 113440 w 178217"/>
              <a:gd name="connsiteY26" fmla="*/ 22928 h 179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8217" h="179022">
                <a:moveTo>
                  <a:pt x="42841" y="18096"/>
                </a:moveTo>
                <a:cubicBezTo>
                  <a:pt x="44647" y="21720"/>
                  <a:pt x="48673" y="29968"/>
                  <a:pt x="50882" y="33591"/>
                </a:cubicBezTo>
                <a:cubicBezTo>
                  <a:pt x="53907" y="39424"/>
                  <a:pt x="57118" y="45855"/>
                  <a:pt x="60142" y="52493"/>
                </a:cubicBezTo>
                <a:cubicBezTo>
                  <a:pt x="84278" y="41840"/>
                  <a:pt x="108413" y="32383"/>
                  <a:pt x="128729" y="32383"/>
                </a:cubicBezTo>
                <a:cubicBezTo>
                  <a:pt x="159708" y="32383"/>
                  <a:pt x="178218" y="51089"/>
                  <a:pt x="178218" y="74223"/>
                </a:cubicBezTo>
                <a:cubicBezTo>
                  <a:pt x="178218" y="102178"/>
                  <a:pt x="159110" y="119686"/>
                  <a:pt x="128533" y="119686"/>
                </a:cubicBezTo>
                <a:cubicBezTo>
                  <a:pt x="118096" y="119469"/>
                  <a:pt x="107773" y="117570"/>
                  <a:pt x="97956" y="114049"/>
                </a:cubicBezTo>
                <a:lnTo>
                  <a:pt x="98554" y="89109"/>
                </a:lnTo>
                <a:cubicBezTo>
                  <a:pt x="107164" y="93063"/>
                  <a:pt x="116455" y="95313"/>
                  <a:pt x="125911" y="95746"/>
                </a:cubicBezTo>
                <a:cubicBezTo>
                  <a:pt x="141199" y="95746"/>
                  <a:pt x="151863" y="87705"/>
                  <a:pt x="151863" y="73418"/>
                </a:cubicBezTo>
                <a:cubicBezTo>
                  <a:pt x="151863" y="63157"/>
                  <a:pt x="143212" y="54908"/>
                  <a:pt x="128130" y="54908"/>
                </a:cubicBezTo>
                <a:cubicBezTo>
                  <a:pt x="107649" y="57180"/>
                  <a:pt x="87777" y="63322"/>
                  <a:pt x="69598" y="73015"/>
                </a:cubicBezTo>
                <a:lnTo>
                  <a:pt x="75224" y="85289"/>
                </a:lnTo>
                <a:cubicBezTo>
                  <a:pt x="84484" y="107009"/>
                  <a:pt x="99762" y="149654"/>
                  <a:pt x="106606" y="171982"/>
                </a:cubicBezTo>
                <a:lnTo>
                  <a:pt x="79044" y="179023"/>
                </a:lnTo>
                <a:cubicBezTo>
                  <a:pt x="72138" y="150851"/>
                  <a:pt x="63198" y="123227"/>
                  <a:pt x="52297" y="96345"/>
                </a:cubicBezTo>
                <a:lnTo>
                  <a:pt x="47063" y="84081"/>
                </a:lnTo>
                <a:cubicBezTo>
                  <a:pt x="32786" y="91122"/>
                  <a:pt x="20109" y="97956"/>
                  <a:pt x="11665" y="101775"/>
                </a:cubicBezTo>
                <a:lnTo>
                  <a:pt x="0" y="76236"/>
                </a:lnTo>
                <a:cubicBezTo>
                  <a:pt x="6741" y="74667"/>
                  <a:pt x="13337" y="72520"/>
                  <a:pt x="19707" y="69794"/>
                </a:cubicBezTo>
                <a:cubicBezTo>
                  <a:pt x="25539" y="67585"/>
                  <a:pt x="31578" y="64974"/>
                  <a:pt x="37607" y="62362"/>
                </a:cubicBezTo>
                <a:cubicBezTo>
                  <a:pt x="34593" y="56323"/>
                  <a:pt x="31774" y="50686"/>
                  <a:pt x="28760" y="45463"/>
                </a:cubicBezTo>
                <a:cubicBezTo>
                  <a:pt x="25250" y="39383"/>
                  <a:pt x="21348" y="33540"/>
                  <a:pt x="17095" y="27955"/>
                </a:cubicBezTo>
                <a:close/>
                <a:moveTo>
                  <a:pt x="94539" y="36606"/>
                </a:moveTo>
                <a:cubicBezTo>
                  <a:pt x="86383" y="28172"/>
                  <a:pt x="77712" y="20254"/>
                  <a:pt x="68586" y="12873"/>
                </a:cubicBezTo>
                <a:lnTo>
                  <a:pt x="86889" y="0"/>
                </a:lnTo>
                <a:cubicBezTo>
                  <a:pt x="96180" y="7123"/>
                  <a:pt x="105048" y="14783"/>
                  <a:pt x="113440" y="22928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5" name="フリーフォーム: 図形 24">
            <a:extLst>
              <a:ext uri="{FF2B5EF4-FFF2-40B4-BE49-F238E27FC236}">
                <a16:creationId xmlns:a16="http://schemas.microsoft.com/office/drawing/2014/main" id="{11F3A394-314A-57C3-BCB3-9A9E59110BDC}"/>
              </a:ext>
            </a:extLst>
          </p:cNvPr>
          <p:cNvSpPr/>
          <p:nvPr/>
        </p:nvSpPr>
        <p:spPr>
          <a:xfrm>
            <a:off x="4106123" y="4263902"/>
            <a:ext cx="168761" cy="175409"/>
          </a:xfrm>
          <a:custGeom>
            <a:avLst/>
            <a:gdLst>
              <a:gd name="connsiteX0" fmla="*/ 168565 w 168761"/>
              <a:gd name="connsiteY0" fmla="*/ 46671 h 175409"/>
              <a:gd name="connsiteX1" fmla="*/ 110839 w 168761"/>
              <a:gd name="connsiteY1" fmla="*/ 45659 h 175409"/>
              <a:gd name="connsiteX2" fmla="*/ 111035 w 168761"/>
              <a:gd name="connsiteY2" fmla="*/ 75235 h 175409"/>
              <a:gd name="connsiteX3" fmla="*/ 118478 w 168761"/>
              <a:gd name="connsiteY3" fmla="*/ 102787 h 175409"/>
              <a:gd name="connsiteX4" fmla="*/ 54506 w 168761"/>
              <a:gd name="connsiteY4" fmla="*/ 175410 h 175409"/>
              <a:gd name="connsiteX5" fmla="*/ 33395 w 168761"/>
              <a:gd name="connsiteY5" fmla="*/ 154082 h 175409"/>
              <a:gd name="connsiteX6" fmla="*/ 82068 w 168761"/>
              <a:gd name="connsiteY6" fmla="*/ 131351 h 175409"/>
              <a:gd name="connsiteX7" fmla="*/ 73015 w 168761"/>
              <a:gd name="connsiteY7" fmla="*/ 132362 h 175409"/>
              <a:gd name="connsiteX8" fmla="*/ 38588 w 168761"/>
              <a:gd name="connsiteY8" fmla="*/ 96603 h 175409"/>
              <a:gd name="connsiteX9" fmla="*/ 38619 w 168761"/>
              <a:gd name="connsiteY9" fmla="*/ 95746 h 175409"/>
              <a:gd name="connsiteX10" fmla="*/ 76360 w 168761"/>
              <a:gd name="connsiteY10" fmla="*/ 58460 h 175409"/>
              <a:gd name="connsiteX11" fmla="*/ 78445 w 168761"/>
              <a:gd name="connsiteY11" fmla="*/ 58532 h 175409"/>
              <a:gd name="connsiteX12" fmla="*/ 86291 w 168761"/>
              <a:gd name="connsiteY12" fmla="*/ 59141 h 175409"/>
              <a:gd name="connsiteX13" fmla="*/ 86094 w 168761"/>
              <a:gd name="connsiteY13" fmla="*/ 45865 h 175409"/>
              <a:gd name="connsiteX14" fmla="*/ 599 w 168761"/>
              <a:gd name="connsiteY14" fmla="*/ 48880 h 175409"/>
              <a:gd name="connsiteX15" fmla="*/ 0 w 168761"/>
              <a:gd name="connsiteY15" fmla="*/ 24744 h 175409"/>
              <a:gd name="connsiteX16" fmla="*/ 85681 w 168761"/>
              <a:gd name="connsiteY16" fmla="*/ 23330 h 175409"/>
              <a:gd name="connsiteX17" fmla="*/ 85485 w 168761"/>
              <a:gd name="connsiteY17" fmla="*/ 17301 h 175409"/>
              <a:gd name="connsiteX18" fmla="*/ 83679 w 168761"/>
              <a:gd name="connsiteY18" fmla="*/ 0 h 175409"/>
              <a:gd name="connsiteX19" fmla="*/ 112645 w 168761"/>
              <a:gd name="connsiteY19" fmla="*/ 0 h 175409"/>
              <a:gd name="connsiteX20" fmla="*/ 111241 w 168761"/>
              <a:gd name="connsiteY20" fmla="*/ 17095 h 175409"/>
              <a:gd name="connsiteX21" fmla="*/ 111035 w 168761"/>
              <a:gd name="connsiteY21" fmla="*/ 23134 h 175409"/>
              <a:gd name="connsiteX22" fmla="*/ 168762 w 168761"/>
              <a:gd name="connsiteY22" fmla="*/ 23134 h 175409"/>
              <a:gd name="connsiteX23" fmla="*/ 77846 w 168761"/>
              <a:gd name="connsiteY23" fmla="*/ 110230 h 175409"/>
              <a:gd name="connsiteX24" fmla="*/ 90915 w 168761"/>
              <a:gd name="connsiteY24" fmla="*/ 86693 h 175409"/>
              <a:gd name="connsiteX25" fmla="*/ 77846 w 168761"/>
              <a:gd name="connsiteY25" fmla="*/ 79653 h 175409"/>
              <a:gd name="connsiteX26" fmla="*/ 62434 w 168761"/>
              <a:gd name="connsiteY26" fmla="*/ 94828 h 175409"/>
              <a:gd name="connsiteX27" fmla="*/ 77609 w 168761"/>
              <a:gd name="connsiteY27" fmla="*/ 110230 h 175409"/>
              <a:gd name="connsiteX28" fmla="*/ 77846 w 168761"/>
              <a:gd name="connsiteY28" fmla="*/ 110230 h 175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68761" h="175409">
                <a:moveTo>
                  <a:pt x="168565" y="46671"/>
                </a:moveTo>
                <a:cubicBezTo>
                  <a:pt x="156487" y="46062"/>
                  <a:pt x="137782" y="45659"/>
                  <a:pt x="110839" y="45659"/>
                </a:cubicBezTo>
                <a:cubicBezTo>
                  <a:pt x="111035" y="55714"/>
                  <a:pt x="111035" y="66584"/>
                  <a:pt x="111035" y="75235"/>
                </a:cubicBezTo>
                <a:cubicBezTo>
                  <a:pt x="116186" y="83472"/>
                  <a:pt x="118777" y="93063"/>
                  <a:pt x="118478" y="102787"/>
                </a:cubicBezTo>
                <a:cubicBezTo>
                  <a:pt x="118478" y="128739"/>
                  <a:pt x="103189" y="161721"/>
                  <a:pt x="54506" y="175410"/>
                </a:cubicBezTo>
                <a:lnTo>
                  <a:pt x="33395" y="154082"/>
                </a:lnTo>
                <a:cubicBezTo>
                  <a:pt x="51533" y="151574"/>
                  <a:pt x="68494" y="143646"/>
                  <a:pt x="82068" y="131351"/>
                </a:cubicBezTo>
                <a:cubicBezTo>
                  <a:pt x="79095" y="132011"/>
                  <a:pt x="76060" y="132342"/>
                  <a:pt x="73015" y="132362"/>
                </a:cubicBezTo>
                <a:cubicBezTo>
                  <a:pt x="53639" y="131991"/>
                  <a:pt x="38226" y="115980"/>
                  <a:pt x="38588" y="96603"/>
                </a:cubicBezTo>
                <a:cubicBezTo>
                  <a:pt x="38598" y="96314"/>
                  <a:pt x="38608" y="96036"/>
                  <a:pt x="38619" y="95746"/>
                </a:cubicBezTo>
                <a:cubicBezTo>
                  <a:pt x="38742" y="75028"/>
                  <a:pt x="55641" y="58336"/>
                  <a:pt x="76360" y="58460"/>
                </a:cubicBezTo>
                <a:cubicBezTo>
                  <a:pt x="77062" y="58470"/>
                  <a:pt x="77753" y="58491"/>
                  <a:pt x="78445" y="58532"/>
                </a:cubicBezTo>
                <a:cubicBezTo>
                  <a:pt x="81077" y="58522"/>
                  <a:pt x="83700" y="58718"/>
                  <a:pt x="86291" y="59141"/>
                </a:cubicBezTo>
                <a:lnTo>
                  <a:pt x="86094" y="45865"/>
                </a:lnTo>
                <a:cubicBezTo>
                  <a:pt x="55920" y="46268"/>
                  <a:pt x="25147" y="47476"/>
                  <a:pt x="599" y="48880"/>
                </a:cubicBezTo>
                <a:lnTo>
                  <a:pt x="0" y="24744"/>
                </a:lnTo>
                <a:cubicBezTo>
                  <a:pt x="22731" y="24744"/>
                  <a:pt x="58934" y="23733"/>
                  <a:pt x="85681" y="23330"/>
                </a:cubicBezTo>
                <a:cubicBezTo>
                  <a:pt x="85733" y="21317"/>
                  <a:pt x="85671" y="19304"/>
                  <a:pt x="85485" y="17301"/>
                </a:cubicBezTo>
                <a:cubicBezTo>
                  <a:pt x="85258" y="11500"/>
                  <a:pt x="84649" y="5719"/>
                  <a:pt x="83679" y="0"/>
                </a:cubicBezTo>
                <a:lnTo>
                  <a:pt x="112645" y="0"/>
                </a:lnTo>
                <a:cubicBezTo>
                  <a:pt x="112036" y="3221"/>
                  <a:pt x="111438" y="13885"/>
                  <a:pt x="111241" y="17095"/>
                </a:cubicBezTo>
                <a:cubicBezTo>
                  <a:pt x="111241" y="18706"/>
                  <a:pt x="111035" y="20718"/>
                  <a:pt x="111035" y="23134"/>
                </a:cubicBezTo>
                <a:cubicBezTo>
                  <a:pt x="131144" y="23134"/>
                  <a:pt x="158304" y="22938"/>
                  <a:pt x="168762" y="23134"/>
                </a:cubicBezTo>
                <a:close/>
                <a:moveTo>
                  <a:pt x="77846" y="110230"/>
                </a:moveTo>
                <a:cubicBezTo>
                  <a:pt x="86094" y="110230"/>
                  <a:pt x="93537" y="103995"/>
                  <a:pt x="90915" y="86693"/>
                </a:cubicBezTo>
                <a:cubicBezTo>
                  <a:pt x="88231" y="82079"/>
                  <a:pt x="83183" y="79354"/>
                  <a:pt x="77846" y="79653"/>
                </a:cubicBezTo>
                <a:cubicBezTo>
                  <a:pt x="69402" y="79591"/>
                  <a:pt x="62506" y="86384"/>
                  <a:pt x="62434" y="94828"/>
                </a:cubicBezTo>
                <a:cubicBezTo>
                  <a:pt x="62372" y="103272"/>
                  <a:pt x="69165" y="110168"/>
                  <a:pt x="77609" y="110230"/>
                </a:cubicBezTo>
                <a:cubicBezTo>
                  <a:pt x="77681" y="110230"/>
                  <a:pt x="77764" y="110230"/>
                  <a:pt x="77846" y="11023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6" name="フリーフォーム: 図形 25">
            <a:extLst>
              <a:ext uri="{FF2B5EF4-FFF2-40B4-BE49-F238E27FC236}">
                <a16:creationId xmlns:a16="http://schemas.microsoft.com/office/drawing/2014/main" id="{FBCBA72C-BFD2-699F-AC87-1A3FE381C615}"/>
              </a:ext>
            </a:extLst>
          </p:cNvPr>
          <p:cNvSpPr/>
          <p:nvPr/>
        </p:nvSpPr>
        <p:spPr>
          <a:xfrm>
            <a:off x="4317674" y="4261486"/>
            <a:ext cx="143820" cy="174199"/>
          </a:xfrm>
          <a:custGeom>
            <a:avLst/>
            <a:gdLst>
              <a:gd name="connsiteX0" fmla="*/ 143821 w 143820"/>
              <a:gd name="connsiteY0" fmla="*/ 45463 h 174199"/>
              <a:gd name="connsiteX1" fmla="*/ 110023 w 143820"/>
              <a:gd name="connsiteY1" fmla="*/ 53505 h 174199"/>
              <a:gd name="connsiteX2" fmla="*/ 135769 w 143820"/>
              <a:gd name="connsiteY2" fmla="*/ 104397 h 174199"/>
              <a:gd name="connsiteX3" fmla="*/ 121688 w 143820"/>
              <a:gd name="connsiteY3" fmla="*/ 119490 h 174199"/>
              <a:gd name="connsiteX4" fmla="*/ 76432 w 143820"/>
              <a:gd name="connsiteY4" fmla="*/ 112243 h 174199"/>
              <a:gd name="connsiteX5" fmla="*/ 78652 w 143820"/>
              <a:gd name="connsiteY5" fmla="*/ 91731 h 174199"/>
              <a:gd name="connsiteX6" fmla="*/ 102178 w 143820"/>
              <a:gd name="connsiteY6" fmla="*/ 93940 h 174199"/>
              <a:gd name="connsiteX7" fmla="*/ 84680 w 143820"/>
              <a:gd name="connsiteY7" fmla="*/ 57530 h 174199"/>
              <a:gd name="connsiteX8" fmla="*/ 805 w 143820"/>
              <a:gd name="connsiteY8" fmla="*/ 57530 h 174199"/>
              <a:gd name="connsiteX9" fmla="*/ 0 w 143820"/>
              <a:gd name="connsiteY9" fmla="*/ 31981 h 174199"/>
              <a:gd name="connsiteX10" fmla="*/ 74419 w 143820"/>
              <a:gd name="connsiteY10" fmla="*/ 33994 h 174199"/>
              <a:gd name="connsiteX11" fmla="*/ 70197 w 143820"/>
              <a:gd name="connsiteY11" fmla="*/ 24538 h 174199"/>
              <a:gd name="connsiteX12" fmla="*/ 60338 w 143820"/>
              <a:gd name="connsiteY12" fmla="*/ 5430 h 174199"/>
              <a:gd name="connsiteX13" fmla="*/ 88500 w 143820"/>
              <a:gd name="connsiteY13" fmla="*/ 0 h 174199"/>
              <a:gd name="connsiteX14" fmla="*/ 100165 w 143820"/>
              <a:gd name="connsiteY14" fmla="*/ 30371 h 174199"/>
              <a:gd name="connsiteX15" fmla="*/ 139196 w 143820"/>
              <a:gd name="connsiteY15" fmla="*/ 20316 h 174199"/>
              <a:gd name="connsiteX16" fmla="*/ 34995 w 143820"/>
              <a:gd name="connsiteY16" fmla="*/ 100774 h 174199"/>
              <a:gd name="connsiteX17" fmla="*/ 29565 w 143820"/>
              <a:gd name="connsiteY17" fmla="*/ 124517 h 174199"/>
              <a:gd name="connsiteX18" fmla="*/ 65170 w 143820"/>
              <a:gd name="connsiteY18" fmla="*/ 148849 h 174199"/>
              <a:gd name="connsiteX19" fmla="*/ 119479 w 143820"/>
              <a:gd name="connsiteY19" fmla="*/ 143026 h 174199"/>
              <a:gd name="connsiteX20" fmla="*/ 118880 w 143820"/>
              <a:gd name="connsiteY20" fmla="*/ 169371 h 174199"/>
              <a:gd name="connsiteX21" fmla="*/ 65170 w 143820"/>
              <a:gd name="connsiteY21" fmla="*/ 174192 h 174199"/>
              <a:gd name="connsiteX22" fmla="*/ 3613 w 143820"/>
              <a:gd name="connsiteY22" fmla="*/ 131351 h 174199"/>
              <a:gd name="connsiteX23" fmla="*/ 9249 w 143820"/>
              <a:gd name="connsiteY23" fmla="*/ 98565 h 174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43820" h="174199">
                <a:moveTo>
                  <a:pt x="143821" y="45463"/>
                </a:moveTo>
                <a:cubicBezTo>
                  <a:pt x="133756" y="48281"/>
                  <a:pt x="122101" y="51099"/>
                  <a:pt x="110023" y="53505"/>
                </a:cubicBezTo>
                <a:cubicBezTo>
                  <a:pt x="117673" y="69598"/>
                  <a:pt x="127118" y="88510"/>
                  <a:pt x="135769" y="104397"/>
                </a:cubicBezTo>
                <a:lnTo>
                  <a:pt x="121688" y="119490"/>
                </a:lnTo>
                <a:cubicBezTo>
                  <a:pt x="110828" y="117270"/>
                  <a:pt x="91122" y="114049"/>
                  <a:pt x="76432" y="112243"/>
                </a:cubicBezTo>
                <a:lnTo>
                  <a:pt x="78652" y="91731"/>
                </a:lnTo>
                <a:cubicBezTo>
                  <a:pt x="85289" y="92330"/>
                  <a:pt x="96149" y="93537"/>
                  <a:pt x="102178" y="93940"/>
                </a:cubicBezTo>
                <a:cubicBezTo>
                  <a:pt x="97357" y="83875"/>
                  <a:pt x="90513" y="70001"/>
                  <a:pt x="84680" y="57530"/>
                </a:cubicBezTo>
                <a:cubicBezTo>
                  <a:pt x="56777" y="60153"/>
                  <a:pt x="28698" y="60153"/>
                  <a:pt x="805" y="57530"/>
                </a:cubicBezTo>
                <a:lnTo>
                  <a:pt x="0" y="31981"/>
                </a:lnTo>
                <a:cubicBezTo>
                  <a:pt x="24662" y="35388"/>
                  <a:pt x="49613" y="36059"/>
                  <a:pt x="74419" y="33994"/>
                </a:cubicBezTo>
                <a:cubicBezTo>
                  <a:pt x="72819" y="30773"/>
                  <a:pt x="71405" y="27563"/>
                  <a:pt x="70197" y="24538"/>
                </a:cubicBezTo>
                <a:cubicBezTo>
                  <a:pt x="67358" y="17952"/>
                  <a:pt x="64065" y="11572"/>
                  <a:pt x="60338" y="5430"/>
                </a:cubicBezTo>
                <a:lnTo>
                  <a:pt x="88500" y="0"/>
                </a:lnTo>
                <a:cubicBezTo>
                  <a:pt x="91927" y="10468"/>
                  <a:pt x="95746" y="19913"/>
                  <a:pt x="100165" y="30371"/>
                </a:cubicBezTo>
                <a:cubicBezTo>
                  <a:pt x="113399" y="27924"/>
                  <a:pt x="126437" y="24569"/>
                  <a:pt x="139196" y="20316"/>
                </a:cubicBezTo>
                <a:close/>
                <a:moveTo>
                  <a:pt x="34995" y="100774"/>
                </a:moveTo>
                <a:cubicBezTo>
                  <a:pt x="32115" y="108403"/>
                  <a:pt x="30288" y="116393"/>
                  <a:pt x="29565" y="124517"/>
                </a:cubicBezTo>
                <a:cubicBezTo>
                  <a:pt x="29565" y="139001"/>
                  <a:pt x="37008" y="148849"/>
                  <a:pt x="65170" y="148849"/>
                </a:cubicBezTo>
                <a:cubicBezTo>
                  <a:pt x="83441" y="149169"/>
                  <a:pt x="101693" y="147207"/>
                  <a:pt x="119479" y="143026"/>
                </a:cubicBezTo>
                <a:lnTo>
                  <a:pt x="118880" y="169371"/>
                </a:lnTo>
                <a:cubicBezTo>
                  <a:pt x="101166" y="172705"/>
                  <a:pt x="83183" y="174326"/>
                  <a:pt x="65170" y="174192"/>
                </a:cubicBezTo>
                <a:cubicBezTo>
                  <a:pt x="25137" y="174192"/>
                  <a:pt x="3613" y="159110"/>
                  <a:pt x="3613" y="131351"/>
                </a:cubicBezTo>
                <a:cubicBezTo>
                  <a:pt x="4140" y="120233"/>
                  <a:pt x="6029" y="109218"/>
                  <a:pt x="9249" y="98565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7" name="フリーフォーム: 図形 26">
            <a:extLst>
              <a:ext uri="{FF2B5EF4-FFF2-40B4-BE49-F238E27FC236}">
                <a16:creationId xmlns:a16="http://schemas.microsoft.com/office/drawing/2014/main" id="{389AA3B1-D497-2284-D031-6A6E8445CBDF}"/>
              </a:ext>
            </a:extLst>
          </p:cNvPr>
          <p:cNvSpPr/>
          <p:nvPr/>
        </p:nvSpPr>
        <p:spPr>
          <a:xfrm>
            <a:off x="3333931" y="4584145"/>
            <a:ext cx="149658" cy="145018"/>
          </a:xfrm>
          <a:custGeom>
            <a:avLst/>
            <a:gdLst>
              <a:gd name="connsiteX0" fmla="*/ 139728 w 149658"/>
              <a:gd name="connsiteY0" fmla="*/ 91380 h 145018"/>
              <a:gd name="connsiteX1" fmla="*/ 102482 w 149658"/>
              <a:gd name="connsiteY1" fmla="*/ 113894 h 145018"/>
              <a:gd name="connsiteX2" fmla="*/ 149659 w 149658"/>
              <a:gd name="connsiteY2" fmla="*/ 134262 h 145018"/>
              <a:gd name="connsiteX3" fmla="*/ 142040 w 149658"/>
              <a:gd name="connsiteY3" fmla="*/ 145019 h 145018"/>
              <a:gd name="connsiteX4" fmla="*/ 65061 w 149658"/>
              <a:gd name="connsiteY4" fmla="*/ 83266 h 145018"/>
              <a:gd name="connsiteX5" fmla="*/ 41556 w 149658"/>
              <a:gd name="connsiteY5" fmla="*/ 83266 h 145018"/>
              <a:gd name="connsiteX6" fmla="*/ 41556 w 149658"/>
              <a:gd name="connsiteY6" fmla="*/ 126974 h 145018"/>
              <a:gd name="connsiteX7" fmla="*/ 84933 w 149658"/>
              <a:gd name="connsiteY7" fmla="*/ 119696 h 145018"/>
              <a:gd name="connsiteX8" fmla="*/ 85429 w 149658"/>
              <a:gd name="connsiteY8" fmla="*/ 130618 h 145018"/>
              <a:gd name="connsiteX9" fmla="*/ 11092 w 149658"/>
              <a:gd name="connsiteY9" fmla="*/ 143367 h 145018"/>
              <a:gd name="connsiteX10" fmla="*/ 7954 w 149658"/>
              <a:gd name="connsiteY10" fmla="*/ 132104 h 145018"/>
              <a:gd name="connsiteX11" fmla="*/ 28972 w 149658"/>
              <a:gd name="connsiteY11" fmla="*/ 128966 h 145018"/>
              <a:gd name="connsiteX12" fmla="*/ 28972 w 149658"/>
              <a:gd name="connsiteY12" fmla="*/ 83266 h 145018"/>
              <a:gd name="connsiteX13" fmla="*/ 0 w 149658"/>
              <a:gd name="connsiteY13" fmla="*/ 83266 h 145018"/>
              <a:gd name="connsiteX14" fmla="*/ 0 w 149658"/>
              <a:gd name="connsiteY14" fmla="*/ 72179 h 145018"/>
              <a:gd name="connsiteX15" fmla="*/ 28972 w 149658"/>
              <a:gd name="connsiteY15" fmla="*/ 72179 h 145018"/>
              <a:gd name="connsiteX16" fmla="*/ 28972 w 149658"/>
              <a:gd name="connsiteY16" fmla="*/ 0 h 145018"/>
              <a:gd name="connsiteX17" fmla="*/ 130953 w 149658"/>
              <a:gd name="connsiteY17" fmla="*/ 0 h 145018"/>
              <a:gd name="connsiteX18" fmla="*/ 130953 w 149658"/>
              <a:gd name="connsiteY18" fmla="*/ 10426 h 145018"/>
              <a:gd name="connsiteX19" fmla="*/ 41556 w 149658"/>
              <a:gd name="connsiteY19" fmla="*/ 10426 h 145018"/>
              <a:gd name="connsiteX20" fmla="*/ 41556 w 149658"/>
              <a:gd name="connsiteY20" fmla="*/ 24166 h 145018"/>
              <a:gd name="connsiteX21" fmla="*/ 125988 w 149658"/>
              <a:gd name="connsiteY21" fmla="*/ 24166 h 145018"/>
              <a:gd name="connsiteX22" fmla="*/ 125988 w 149658"/>
              <a:gd name="connsiteY22" fmla="*/ 34262 h 145018"/>
              <a:gd name="connsiteX23" fmla="*/ 41556 w 149658"/>
              <a:gd name="connsiteY23" fmla="*/ 34262 h 145018"/>
              <a:gd name="connsiteX24" fmla="*/ 41556 w 149658"/>
              <a:gd name="connsiteY24" fmla="*/ 48002 h 145018"/>
              <a:gd name="connsiteX25" fmla="*/ 125988 w 149658"/>
              <a:gd name="connsiteY25" fmla="*/ 48002 h 145018"/>
              <a:gd name="connsiteX26" fmla="*/ 125988 w 149658"/>
              <a:gd name="connsiteY26" fmla="*/ 58109 h 145018"/>
              <a:gd name="connsiteX27" fmla="*/ 41556 w 149658"/>
              <a:gd name="connsiteY27" fmla="*/ 58109 h 145018"/>
              <a:gd name="connsiteX28" fmla="*/ 41556 w 149658"/>
              <a:gd name="connsiteY28" fmla="*/ 72179 h 145018"/>
              <a:gd name="connsiteX29" fmla="*/ 147006 w 149658"/>
              <a:gd name="connsiteY29" fmla="*/ 72179 h 145018"/>
              <a:gd name="connsiteX30" fmla="*/ 147006 w 149658"/>
              <a:gd name="connsiteY30" fmla="*/ 83266 h 145018"/>
              <a:gd name="connsiteX31" fmla="*/ 77645 w 149658"/>
              <a:gd name="connsiteY31" fmla="*/ 83266 h 145018"/>
              <a:gd name="connsiteX32" fmla="*/ 94699 w 149658"/>
              <a:gd name="connsiteY32" fmla="*/ 107102 h 145018"/>
              <a:gd name="connsiteX33" fmla="*/ 129632 w 149658"/>
              <a:gd name="connsiteY33" fmla="*/ 84763 h 145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49658" h="145018">
                <a:moveTo>
                  <a:pt x="139728" y="91380"/>
                </a:moveTo>
                <a:cubicBezTo>
                  <a:pt x="127960" y="99917"/>
                  <a:pt x="115510" y="107453"/>
                  <a:pt x="102482" y="113894"/>
                </a:cubicBezTo>
                <a:cubicBezTo>
                  <a:pt x="116408" y="124259"/>
                  <a:pt x="132564" y="131227"/>
                  <a:pt x="149659" y="134262"/>
                </a:cubicBezTo>
                <a:cubicBezTo>
                  <a:pt x="146521" y="137380"/>
                  <a:pt x="143940" y="141024"/>
                  <a:pt x="142040" y="145019"/>
                </a:cubicBezTo>
                <a:cubicBezTo>
                  <a:pt x="107592" y="138783"/>
                  <a:pt x="78626" y="115546"/>
                  <a:pt x="65061" y="83266"/>
                </a:cubicBezTo>
                <a:lnTo>
                  <a:pt x="41556" y="83266"/>
                </a:lnTo>
                <a:lnTo>
                  <a:pt x="41556" y="126974"/>
                </a:lnTo>
                <a:cubicBezTo>
                  <a:pt x="55296" y="124661"/>
                  <a:pt x="70357" y="122174"/>
                  <a:pt x="84933" y="119696"/>
                </a:cubicBezTo>
                <a:lnTo>
                  <a:pt x="85429" y="130618"/>
                </a:lnTo>
                <a:cubicBezTo>
                  <a:pt x="59105" y="135253"/>
                  <a:pt x="30789" y="140053"/>
                  <a:pt x="11092" y="143367"/>
                </a:cubicBezTo>
                <a:lnTo>
                  <a:pt x="7954" y="132104"/>
                </a:lnTo>
                <a:cubicBezTo>
                  <a:pt x="13910" y="131279"/>
                  <a:pt x="21188" y="130122"/>
                  <a:pt x="28972" y="128966"/>
                </a:cubicBezTo>
                <a:lnTo>
                  <a:pt x="28972" y="83266"/>
                </a:lnTo>
                <a:lnTo>
                  <a:pt x="0" y="83266"/>
                </a:lnTo>
                <a:lnTo>
                  <a:pt x="0" y="72179"/>
                </a:lnTo>
                <a:lnTo>
                  <a:pt x="28972" y="72179"/>
                </a:lnTo>
                <a:lnTo>
                  <a:pt x="28972" y="0"/>
                </a:lnTo>
                <a:lnTo>
                  <a:pt x="130953" y="0"/>
                </a:lnTo>
                <a:lnTo>
                  <a:pt x="130953" y="10426"/>
                </a:lnTo>
                <a:lnTo>
                  <a:pt x="41556" y="10426"/>
                </a:lnTo>
                <a:lnTo>
                  <a:pt x="41556" y="24166"/>
                </a:lnTo>
                <a:lnTo>
                  <a:pt x="125988" y="24166"/>
                </a:lnTo>
                <a:lnTo>
                  <a:pt x="125988" y="34262"/>
                </a:lnTo>
                <a:lnTo>
                  <a:pt x="41556" y="34262"/>
                </a:lnTo>
                <a:lnTo>
                  <a:pt x="41556" y="48002"/>
                </a:lnTo>
                <a:lnTo>
                  <a:pt x="125988" y="48002"/>
                </a:lnTo>
                <a:lnTo>
                  <a:pt x="125988" y="58109"/>
                </a:lnTo>
                <a:lnTo>
                  <a:pt x="41556" y="58109"/>
                </a:lnTo>
                <a:lnTo>
                  <a:pt x="41556" y="72179"/>
                </a:lnTo>
                <a:lnTo>
                  <a:pt x="147006" y="72179"/>
                </a:lnTo>
                <a:lnTo>
                  <a:pt x="147006" y="83266"/>
                </a:lnTo>
                <a:lnTo>
                  <a:pt x="77645" y="83266"/>
                </a:lnTo>
                <a:cubicBezTo>
                  <a:pt x="81888" y="92154"/>
                  <a:pt x="87658" y="100227"/>
                  <a:pt x="94699" y="107102"/>
                </a:cubicBezTo>
                <a:cubicBezTo>
                  <a:pt x="106932" y="100619"/>
                  <a:pt x="118617" y="93145"/>
                  <a:pt x="129632" y="84763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8" name="フリーフォーム: 図形 27">
            <a:extLst>
              <a:ext uri="{FF2B5EF4-FFF2-40B4-BE49-F238E27FC236}">
                <a16:creationId xmlns:a16="http://schemas.microsoft.com/office/drawing/2014/main" id="{97E5F6EF-A8F9-B2D8-0E37-04E6EE1422A0}"/>
              </a:ext>
            </a:extLst>
          </p:cNvPr>
          <p:cNvSpPr/>
          <p:nvPr/>
        </p:nvSpPr>
        <p:spPr>
          <a:xfrm>
            <a:off x="3497216" y="4577517"/>
            <a:ext cx="152141" cy="151315"/>
          </a:xfrm>
          <a:custGeom>
            <a:avLst/>
            <a:gdLst>
              <a:gd name="connsiteX0" fmla="*/ 124992 w 152141"/>
              <a:gd name="connsiteY0" fmla="*/ 40064 h 151315"/>
              <a:gd name="connsiteX1" fmla="*/ 84928 w 152141"/>
              <a:gd name="connsiteY1" fmla="*/ 106452 h 151315"/>
              <a:gd name="connsiteX2" fmla="*/ 152141 w 152141"/>
              <a:gd name="connsiteY2" fmla="*/ 139227 h 151315"/>
              <a:gd name="connsiteX3" fmla="*/ 143367 w 152141"/>
              <a:gd name="connsiteY3" fmla="*/ 151150 h 151315"/>
              <a:gd name="connsiteX4" fmla="*/ 74997 w 152141"/>
              <a:gd name="connsiteY4" fmla="*/ 115722 h 151315"/>
              <a:gd name="connsiteX5" fmla="*/ 7784 w 152141"/>
              <a:gd name="connsiteY5" fmla="*/ 151316 h 151315"/>
              <a:gd name="connsiteX6" fmla="*/ 0 w 152141"/>
              <a:gd name="connsiteY6" fmla="*/ 139558 h 151315"/>
              <a:gd name="connsiteX7" fmla="*/ 65727 w 152141"/>
              <a:gd name="connsiteY7" fmla="*/ 106782 h 151315"/>
              <a:gd name="connsiteX8" fmla="*/ 26324 w 152141"/>
              <a:gd name="connsiteY8" fmla="*/ 40064 h 151315"/>
              <a:gd name="connsiteX9" fmla="*/ 1992 w 152141"/>
              <a:gd name="connsiteY9" fmla="*/ 40064 h 151315"/>
              <a:gd name="connsiteX10" fmla="*/ 1992 w 152141"/>
              <a:gd name="connsiteY10" fmla="*/ 27975 h 151315"/>
              <a:gd name="connsiteX11" fmla="*/ 69371 w 152141"/>
              <a:gd name="connsiteY11" fmla="*/ 27975 h 151315"/>
              <a:gd name="connsiteX12" fmla="*/ 69371 w 152141"/>
              <a:gd name="connsiteY12" fmla="*/ 0 h 151315"/>
              <a:gd name="connsiteX13" fmla="*/ 81779 w 152141"/>
              <a:gd name="connsiteY13" fmla="*/ 0 h 151315"/>
              <a:gd name="connsiteX14" fmla="*/ 81779 w 152141"/>
              <a:gd name="connsiteY14" fmla="*/ 27975 h 151315"/>
              <a:gd name="connsiteX15" fmla="*/ 150490 w 152141"/>
              <a:gd name="connsiteY15" fmla="*/ 27975 h 151315"/>
              <a:gd name="connsiteX16" fmla="*/ 150490 w 152141"/>
              <a:gd name="connsiteY16" fmla="*/ 40064 h 151315"/>
              <a:gd name="connsiteX17" fmla="*/ 39899 w 152141"/>
              <a:gd name="connsiteY17" fmla="*/ 40064 h 151315"/>
              <a:gd name="connsiteX18" fmla="*/ 75493 w 152141"/>
              <a:gd name="connsiteY18" fmla="*/ 97842 h 151315"/>
              <a:gd name="connsiteX19" fmla="*/ 110756 w 152141"/>
              <a:gd name="connsiteY19" fmla="*/ 40064 h 151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52141" h="151315">
                <a:moveTo>
                  <a:pt x="124992" y="40064"/>
                </a:moveTo>
                <a:cubicBezTo>
                  <a:pt x="116702" y="64881"/>
                  <a:pt x="103024" y="87550"/>
                  <a:pt x="84928" y="106452"/>
                </a:cubicBezTo>
                <a:cubicBezTo>
                  <a:pt x="104408" y="122566"/>
                  <a:pt x="127449" y="133808"/>
                  <a:pt x="152141" y="139227"/>
                </a:cubicBezTo>
                <a:cubicBezTo>
                  <a:pt x="148694" y="142789"/>
                  <a:pt x="145741" y="146805"/>
                  <a:pt x="143367" y="151150"/>
                </a:cubicBezTo>
                <a:cubicBezTo>
                  <a:pt x="118024" y="145112"/>
                  <a:pt x="94549" y="132940"/>
                  <a:pt x="74997" y="115722"/>
                </a:cubicBezTo>
                <a:cubicBezTo>
                  <a:pt x="55177" y="131939"/>
                  <a:pt x="32332" y="144038"/>
                  <a:pt x="7784" y="151316"/>
                </a:cubicBezTo>
                <a:cubicBezTo>
                  <a:pt x="5760" y="147052"/>
                  <a:pt x="3138" y="143088"/>
                  <a:pt x="0" y="139558"/>
                </a:cubicBezTo>
                <a:cubicBezTo>
                  <a:pt x="23929" y="133261"/>
                  <a:pt x="46299" y="122101"/>
                  <a:pt x="65727" y="106782"/>
                </a:cubicBezTo>
                <a:cubicBezTo>
                  <a:pt x="48095" y="87519"/>
                  <a:pt x="34675" y="64798"/>
                  <a:pt x="26324" y="40064"/>
                </a:cubicBezTo>
                <a:lnTo>
                  <a:pt x="1992" y="40064"/>
                </a:lnTo>
                <a:lnTo>
                  <a:pt x="1992" y="27975"/>
                </a:lnTo>
                <a:lnTo>
                  <a:pt x="69371" y="27975"/>
                </a:lnTo>
                <a:lnTo>
                  <a:pt x="69371" y="0"/>
                </a:lnTo>
                <a:lnTo>
                  <a:pt x="81779" y="0"/>
                </a:lnTo>
                <a:lnTo>
                  <a:pt x="81779" y="27975"/>
                </a:lnTo>
                <a:lnTo>
                  <a:pt x="150490" y="27975"/>
                </a:lnTo>
                <a:lnTo>
                  <a:pt x="150490" y="40064"/>
                </a:lnTo>
                <a:close/>
                <a:moveTo>
                  <a:pt x="39899" y="40064"/>
                </a:moveTo>
                <a:cubicBezTo>
                  <a:pt x="47497" y="61649"/>
                  <a:pt x="59636" y="81346"/>
                  <a:pt x="75493" y="97842"/>
                </a:cubicBezTo>
                <a:cubicBezTo>
                  <a:pt x="91349" y="81408"/>
                  <a:pt x="103386" y="61680"/>
                  <a:pt x="110756" y="40064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9" name="フリーフォーム: 図形 28">
            <a:extLst>
              <a:ext uri="{FF2B5EF4-FFF2-40B4-BE49-F238E27FC236}">
                <a16:creationId xmlns:a16="http://schemas.microsoft.com/office/drawing/2014/main" id="{A722ECFD-39E0-183D-E8D1-012FC6463D98}"/>
              </a:ext>
            </a:extLst>
          </p:cNvPr>
          <p:cNvSpPr/>
          <p:nvPr/>
        </p:nvSpPr>
        <p:spPr>
          <a:xfrm>
            <a:off x="3670933" y="4597455"/>
            <a:ext cx="134763" cy="122933"/>
          </a:xfrm>
          <a:custGeom>
            <a:avLst/>
            <a:gdLst>
              <a:gd name="connsiteX0" fmla="*/ 65387 w 134763"/>
              <a:gd name="connsiteY0" fmla="*/ 110514 h 122933"/>
              <a:gd name="connsiteX1" fmla="*/ 79467 w 134763"/>
              <a:gd name="connsiteY1" fmla="*/ 108533 h 122933"/>
              <a:gd name="connsiteX2" fmla="*/ 121017 w 134763"/>
              <a:gd name="connsiteY2" fmla="*/ 60024 h 122933"/>
              <a:gd name="connsiteX3" fmla="*/ 77733 w 134763"/>
              <a:gd name="connsiteY3" fmla="*/ 12518 h 122933"/>
              <a:gd name="connsiteX4" fmla="*/ 77475 w 134763"/>
              <a:gd name="connsiteY4" fmla="*/ 12507 h 122933"/>
              <a:gd name="connsiteX5" fmla="*/ 67709 w 134763"/>
              <a:gd name="connsiteY5" fmla="*/ 59694 h 122933"/>
              <a:gd name="connsiteX6" fmla="*/ 29297 w 134763"/>
              <a:gd name="connsiteY6" fmla="*/ 110680 h 122933"/>
              <a:gd name="connsiteX7" fmla="*/ 0 w 134763"/>
              <a:gd name="connsiteY7" fmla="*/ 66817 h 122933"/>
              <a:gd name="connsiteX8" fmla="*/ 71849 w 134763"/>
              <a:gd name="connsiteY8" fmla="*/ 99 h 122933"/>
              <a:gd name="connsiteX9" fmla="*/ 134665 w 134763"/>
              <a:gd name="connsiteY9" fmla="*/ 56122 h 122933"/>
              <a:gd name="connsiteX10" fmla="*/ 134757 w 134763"/>
              <a:gd name="connsiteY10" fmla="*/ 60355 h 122933"/>
              <a:gd name="connsiteX11" fmla="*/ 73005 w 134763"/>
              <a:gd name="connsiteY11" fmla="*/ 122933 h 122933"/>
              <a:gd name="connsiteX12" fmla="*/ 54630 w 134763"/>
              <a:gd name="connsiteY12" fmla="*/ 56876 h 122933"/>
              <a:gd name="connsiteX13" fmla="*/ 63735 w 134763"/>
              <a:gd name="connsiteY13" fmla="*/ 12672 h 122933"/>
              <a:gd name="connsiteX14" fmla="*/ 13079 w 134763"/>
              <a:gd name="connsiteY14" fmla="*/ 65650 h 122933"/>
              <a:gd name="connsiteX15" fmla="*/ 29803 w 134763"/>
              <a:gd name="connsiteY15" fmla="*/ 95453 h 122933"/>
              <a:gd name="connsiteX16" fmla="*/ 54630 w 134763"/>
              <a:gd name="connsiteY16" fmla="*/ 56876 h 122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4763" h="122933">
                <a:moveTo>
                  <a:pt x="65387" y="110514"/>
                </a:moveTo>
                <a:cubicBezTo>
                  <a:pt x="70125" y="110184"/>
                  <a:pt x="74822" y="109513"/>
                  <a:pt x="79467" y="108533"/>
                </a:cubicBezTo>
                <a:cubicBezTo>
                  <a:pt x="103365" y="104796"/>
                  <a:pt x="120997" y="84211"/>
                  <a:pt x="121017" y="60024"/>
                </a:cubicBezTo>
                <a:cubicBezTo>
                  <a:pt x="122184" y="34949"/>
                  <a:pt x="102797" y="13684"/>
                  <a:pt x="77733" y="12518"/>
                </a:cubicBezTo>
                <a:cubicBezTo>
                  <a:pt x="77650" y="12518"/>
                  <a:pt x="77557" y="12518"/>
                  <a:pt x="77475" y="12507"/>
                </a:cubicBezTo>
                <a:cubicBezTo>
                  <a:pt x="75317" y="28446"/>
                  <a:pt x="72055" y="44209"/>
                  <a:pt x="67709" y="59694"/>
                </a:cubicBezTo>
                <a:cubicBezTo>
                  <a:pt x="57613" y="93306"/>
                  <a:pt x="44534" y="110680"/>
                  <a:pt x="29297" y="110680"/>
                </a:cubicBezTo>
                <a:cubicBezTo>
                  <a:pt x="14731" y="110680"/>
                  <a:pt x="0" y="93791"/>
                  <a:pt x="0" y="66817"/>
                </a:cubicBezTo>
                <a:cubicBezTo>
                  <a:pt x="1776" y="28715"/>
                  <a:pt x="33726" y="-944"/>
                  <a:pt x="71849" y="99"/>
                </a:cubicBezTo>
                <a:cubicBezTo>
                  <a:pt x="104666" y="-1780"/>
                  <a:pt x="132796" y="23305"/>
                  <a:pt x="134665" y="56122"/>
                </a:cubicBezTo>
                <a:cubicBezTo>
                  <a:pt x="134747" y="57526"/>
                  <a:pt x="134778" y="58940"/>
                  <a:pt x="134757" y="60355"/>
                </a:cubicBezTo>
                <a:cubicBezTo>
                  <a:pt x="134757" y="94792"/>
                  <a:pt x="112078" y="117803"/>
                  <a:pt x="73005" y="122933"/>
                </a:cubicBezTo>
                <a:close/>
                <a:moveTo>
                  <a:pt x="54630" y="56876"/>
                </a:moveTo>
                <a:cubicBezTo>
                  <a:pt x="58914" y="42434"/>
                  <a:pt x="61969" y="27641"/>
                  <a:pt x="63735" y="12672"/>
                </a:cubicBezTo>
                <a:cubicBezTo>
                  <a:pt x="36265" y="15759"/>
                  <a:pt x="14927" y="38067"/>
                  <a:pt x="13079" y="65650"/>
                </a:cubicBezTo>
                <a:cubicBezTo>
                  <a:pt x="13079" y="86348"/>
                  <a:pt x="22680" y="95453"/>
                  <a:pt x="29803" y="95453"/>
                </a:cubicBezTo>
                <a:cubicBezTo>
                  <a:pt x="37081" y="95453"/>
                  <a:pt x="46186" y="84521"/>
                  <a:pt x="54630" y="56876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0" name="フリーフォーム: 図形 29">
            <a:extLst>
              <a:ext uri="{FF2B5EF4-FFF2-40B4-BE49-F238E27FC236}">
                <a16:creationId xmlns:a16="http://schemas.microsoft.com/office/drawing/2014/main" id="{0B546115-6644-7679-B8B8-57634FD57023}"/>
              </a:ext>
            </a:extLst>
          </p:cNvPr>
          <p:cNvSpPr/>
          <p:nvPr/>
        </p:nvSpPr>
        <p:spPr>
          <a:xfrm>
            <a:off x="3827101" y="4577682"/>
            <a:ext cx="150974" cy="151480"/>
          </a:xfrm>
          <a:custGeom>
            <a:avLst/>
            <a:gdLst>
              <a:gd name="connsiteX0" fmla="*/ 36585 w 150974"/>
              <a:gd name="connsiteY0" fmla="*/ 68039 h 151480"/>
              <a:gd name="connsiteX1" fmla="*/ 13245 w 150974"/>
              <a:gd name="connsiteY1" fmla="*/ 151316 h 151480"/>
              <a:gd name="connsiteX2" fmla="*/ 4635 w 150974"/>
              <a:gd name="connsiteY2" fmla="*/ 143202 h 151480"/>
              <a:gd name="connsiteX3" fmla="*/ 24001 w 150974"/>
              <a:gd name="connsiteY3" fmla="*/ 92877 h 151480"/>
              <a:gd name="connsiteX4" fmla="*/ 4140 w 150974"/>
              <a:gd name="connsiteY4" fmla="*/ 104635 h 151480"/>
              <a:gd name="connsiteX5" fmla="*/ 0 w 150974"/>
              <a:gd name="connsiteY5" fmla="*/ 93703 h 151480"/>
              <a:gd name="connsiteX6" fmla="*/ 24992 w 150974"/>
              <a:gd name="connsiteY6" fmla="*/ 80789 h 151480"/>
              <a:gd name="connsiteX7" fmla="*/ 25157 w 150974"/>
              <a:gd name="connsiteY7" fmla="*/ 68039 h 151480"/>
              <a:gd name="connsiteX8" fmla="*/ 25157 w 150974"/>
              <a:gd name="connsiteY8" fmla="*/ 14566 h 151480"/>
              <a:gd name="connsiteX9" fmla="*/ 78961 w 150974"/>
              <a:gd name="connsiteY9" fmla="*/ 14566 h 151480"/>
              <a:gd name="connsiteX10" fmla="*/ 78961 w 150974"/>
              <a:gd name="connsiteY10" fmla="*/ 0 h 151480"/>
              <a:gd name="connsiteX11" fmla="*/ 91710 w 150974"/>
              <a:gd name="connsiteY11" fmla="*/ 0 h 151480"/>
              <a:gd name="connsiteX12" fmla="*/ 91710 w 150974"/>
              <a:gd name="connsiteY12" fmla="*/ 14566 h 151480"/>
              <a:gd name="connsiteX13" fmla="*/ 150810 w 150974"/>
              <a:gd name="connsiteY13" fmla="*/ 14566 h 151480"/>
              <a:gd name="connsiteX14" fmla="*/ 150810 w 150974"/>
              <a:gd name="connsiteY14" fmla="*/ 25333 h 151480"/>
              <a:gd name="connsiteX15" fmla="*/ 36585 w 150974"/>
              <a:gd name="connsiteY15" fmla="*/ 25333 h 151480"/>
              <a:gd name="connsiteX16" fmla="*/ 12749 w 150974"/>
              <a:gd name="connsiteY16" fmla="*/ 65727 h 151480"/>
              <a:gd name="connsiteX17" fmla="*/ 2478 w 150974"/>
              <a:gd name="connsiteY17" fmla="*/ 33282 h 151480"/>
              <a:gd name="connsiteX18" fmla="*/ 11582 w 150974"/>
              <a:gd name="connsiteY18" fmla="*/ 29638 h 151480"/>
              <a:gd name="connsiteX19" fmla="*/ 22680 w 150974"/>
              <a:gd name="connsiteY19" fmla="*/ 61257 h 151480"/>
              <a:gd name="connsiteX20" fmla="*/ 137576 w 150974"/>
              <a:gd name="connsiteY20" fmla="*/ 80128 h 151480"/>
              <a:gd name="connsiteX21" fmla="*/ 110416 w 150974"/>
              <a:gd name="connsiteY21" fmla="*/ 124827 h 151480"/>
              <a:gd name="connsiteX22" fmla="*/ 150975 w 150974"/>
              <a:gd name="connsiteY22" fmla="*/ 141044 h 151480"/>
              <a:gd name="connsiteX23" fmla="*/ 143697 w 150974"/>
              <a:gd name="connsiteY23" fmla="*/ 151316 h 151480"/>
              <a:gd name="connsiteX24" fmla="*/ 101311 w 150974"/>
              <a:gd name="connsiteY24" fmla="*/ 132445 h 151480"/>
              <a:gd name="connsiteX25" fmla="*/ 60751 w 150974"/>
              <a:gd name="connsiteY25" fmla="*/ 151316 h 151480"/>
              <a:gd name="connsiteX26" fmla="*/ 54630 w 150974"/>
              <a:gd name="connsiteY26" fmla="*/ 141044 h 151480"/>
              <a:gd name="connsiteX27" fmla="*/ 92216 w 150974"/>
              <a:gd name="connsiteY27" fmla="*/ 124827 h 151480"/>
              <a:gd name="connsiteX28" fmla="*/ 68535 w 150974"/>
              <a:gd name="connsiteY28" fmla="*/ 88077 h 151480"/>
              <a:gd name="connsiteX29" fmla="*/ 62744 w 150974"/>
              <a:gd name="connsiteY29" fmla="*/ 88077 h 151480"/>
              <a:gd name="connsiteX30" fmla="*/ 40559 w 150974"/>
              <a:gd name="connsiteY30" fmla="*/ 151481 h 151480"/>
              <a:gd name="connsiteX31" fmla="*/ 31454 w 150974"/>
              <a:gd name="connsiteY31" fmla="*/ 144688 h 151480"/>
              <a:gd name="connsiteX32" fmla="*/ 51811 w 150974"/>
              <a:gd name="connsiteY32" fmla="*/ 75658 h 151480"/>
              <a:gd name="connsiteX33" fmla="*/ 51811 w 150974"/>
              <a:gd name="connsiteY33" fmla="*/ 44038 h 151480"/>
              <a:gd name="connsiteX34" fmla="*/ 92216 w 150974"/>
              <a:gd name="connsiteY34" fmla="*/ 44038 h 151480"/>
              <a:gd name="connsiteX35" fmla="*/ 92216 w 150974"/>
              <a:gd name="connsiteY35" fmla="*/ 29803 h 151480"/>
              <a:gd name="connsiteX36" fmla="*/ 103468 w 150974"/>
              <a:gd name="connsiteY36" fmla="*/ 29803 h 151480"/>
              <a:gd name="connsiteX37" fmla="*/ 103468 w 150974"/>
              <a:gd name="connsiteY37" fmla="*/ 44038 h 151480"/>
              <a:gd name="connsiteX38" fmla="*/ 137741 w 150974"/>
              <a:gd name="connsiteY38" fmla="*/ 44038 h 151480"/>
              <a:gd name="connsiteX39" fmla="*/ 139558 w 150974"/>
              <a:gd name="connsiteY39" fmla="*/ 43873 h 151480"/>
              <a:gd name="connsiteX40" fmla="*/ 147837 w 150974"/>
              <a:gd name="connsiteY40" fmla="*/ 45535 h 151480"/>
              <a:gd name="connsiteX41" fmla="*/ 137235 w 150974"/>
              <a:gd name="connsiteY41" fmla="*/ 73015 h 151480"/>
              <a:gd name="connsiteX42" fmla="*/ 127139 w 150974"/>
              <a:gd name="connsiteY42" fmla="*/ 70858 h 151480"/>
              <a:gd name="connsiteX43" fmla="*/ 133095 w 150974"/>
              <a:gd name="connsiteY43" fmla="*/ 54630 h 151480"/>
              <a:gd name="connsiteX44" fmla="*/ 103468 w 150974"/>
              <a:gd name="connsiteY44" fmla="*/ 54630 h 151480"/>
              <a:gd name="connsiteX45" fmla="*/ 103468 w 150974"/>
              <a:gd name="connsiteY45" fmla="*/ 77805 h 151480"/>
              <a:gd name="connsiteX46" fmla="*/ 127965 w 150974"/>
              <a:gd name="connsiteY46" fmla="*/ 77805 h 151480"/>
              <a:gd name="connsiteX47" fmla="*/ 129957 w 150974"/>
              <a:gd name="connsiteY47" fmla="*/ 77320 h 151480"/>
              <a:gd name="connsiteX48" fmla="*/ 63074 w 150974"/>
              <a:gd name="connsiteY48" fmla="*/ 77805 h 151480"/>
              <a:gd name="connsiteX49" fmla="*/ 92216 w 150974"/>
              <a:gd name="connsiteY49" fmla="*/ 77805 h 151480"/>
              <a:gd name="connsiteX50" fmla="*/ 92216 w 150974"/>
              <a:gd name="connsiteY50" fmla="*/ 54630 h 151480"/>
              <a:gd name="connsiteX51" fmla="*/ 63074 w 150974"/>
              <a:gd name="connsiteY51" fmla="*/ 54630 h 151480"/>
              <a:gd name="connsiteX52" fmla="*/ 63074 w 150974"/>
              <a:gd name="connsiteY52" fmla="*/ 77805 h 151480"/>
              <a:gd name="connsiteX53" fmla="*/ 80128 w 150974"/>
              <a:gd name="connsiteY53" fmla="*/ 88077 h 151480"/>
              <a:gd name="connsiteX54" fmla="*/ 101146 w 150974"/>
              <a:gd name="connsiteY54" fmla="*/ 117869 h 151480"/>
              <a:gd name="connsiteX55" fmla="*/ 122504 w 150974"/>
              <a:gd name="connsiteY55" fmla="*/ 88077 h 15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50974" h="151480">
                <a:moveTo>
                  <a:pt x="36585" y="68039"/>
                </a:moveTo>
                <a:cubicBezTo>
                  <a:pt x="36585" y="93372"/>
                  <a:pt x="33436" y="128636"/>
                  <a:pt x="13245" y="151316"/>
                </a:cubicBezTo>
                <a:cubicBezTo>
                  <a:pt x="10623" y="148363"/>
                  <a:pt x="7732" y="145648"/>
                  <a:pt x="4635" y="143202"/>
                </a:cubicBezTo>
                <a:cubicBezTo>
                  <a:pt x="16269" y="128904"/>
                  <a:pt x="23051" y="111283"/>
                  <a:pt x="24001" y="92877"/>
                </a:cubicBezTo>
                <a:cubicBezTo>
                  <a:pt x="17209" y="97016"/>
                  <a:pt x="10591" y="100991"/>
                  <a:pt x="4140" y="104635"/>
                </a:cubicBezTo>
                <a:lnTo>
                  <a:pt x="0" y="93703"/>
                </a:lnTo>
                <a:cubicBezTo>
                  <a:pt x="6617" y="90719"/>
                  <a:pt x="15392" y="85929"/>
                  <a:pt x="24992" y="80789"/>
                </a:cubicBezTo>
                <a:cubicBezTo>
                  <a:pt x="25157" y="76484"/>
                  <a:pt x="25157" y="72189"/>
                  <a:pt x="25157" y="68039"/>
                </a:cubicBezTo>
                <a:lnTo>
                  <a:pt x="25157" y="14566"/>
                </a:lnTo>
                <a:lnTo>
                  <a:pt x="78961" y="14566"/>
                </a:lnTo>
                <a:lnTo>
                  <a:pt x="78961" y="0"/>
                </a:lnTo>
                <a:lnTo>
                  <a:pt x="91710" y="0"/>
                </a:lnTo>
                <a:lnTo>
                  <a:pt x="91710" y="14566"/>
                </a:lnTo>
                <a:lnTo>
                  <a:pt x="150810" y="14566"/>
                </a:lnTo>
                <a:lnTo>
                  <a:pt x="150810" y="25333"/>
                </a:lnTo>
                <a:lnTo>
                  <a:pt x="36585" y="25333"/>
                </a:lnTo>
                <a:close/>
                <a:moveTo>
                  <a:pt x="12749" y="65727"/>
                </a:moveTo>
                <a:cubicBezTo>
                  <a:pt x="10788" y="54495"/>
                  <a:pt x="7340" y="43584"/>
                  <a:pt x="2478" y="33282"/>
                </a:cubicBezTo>
                <a:lnTo>
                  <a:pt x="11582" y="29638"/>
                </a:lnTo>
                <a:cubicBezTo>
                  <a:pt x="16734" y="39610"/>
                  <a:pt x="20460" y="50253"/>
                  <a:pt x="22680" y="61257"/>
                </a:cubicBezTo>
                <a:close/>
                <a:moveTo>
                  <a:pt x="137576" y="80128"/>
                </a:moveTo>
                <a:cubicBezTo>
                  <a:pt x="132806" y="97244"/>
                  <a:pt x="123412" y="112718"/>
                  <a:pt x="110416" y="124827"/>
                </a:cubicBezTo>
                <a:cubicBezTo>
                  <a:pt x="122690" y="132941"/>
                  <a:pt x="136492" y="138463"/>
                  <a:pt x="150975" y="141044"/>
                </a:cubicBezTo>
                <a:cubicBezTo>
                  <a:pt x="147950" y="144007"/>
                  <a:pt x="145483" y="147486"/>
                  <a:pt x="143697" y="151316"/>
                </a:cubicBezTo>
                <a:cubicBezTo>
                  <a:pt x="128429" y="147982"/>
                  <a:pt x="114008" y="141560"/>
                  <a:pt x="101311" y="132445"/>
                </a:cubicBezTo>
                <a:cubicBezTo>
                  <a:pt x="88985" y="141034"/>
                  <a:pt x="75266" y="147414"/>
                  <a:pt x="60751" y="151316"/>
                </a:cubicBezTo>
                <a:cubicBezTo>
                  <a:pt x="59193" y="147630"/>
                  <a:pt x="57138" y="144172"/>
                  <a:pt x="54630" y="141044"/>
                </a:cubicBezTo>
                <a:cubicBezTo>
                  <a:pt x="68060" y="138030"/>
                  <a:pt x="80799" y="132528"/>
                  <a:pt x="92216" y="124827"/>
                </a:cubicBezTo>
                <a:cubicBezTo>
                  <a:pt x="81769" y="114421"/>
                  <a:pt x="73697" y="101879"/>
                  <a:pt x="68535" y="88077"/>
                </a:cubicBezTo>
                <a:lnTo>
                  <a:pt x="62744" y="88077"/>
                </a:lnTo>
                <a:cubicBezTo>
                  <a:pt x="62455" y="111066"/>
                  <a:pt x="54661" y="133333"/>
                  <a:pt x="40559" y="151481"/>
                </a:cubicBezTo>
                <a:cubicBezTo>
                  <a:pt x="37917" y="148735"/>
                  <a:pt x="34840" y="146433"/>
                  <a:pt x="31454" y="144688"/>
                </a:cubicBezTo>
                <a:cubicBezTo>
                  <a:pt x="49499" y="124662"/>
                  <a:pt x="51811" y="96356"/>
                  <a:pt x="51811" y="75658"/>
                </a:cubicBezTo>
                <a:lnTo>
                  <a:pt x="51811" y="44038"/>
                </a:lnTo>
                <a:lnTo>
                  <a:pt x="92216" y="44038"/>
                </a:lnTo>
                <a:lnTo>
                  <a:pt x="92216" y="29803"/>
                </a:lnTo>
                <a:lnTo>
                  <a:pt x="103468" y="29803"/>
                </a:lnTo>
                <a:lnTo>
                  <a:pt x="103468" y="44038"/>
                </a:lnTo>
                <a:lnTo>
                  <a:pt x="137741" y="44038"/>
                </a:lnTo>
                <a:lnTo>
                  <a:pt x="139558" y="43873"/>
                </a:lnTo>
                <a:lnTo>
                  <a:pt x="147837" y="45535"/>
                </a:lnTo>
                <a:cubicBezTo>
                  <a:pt x="144957" y="54929"/>
                  <a:pt x="141416" y="64117"/>
                  <a:pt x="137235" y="73015"/>
                </a:cubicBezTo>
                <a:lnTo>
                  <a:pt x="127139" y="70858"/>
                </a:lnTo>
                <a:cubicBezTo>
                  <a:pt x="129420" y="65562"/>
                  <a:pt x="131413" y="60142"/>
                  <a:pt x="133095" y="54630"/>
                </a:cubicBezTo>
                <a:lnTo>
                  <a:pt x="103468" y="54630"/>
                </a:lnTo>
                <a:lnTo>
                  <a:pt x="103468" y="77805"/>
                </a:lnTo>
                <a:lnTo>
                  <a:pt x="127965" y="77805"/>
                </a:lnTo>
                <a:lnTo>
                  <a:pt x="129957" y="77320"/>
                </a:lnTo>
                <a:close/>
                <a:moveTo>
                  <a:pt x="63074" y="77805"/>
                </a:moveTo>
                <a:lnTo>
                  <a:pt x="92216" y="77805"/>
                </a:lnTo>
                <a:lnTo>
                  <a:pt x="92216" y="54630"/>
                </a:lnTo>
                <a:lnTo>
                  <a:pt x="63074" y="54630"/>
                </a:lnTo>
                <a:lnTo>
                  <a:pt x="63074" y="77805"/>
                </a:lnTo>
                <a:close/>
                <a:moveTo>
                  <a:pt x="80128" y="88077"/>
                </a:moveTo>
                <a:cubicBezTo>
                  <a:pt x="84887" y="99411"/>
                  <a:pt x="92061" y="109580"/>
                  <a:pt x="101146" y="117869"/>
                </a:cubicBezTo>
                <a:cubicBezTo>
                  <a:pt x="110457" y="109714"/>
                  <a:pt x="117766" y="99515"/>
                  <a:pt x="122504" y="88077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1" name="フリーフォーム: 図形 30">
            <a:extLst>
              <a:ext uri="{FF2B5EF4-FFF2-40B4-BE49-F238E27FC236}">
                <a16:creationId xmlns:a16="http://schemas.microsoft.com/office/drawing/2014/main" id="{539A1143-C85A-61A8-71E3-EBC70600695A}"/>
              </a:ext>
            </a:extLst>
          </p:cNvPr>
          <p:cNvSpPr/>
          <p:nvPr/>
        </p:nvSpPr>
        <p:spPr>
          <a:xfrm>
            <a:off x="3996843" y="4585136"/>
            <a:ext cx="150654" cy="136409"/>
          </a:xfrm>
          <a:custGeom>
            <a:avLst/>
            <a:gdLst>
              <a:gd name="connsiteX0" fmla="*/ 150655 w 150654"/>
              <a:gd name="connsiteY0" fmla="*/ 117703 h 136409"/>
              <a:gd name="connsiteX1" fmla="*/ 120522 w 150654"/>
              <a:gd name="connsiteY1" fmla="*/ 131444 h 136409"/>
              <a:gd name="connsiteX2" fmla="*/ 102302 w 150654"/>
              <a:gd name="connsiteY2" fmla="*/ 110581 h 136409"/>
              <a:gd name="connsiteX3" fmla="*/ 108434 w 150654"/>
              <a:gd name="connsiteY3" fmla="*/ 49499 h 136409"/>
              <a:gd name="connsiteX4" fmla="*/ 98719 w 150654"/>
              <a:gd name="connsiteY4" fmla="*/ 36131 h 136409"/>
              <a:gd name="connsiteX5" fmla="*/ 95354 w 150654"/>
              <a:gd name="connsiteY5" fmla="*/ 36089 h 136409"/>
              <a:gd name="connsiteX6" fmla="*/ 47176 w 150654"/>
              <a:gd name="connsiteY6" fmla="*/ 67709 h 136409"/>
              <a:gd name="connsiteX7" fmla="*/ 46681 w 150654"/>
              <a:gd name="connsiteY7" fmla="*/ 86920 h 136409"/>
              <a:gd name="connsiteX8" fmla="*/ 47342 w 150654"/>
              <a:gd name="connsiteY8" fmla="*/ 126478 h 136409"/>
              <a:gd name="connsiteX9" fmla="*/ 48167 w 150654"/>
              <a:gd name="connsiteY9" fmla="*/ 136409 h 136409"/>
              <a:gd name="connsiteX10" fmla="*/ 33767 w 150654"/>
              <a:gd name="connsiteY10" fmla="*/ 136409 h 136409"/>
              <a:gd name="connsiteX11" fmla="*/ 34262 w 150654"/>
              <a:gd name="connsiteY11" fmla="*/ 126644 h 136409"/>
              <a:gd name="connsiteX12" fmla="*/ 34768 w 150654"/>
              <a:gd name="connsiteY12" fmla="*/ 84597 h 136409"/>
              <a:gd name="connsiteX13" fmla="*/ 34933 w 150654"/>
              <a:gd name="connsiteY13" fmla="*/ 78300 h 136409"/>
              <a:gd name="connsiteX14" fmla="*/ 8279 w 150654"/>
              <a:gd name="connsiteY14" fmla="*/ 117043 h 136409"/>
              <a:gd name="connsiteX15" fmla="*/ 0 w 150654"/>
              <a:gd name="connsiteY15" fmla="*/ 105626 h 136409"/>
              <a:gd name="connsiteX16" fmla="*/ 36255 w 150654"/>
              <a:gd name="connsiteY16" fmla="*/ 55786 h 136409"/>
              <a:gd name="connsiteX17" fmla="*/ 37246 w 150654"/>
              <a:gd name="connsiteY17" fmla="*/ 40064 h 136409"/>
              <a:gd name="connsiteX18" fmla="*/ 5296 w 150654"/>
              <a:gd name="connsiteY18" fmla="*/ 44203 h 136409"/>
              <a:gd name="connsiteX19" fmla="*/ 3974 w 150654"/>
              <a:gd name="connsiteY19" fmla="*/ 30463 h 136409"/>
              <a:gd name="connsiteX20" fmla="*/ 14731 w 150654"/>
              <a:gd name="connsiteY20" fmla="*/ 30298 h 136409"/>
              <a:gd name="connsiteX21" fmla="*/ 38071 w 150654"/>
              <a:gd name="connsiteY21" fmla="*/ 27645 h 136409"/>
              <a:gd name="connsiteX22" fmla="*/ 38897 w 150654"/>
              <a:gd name="connsiteY22" fmla="*/ 12253 h 136409"/>
              <a:gd name="connsiteX23" fmla="*/ 38237 w 150654"/>
              <a:gd name="connsiteY23" fmla="*/ 0 h 136409"/>
              <a:gd name="connsiteX24" fmla="*/ 53969 w 150654"/>
              <a:gd name="connsiteY24" fmla="*/ 496 h 136409"/>
              <a:gd name="connsiteX25" fmla="*/ 50655 w 150654"/>
              <a:gd name="connsiteY25" fmla="*/ 25168 h 136409"/>
              <a:gd name="connsiteX26" fmla="*/ 51481 w 150654"/>
              <a:gd name="connsiteY26" fmla="*/ 24827 h 136409"/>
              <a:gd name="connsiteX27" fmla="*/ 56281 w 150654"/>
              <a:gd name="connsiteY27" fmla="*/ 30628 h 136409"/>
              <a:gd name="connsiteX28" fmla="*/ 49004 w 150654"/>
              <a:gd name="connsiteY28" fmla="*/ 42046 h 136409"/>
              <a:gd name="connsiteX29" fmla="*/ 48167 w 150654"/>
              <a:gd name="connsiteY29" fmla="*/ 51316 h 136409"/>
              <a:gd name="connsiteX30" fmla="*/ 98337 w 150654"/>
              <a:gd name="connsiteY30" fmla="*/ 23836 h 136409"/>
              <a:gd name="connsiteX31" fmla="*/ 121399 w 150654"/>
              <a:gd name="connsiteY31" fmla="*/ 41519 h 136409"/>
              <a:gd name="connsiteX32" fmla="*/ 121513 w 150654"/>
              <a:gd name="connsiteY32" fmla="*/ 45855 h 136409"/>
              <a:gd name="connsiteX33" fmla="*/ 115391 w 150654"/>
              <a:gd name="connsiteY33" fmla="*/ 107112 h 136409"/>
              <a:gd name="connsiteX34" fmla="*/ 123825 w 150654"/>
              <a:gd name="connsiteY34" fmla="*/ 117043 h 136409"/>
              <a:gd name="connsiteX35" fmla="*/ 148497 w 150654"/>
              <a:gd name="connsiteY35" fmla="*/ 103468 h 13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0654" h="136409">
                <a:moveTo>
                  <a:pt x="150655" y="117703"/>
                </a:moveTo>
                <a:cubicBezTo>
                  <a:pt x="142913" y="126231"/>
                  <a:pt x="132022" y="131196"/>
                  <a:pt x="120522" y="131444"/>
                </a:cubicBezTo>
                <a:cubicBezTo>
                  <a:pt x="109755" y="131444"/>
                  <a:pt x="102302" y="124155"/>
                  <a:pt x="102302" y="110581"/>
                </a:cubicBezTo>
                <a:cubicBezTo>
                  <a:pt x="102302" y="92371"/>
                  <a:pt x="108434" y="65397"/>
                  <a:pt x="108434" y="49499"/>
                </a:cubicBezTo>
                <a:cubicBezTo>
                  <a:pt x="109445" y="43130"/>
                  <a:pt x="105099" y="37142"/>
                  <a:pt x="98719" y="36131"/>
                </a:cubicBezTo>
                <a:cubicBezTo>
                  <a:pt x="97605" y="35955"/>
                  <a:pt x="96469" y="35945"/>
                  <a:pt x="95354" y="36089"/>
                </a:cubicBezTo>
                <a:cubicBezTo>
                  <a:pt x="82110" y="36089"/>
                  <a:pt x="62248" y="51481"/>
                  <a:pt x="47176" y="67709"/>
                </a:cubicBezTo>
                <a:cubicBezTo>
                  <a:pt x="46846" y="74656"/>
                  <a:pt x="46681" y="81119"/>
                  <a:pt x="46681" y="86920"/>
                </a:cubicBezTo>
                <a:cubicBezTo>
                  <a:pt x="46681" y="101806"/>
                  <a:pt x="46681" y="111747"/>
                  <a:pt x="47342" y="126478"/>
                </a:cubicBezTo>
                <a:cubicBezTo>
                  <a:pt x="47507" y="129296"/>
                  <a:pt x="47847" y="133436"/>
                  <a:pt x="48167" y="136409"/>
                </a:cubicBezTo>
                <a:lnTo>
                  <a:pt x="33767" y="136409"/>
                </a:lnTo>
                <a:cubicBezTo>
                  <a:pt x="33932" y="134097"/>
                  <a:pt x="34262" y="129296"/>
                  <a:pt x="34262" y="126644"/>
                </a:cubicBezTo>
                <a:cubicBezTo>
                  <a:pt x="34427" y="110921"/>
                  <a:pt x="34427" y="102807"/>
                  <a:pt x="34768" y="84597"/>
                </a:cubicBezTo>
                <a:cubicBezTo>
                  <a:pt x="34768" y="82936"/>
                  <a:pt x="34933" y="80788"/>
                  <a:pt x="34933" y="78300"/>
                </a:cubicBezTo>
                <a:cubicBezTo>
                  <a:pt x="26985" y="90389"/>
                  <a:pt x="16218" y="106111"/>
                  <a:pt x="8279" y="117043"/>
                </a:cubicBezTo>
                <a:lnTo>
                  <a:pt x="0" y="105626"/>
                </a:lnTo>
                <a:cubicBezTo>
                  <a:pt x="9105" y="94198"/>
                  <a:pt x="27975" y="68700"/>
                  <a:pt x="36255" y="55786"/>
                </a:cubicBezTo>
                <a:cubicBezTo>
                  <a:pt x="36585" y="50490"/>
                  <a:pt x="36915" y="45194"/>
                  <a:pt x="37246" y="40064"/>
                </a:cubicBezTo>
                <a:cubicBezTo>
                  <a:pt x="29803" y="40890"/>
                  <a:pt x="15557" y="42872"/>
                  <a:pt x="5296" y="44203"/>
                </a:cubicBezTo>
                <a:lnTo>
                  <a:pt x="3974" y="30463"/>
                </a:lnTo>
                <a:cubicBezTo>
                  <a:pt x="7556" y="30649"/>
                  <a:pt x="11149" y="30597"/>
                  <a:pt x="14731" y="30298"/>
                </a:cubicBezTo>
                <a:cubicBezTo>
                  <a:pt x="20027" y="29957"/>
                  <a:pt x="29627" y="28967"/>
                  <a:pt x="38071" y="27645"/>
                </a:cubicBezTo>
                <a:cubicBezTo>
                  <a:pt x="38567" y="19861"/>
                  <a:pt x="38897" y="14070"/>
                  <a:pt x="38897" y="12253"/>
                </a:cubicBezTo>
                <a:cubicBezTo>
                  <a:pt x="39083" y="8155"/>
                  <a:pt x="38866" y="4047"/>
                  <a:pt x="38237" y="0"/>
                </a:cubicBezTo>
                <a:lnTo>
                  <a:pt x="53969" y="496"/>
                </a:lnTo>
                <a:cubicBezTo>
                  <a:pt x="53143" y="4470"/>
                  <a:pt x="51811" y="13740"/>
                  <a:pt x="50655" y="25168"/>
                </a:cubicBezTo>
                <a:lnTo>
                  <a:pt x="51481" y="24827"/>
                </a:lnTo>
                <a:lnTo>
                  <a:pt x="56281" y="30628"/>
                </a:lnTo>
                <a:cubicBezTo>
                  <a:pt x="54299" y="33602"/>
                  <a:pt x="51481" y="38082"/>
                  <a:pt x="49004" y="42046"/>
                </a:cubicBezTo>
                <a:cubicBezTo>
                  <a:pt x="48673" y="45029"/>
                  <a:pt x="48508" y="48178"/>
                  <a:pt x="48167" y="51316"/>
                </a:cubicBezTo>
                <a:cubicBezTo>
                  <a:pt x="60916" y="39568"/>
                  <a:pt x="81944" y="23836"/>
                  <a:pt x="98337" y="23836"/>
                </a:cubicBezTo>
                <a:cubicBezTo>
                  <a:pt x="109590" y="22349"/>
                  <a:pt x="119913" y="30267"/>
                  <a:pt x="121399" y="41519"/>
                </a:cubicBezTo>
                <a:cubicBezTo>
                  <a:pt x="121585" y="42954"/>
                  <a:pt x="121626" y="44410"/>
                  <a:pt x="121513" y="45855"/>
                </a:cubicBezTo>
                <a:cubicBezTo>
                  <a:pt x="121513" y="62248"/>
                  <a:pt x="115391" y="90554"/>
                  <a:pt x="115391" y="107112"/>
                </a:cubicBezTo>
                <a:cubicBezTo>
                  <a:pt x="115391" y="112738"/>
                  <a:pt x="118034" y="117043"/>
                  <a:pt x="123825" y="117043"/>
                </a:cubicBezTo>
                <a:cubicBezTo>
                  <a:pt x="133550" y="116052"/>
                  <a:pt x="142458" y="111149"/>
                  <a:pt x="148497" y="103468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2" name="フリーフォーム: 図形 31">
            <a:extLst>
              <a:ext uri="{FF2B5EF4-FFF2-40B4-BE49-F238E27FC236}">
                <a16:creationId xmlns:a16="http://schemas.microsoft.com/office/drawing/2014/main" id="{782BD3AB-1528-7E4C-E36A-65CAFE9ADA2B}"/>
              </a:ext>
            </a:extLst>
          </p:cNvPr>
          <p:cNvSpPr/>
          <p:nvPr/>
        </p:nvSpPr>
        <p:spPr>
          <a:xfrm>
            <a:off x="4187061" y="4583474"/>
            <a:ext cx="85635" cy="142375"/>
          </a:xfrm>
          <a:custGeom>
            <a:avLst/>
            <a:gdLst>
              <a:gd name="connsiteX0" fmla="*/ 81991 w 85635"/>
              <a:gd name="connsiteY0" fmla="*/ 10932 h 142375"/>
              <a:gd name="connsiteX1" fmla="*/ 70739 w 85635"/>
              <a:gd name="connsiteY1" fmla="*/ 20202 h 142375"/>
              <a:gd name="connsiteX2" fmla="*/ 23717 w 85635"/>
              <a:gd name="connsiteY2" fmla="*/ 58780 h 142375"/>
              <a:gd name="connsiteX3" fmla="*/ 24388 w 85635"/>
              <a:gd name="connsiteY3" fmla="*/ 78641 h 142375"/>
              <a:gd name="connsiteX4" fmla="*/ 85635 w 85635"/>
              <a:gd name="connsiteY4" fmla="*/ 131619 h 142375"/>
              <a:gd name="connsiteX5" fmla="*/ 73722 w 85635"/>
              <a:gd name="connsiteY5" fmla="*/ 142376 h 142375"/>
              <a:gd name="connsiteX6" fmla="*/ 62460 w 85635"/>
              <a:gd name="connsiteY6" fmla="*/ 130463 h 142375"/>
              <a:gd name="connsiteX7" fmla="*/ 10803 w 85635"/>
              <a:gd name="connsiteY7" fmla="*/ 84938 h 142375"/>
              <a:gd name="connsiteX8" fmla="*/ 11970 w 85635"/>
              <a:gd name="connsiteY8" fmla="*/ 52152 h 142375"/>
              <a:gd name="connsiteX9" fmla="*/ 60147 w 85635"/>
              <a:gd name="connsiteY9" fmla="*/ 10932 h 142375"/>
              <a:gd name="connsiteX10" fmla="*/ 69583 w 85635"/>
              <a:gd name="connsiteY10" fmla="*/ 0 h 14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635" h="142375">
                <a:moveTo>
                  <a:pt x="81991" y="10932"/>
                </a:moveTo>
                <a:cubicBezTo>
                  <a:pt x="78357" y="13575"/>
                  <a:pt x="73382" y="17880"/>
                  <a:pt x="70739" y="20202"/>
                </a:cubicBezTo>
                <a:cubicBezTo>
                  <a:pt x="59321" y="29968"/>
                  <a:pt x="35806" y="48838"/>
                  <a:pt x="23717" y="58780"/>
                </a:cubicBezTo>
                <a:cubicBezTo>
                  <a:pt x="13786" y="67389"/>
                  <a:pt x="13786" y="69867"/>
                  <a:pt x="24388" y="78641"/>
                </a:cubicBezTo>
                <a:cubicBezTo>
                  <a:pt x="39284" y="90564"/>
                  <a:pt x="69583" y="115722"/>
                  <a:pt x="85635" y="131619"/>
                </a:cubicBezTo>
                <a:lnTo>
                  <a:pt x="73722" y="142376"/>
                </a:lnTo>
                <a:cubicBezTo>
                  <a:pt x="70409" y="138412"/>
                  <a:pt x="65939" y="134262"/>
                  <a:pt x="62460" y="130463"/>
                </a:cubicBezTo>
                <a:cubicBezTo>
                  <a:pt x="53520" y="120852"/>
                  <a:pt x="26205" y="97512"/>
                  <a:pt x="10803" y="84938"/>
                </a:cubicBezTo>
                <a:cubicBezTo>
                  <a:pt x="-4589" y="72014"/>
                  <a:pt x="-2937" y="64571"/>
                  <a:pt x="11970" y="52152"/>
                </a:cubicBezTo>
                <a:cubicBezTo>
                  <a:pt x="24223" y="41726"/>
                  <a:pt x="49050" y="22184"/>
                  <a:pt x="60147" y="10932"/>
                </a:cubicBezTo>
                <a:cubicBezTo>
                  <a:pt x="63626" y="7598"/>
                  <a:pt x="66785" y="3933"/>
                  <a:pt x="69583" y="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3" name="フリーフォーム: 図形 32">
            <a:extLst>
              <a:ext uri="{FF2B5EF4-FFF2-40B4-BE49-F238E27FC236}">
                <a16:creationId xmlns:a16="http://schemas.microsoft.com/office/drawing/2014/main" id="{E672004F-FA7D-0472-2303-EA25DE6BFB55}"/>
              </a:ext>
            </a:extLst>
          </p:cNvPr>
          <p:cNvSpPr/>
          <p:nvPr/>
        </p:nvSpPr>
        <p:spPr>
          <a:xfrm>
            <a:off x="4344266" y="4584640"/>
            <a:ext cx="114069" cy="137750"/>
          </a:xfrm>
          <a:custGeom>
            <a:avLst/>
            <a:gdLst>
              <a:gd name="connsiteX0" fmla="*/ 114070 w 114069"/>
              <a:gd name="connsiteY0" fmla="*/ 31785 h 137750"/>
              <a:gd name="connsiteX1" fmla="*/ 83111 w 114069"/>
              <a:gd name="connsiteY1" fmla="*/ 38577 h 137750"/>
              <a:gd name="connsiteX2" fmla="*/ 105130 w 114069"/>
              <a:gd name="connsiteY2" fmla="*/ 84422 h 137750"/>
              <a:gd name="connsiteX3" fmla="*/ 97512 w 114069"/>
              <a:gd name="connsiteY3" fmla="*/ 92371 h 137750"/>
              <a:gd name="connsiteX4" fmla="*/ 63569 w 114069"/>
              <a:gd name="connsiteY4" fmla="*/ 87571 h 137750"/>
              <a:gd name="connsiteX5" fmla="*/ 64901 w 114069"/>
              <a:gd name="connsiteY5" fmla="*/ 76814 h 137750"/>
              <a:gd name="connsiteX6" fmla="*/ 88076 w 114069"/>
              <a:gd name="connsiteY6" fmla="*/ 79126 h 137750"/>
              <a:gd name="connsiteX7" fmla="*/ 70197 w 114069"/>
              <a:gd name="connsiteY7" fmla="*/ 40559 h 137750"/>
              <a:gd name="connsiteX8" fmla="*/ 495 w 114069"/>
              <a:gd name="connsiteY8" fmla="*/ 40890 h 137750"/>
              <a:gd name="connsiteX9" fmla="*/ 0 w 114069"/>
              <a:gd name="connsiteY9" fmla="*/ 27645 h 137750"/>
              <a:gd name="connsiteX10" fmla="*/ 65066 w 114069"/>
              <a:gd name="connsiteY10" fmla="*/ 28636 h 137750"/>
              <a:gd name="connsiteX11" fmla="*/ 59605 w 114069"/>
              <a:gd name="connsiteY11" fmla="*/ 16548 h 137750"/>
              <a:gd name="connsiteX12" fmla="*/ 52648 w 114069"/>
              <a:gd name="connsiteY12" fmla="*/ 2808 h 137750"/>
              <a:gd name="connsiteX13" fmla="*/ 67379 w 114069"/>
              <a:gd name="connsiteY13" fmla="*/ 0 h 137750"/>
              <a:gd name="connsiteX14" fmla="*/ 77981 w 114069"/>
              <a:gd name="connsiteY14" fmla="*/ 26984 h 137750"/>
              <a:gd name="connsiteX15" fmla="*/ 111582 w 114069"/>
              <a:gd name="connsiteY15" fmla="*/ 18705 h 137750"/>
              <a:gd name="connsiteX16" fmla="*/ 21524 w 114069"/>
              <a:gd name="connsiteY16" fmla="*/ 80954 h 137750"/>
              <a:gd name="connsiteX17" fmla="*/ 16889 w 114069"/>
              <a:gd name="connsiteY17" fmla="*/ 101641 h 137750"/>
              <a:gd name="connsiteX18" fmla="*/ 51161 w 114069"/>
              <a:gd name="connsiteY18" fmla="*/ 124651 h 137750"/>
              <a:gd name="connsiteX19" fmla="*/ 94208 w 114069"/>
              <a:gd name="connsiteY19" fmla="*/ 120192 h 137750"/>
              <a:gd name="connsiteX20" fmla="*/ 94033 w 114069"/>
              <a:gd name="connsiteY20" fmla="*/ 133932 h 137750"/>
              <a:gd name="connsiteX21" fmla="*/ 50986 w 114069"/>
              <a:gd name="connsiteY21" fmla="*/ 137731 h 137750"/>
              <a:gd name="connsiteX22" fmla="*/ 3644 w 114069"/>
              <a:gd name="connsiteY22" fmla="*/ 104955 h 137750"/>
              <a:gd name="connsiteX23" fmla="*/ 8114 w 114069"/>
              <a:gd name="connsiteY23" fmla="*/ 79797 h 13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14069" h="137750">
                <a:moveTo>
                  <a:pt x="114070" y="31785"/>
                </a:moveTo>
                <a:cubicBezTo>
                  <a:pt x="103964" y="34438"/>
                  <a:pt x="93207" y="36915"/>
                  <a:pt x="83111" y="38577"/>
                </a:cubicBezTo>
                <a:cubicBezTo>
                  <a:pt x="89067" y="51646"/>
                  <a:pt x="98007" y="70682"/>
                  <a:pt x="105130" y="84422"/>
                </a:cubicBezTo>
                <a:lnTo>
                  <a:pt x="97512" y="92371"/>
                </a:lnTo>
                <a:cubicBezTo>
                  <a:pt x="90389" y="90884"/>
                  <a:pt x="74171" y="88562"/>
                  <a:pt x="63569" y="87571"/>
                </a:cubicBezTo>
                <a:lnTo>
                  <a:pt x="64901" y="76814"/>
                </a:lnTo>
                <a:cubicBezTo>
                  <a:pt x="71188" y="77309"/>
                  <a:pt x="82615" y="78631"/>
                  <a:pt x="88076" y="79126"/>
                </a:cubicBezTo>
                <a:cubicBezTo>
                  <a:pt x="83441" y="69030"/>
                  <a:pt x="75162" y="51977"/>
                  <a:pt x="70197" y="40559"/>
                </a:cubicBezTo>
                <a:cubicBezTo>
                  <a:pt x="47032" y="42996"/>
                  <a:pt x="23681" y="43109"/>
                  <a:pt x="495" y="40890"/>
                </a:cubicBezTo>
                <a:lnTo>
                  <a:pt x="0" y="27645"/>
                </a:lnTo>
                <a:cubicBezTo>
                  <a:pt x="21575" y="30515"/>
                  <a:pt x="43409" y="30845"/>
                  <a:pt x="65066" y="28636"/>
                </a:cubicBezTo>
                <a:lnTo>
                  <a:pt x="59605" y="16548"/>
                </a:lnTo>
                <a:cubicBezTo>
                  <a:pt x="57551" y="11841"/>
                  <a:pt x="55228" y="7247"/>
                  <a:pt x="52648" y="2808"/>
                </a:cubicBezTo>
                <a:lnTo>
                  <a:pt x="67379" y="0"/>
                </a:lnTo>
                <a:cubicBezTo>
                  <a:pt x="71353" y="10922"/>
                  <a:pt x="74336" y="18210"/>
                  <a:pt x="77981" y="26984"/>
                </a:cubicBezTo>
                <a:cubicBezTo>
                  <a:pt x="89356" y="25002"/>
                  <a:pt x="100588" y="22236"/>
                  <a:pt x="111582" y="18705"/>
                </a:cubicBezTo>
                <a:close/>
                <a:moveTo>
                  <a:pt x="21524" y="80954"/>
                </a:moveTo>
                <a:cubicBezTo>
                  <a:pt x="18870" y="87550"/>
                  <a:pt x="17301" y="94539"/>
                  <a:pt x="16889" y="101641"/>
                </a:cubicBezTo>
                <a:cubicBezTo>
                  <a:pt x="16889" y="116052"/>
                  <a:pt x="26654" y="124651"/>
                  <a:pt x="51161" y="124651"/>
                </a:cubicBezTo>
                <a:cubicBezTo>
                  <a:pt x="65634" y="124971"/>
                  <a:pt x="80097" y="123464"/>
                  <a:pt x="94208" y="120192"/>
                </a:cubicBezTo>
                <a:lnTo>
                  <a:pt x="94033" y="133932"/>
                </a:lnTo>
                <a:cubicBezTo>
                  <a:pt x="79859" y="136657"/>
                  <a:pt x="65428" y="137927"/>
                  <a:pt x="50986" y="137731"/>
                </a:cubicBezTo>
                <a:cubicBezTo>
                  <a:pt x="20533" y="137731"/>
                  <a:pt x="3644" y="125487"/>
                  <a:pt x="3644" y="104955"/>
                </a:cubicBezTo>
                <a:cubicBezTo>
                  <a:pt x="3995" y="96407"/>
                  <a:pt x="5502" y="87942"/>
                  <a:pt x="8114" y="79797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4" name="フリーフォーム: 図形 33">
            <a:extLst>
              <a:ext uri="{FF2B5EF4-FFF2-40B4-BE49-F238E27FC236}">
                <a16:creationId xmlns:a16="http://schemas.microsoft.com/office/drawing/2014/main" id="{0A41FD9C-C741-2ADE-3B71-2F66A0DE4D5B}"/>
              </a:ext>
            </a:extLst>
          </p:cNvPr>
          <p:cNvSpPr/>
          <p:nvPr/>
        </p:nvSpPr>
        <p:spPr>
          <a:xfrm>
            <a:off x="4494477" y="4582988"/>
            <a:ext cx="139887" cy="140879"/>
          </a:xfrm>
          <a:custGeom>
            <a:avLst/>
            <a:gdLst>
              <a:gd name="connsiteX0" fmla="*/ 29132 w 139887"/>
              <a:gd name="connsiteY0" fmla="*/ 14225 h 140879"/>
              <a:gd name="connsiteX1" fmla="*/ 34933 w 139887"/>
              <a:gd name="connsiteY1" fmla="*/ 24992 h 140879"/>
              <a:gd name="connsiteX2" fmla="*/ 44369 w 139887"/>
              <a:gd name="connsiteY2" fmla="*/ 43863 h 140879"/>
              <a:gd name="connsiteX3" fmla="*/ 103303 w 139887"/>
              <a:gd name="connsiteY3" fmla="*/ 26314 h 140879"/>
              <a:gd name="connsiteX4" fmla="*/ 139888 w 139887"/>
              <a:gd name="connsiteY4" fmla="*/ 57272 h 140879"/>
              <a:gd name="connsiteX5" fmla="*/ 102147 w 139887"/>
              <a:gd name="connsiteY5" fmla="*/ 90544 h 140879"/>
              <a:gd name="connsiteX6" fmla="*/ 77640 w 139887"/>
              <a:gd name="connsiteY6" fmla="*/ 85919 h 140879"/>
              <a:gd name="connsiteX7" fmla="*/ 78135 w 139887"/>
              <a:gd name="connsiteY7" fmla="*/ 72675 h 140879"/>
              <a:gd name="connsiteX8" fmla="*/ 101311 w 139887"/>
              <a:gd name="connsiteY8" fmla="*/ 78135 h 140879"/>
              <a:gd name="connsiteX9" fmla="*/ 126644 w 139887"/>
              <a:gd name="connsiteY9" fmla="*/ 56777 h 140879"/>
              <a:gd name="connsiteX10" fmla="*/ 102808 w 139887"/>
              <a:gd name="connsiteY10" fmla="*/ 38071 h 140879"/>
              <a:gd name="connsiteX11" fmla="*/ 49499 w 139887"/>
              <a:gd name="connsiteY11" fmla="*/ 54630 h 140879"/>
              <a:gd name="connsiteX12" fmla="*/ 55786 w 139887"/>
              <a:gd name="connsiteY12" fmla="*/ 68194 h 140879"/>
              <a:gd name="connsiteX13" fmla="*/ 80623 w 139887"/>
              <a:gd name="connsiteY13" fmla="*/ 137070 h 140879"/>
              <a:gd name="connsiteX14" fmla="*/ 66388 w 139887"/>
              <a:gd name="connsiteY14" fmla="*/ 140879 h 140879"/>
              <a:gd name="connsiteX15" fmla="*/ 44038 w 139887"/>
              <a:gd name="connsiteY15" fmla="*/ 73665 h 140879"/>
              <a:gd name="connsiteX16" fmla="*/ 37906 w 139887"/>
              <a:gd name="connsiteY16" fmla="*/ 60091 h 140879"/>
              <a:gd name="connsiteX17" fmla="*/ 6452 w 139887"/>
              <a:gd name="connsiteY17" fmla="*/ 75482 h 140879"/>
              <a:gd name="connsiteX18" fmla="*/ 0 w 139887"/>
              <a:gd name="connsiteY18" fmla="*/ 61908 h 140879"/>
              <a:gd name="connsiteX19" fmla="*/ 13575 w 139887"/>
              <a:gd name="connsiteY19" fmla="*/ 57438 h 140879"/>
              <a:gd name="connsiteX20" fmla="*/ 32776 w 139887"/>
              <a:gd name="connsiteY20" fmla="*/ 49158 h 140879"/>
              <a:gd name="connsiteX21" fmla="*/ 23506 w 139887"/>
              <a:gd name="connsiteY21" fmla="*/ 31114 h 140879"/>
              <a:gd name="connsiteX22" fmla="*/ 15557 w 139887"/>
              <a:gd name="connsiteY22" fmla="*/ 19531 h 140879"/>
              <a:gd name="connsiteX23" fmla="*/ 78301 w 139887"/>
              <a:gd name="connsiteY23" fmla="*/ 25983 h 140879"/>
              <a:gd name="connsiteX24" fmla="*/ 56942 w 139887"/>
              <a:gd name="connsiteY24" fmla="*/ 6947 h 140879"/>
              <a:gd name="connsiteX25" fmla="*/ 66553 w 139887"/>
              <a:gd name="connsiteY25" fmla="*/ 0 h 140879"/>
              <a:gd name="connsiteX26" fmla="*/ 87901 w 139887"/>
              <a:gd name="connsiteY26" fmla="*/ 18530 h 140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39887" h="140879">
                <a:moveTo>
                  <a:pt x="29132" y="14225"/>
                </a:moveTo>
                <a:cubicBezTo>
                  <a:pt x="30463" y="16878"/>
                  <a:pt x="33271" y="22174"/>
                  <a:pt x="34933" y="24992"/>
                </a:cubicBezTo>
                <a:cubicBezTo>
                  <a:pt x="37741" y="30453"/>
                  <a:pt x="41055" y="37081"/>
                  <a:pt x="44369" y="43863"/>
                </a:cubicBezTo>
                <a:cubicBezTo>
                  <a:pt x="62744" y="34386"/>
                  <a:pt x="82729" y="28440"/>
                  <a:pt x="103303" y="26314"/>
                </a:cubicBezTo>
                <a:cubicBezTo>
                  <a:pt x="125983" y="26314"/>
                  <a:pt x="139888" y="39393"/>
                  <a:pt x="139888" y="57272"/>
                </a:cubicBezTo>
                <a:cubicBezTo>
                  <a:pt x="139888" y="76143"/>
                  <a:pt x="127800" y="90544"/>
                  <a:pt x="102147" y="90544"/>
                </a:cubicBezTo>
                <a:cubicBezTo>
                  <a:pt x="93775" y="90409"/>
                  <a:pt x="85485" y="88851"/>
                  <a:pt x="77640" y="85919"/>
                </a:cubicBezTo>
                <a:lnTo>
                  <a:pt x="78135" y="72675"/>
                </a:lnTo>
                <a:cubicBezTo>
                  <a:pt x="85361" y="76184"/>
                  <a:pt x="93279" y="78053"/>
                  <a:pt x="101311" y="78135"/>
                </a:cubicBezTo>
                <a:cubicBezTo>
                  <a:pt x="119355" y="78135"/>
                  <a:pt x="126644" y="68370"/>
                  <a:pt x="126644" y="56777"/>
                </a:cubicBezTo>
                <a:cubicBezTo>
                  <a:pt x="126644" y="46846"/>
                  <a:pt x="119035" y="38071"/>
                  <a:pt x="102808" y="38071"/>
                </a:cubicBezTo>
                <a:cubicBezTo>
                  <a:pt x="84143" y="40167"/>
                  <a:pt x="66057" y="45783"/>
                  <a:pt x="49499" y="54630"/>
                </a:cubicBezTo>
                <a:cubicBezTo>
                  <a:pt x="51646" y="59100"/>
                  <a:pt x="53804" y="63724"/>
                  <a:pt x="55786" y="68194"/>
                </a:cubicBezTo>
                <a:cubicBezTo>
                  <a:pt x="64726" y="88396"/>
                  <a:pt x="74997" y="119025"/>
                  <a:pt x="80623" y="137070"/>
                </a:cubicBezTo>
                <a:lnTo>
                  <a:pt x="66388" y="140879"/>
                </a:lnTo>
                <a:cubicBezTo>
                  <a:pt x="60586" y="117962"/>
                  <a:pt x="53123" y="95488"/>
                  <a:pt x="44038" y="73665"/>
                </a:cubicBezTo>
                <a:cubicBezTo>
                  <a:pt x="42046" y="69031"/>
                  <a:pt x="39899" y="64395"/>
                  <a:pt x="37906" y="60091"/>
                </a:cubicBezTo>
                <a:cubicBezTo>
                  <a:pt x="25333" y="66212"/>
                  <a:pt x="13905" y="72169"/>
                  <a:pt x="6452" y="75482"/>
                </a:cubicBezTo>
                <a:lnTo>
                  <a:pt x="0" y="61908"/>
                </a:lnTo>
                <a:cubicBezTo>
                  <a:pt x="4800" y="60586"/>
                  <a:pt x="10591" y="58594"/>
                  <a:pt x="13575" y="57438"/>
                </a:cubicBezTo>
                <a:cubicBezTo>
                  <a:pt x="19036" y="55290"/>
                  <a:pt x="25663" y="52307"/>
                  <a:pt x="32776" y="49158"/>
                </a:cubicBezTo>
                <a:cubicBezTo>
                  <a:pt x="30030" y="42975"/>
                  <a:pt x="26943" y="36946"/>
                  <a:pt x="23506" y="31114"/>
                </a:cubicBezTo>
                <a:cubicBezTo>
                  <a:pt x="21121" y="27077"/>
                  <a:pt x="18468" y="23206"/>
                  <a:pt x="15557" y="19531"/>
                </a:cubicBezTo>
                <a:close/>
                <a:moveTo>
                  <a:pt x="78301" y="25983"/>
                </a:moveTo>
                <a:cubicBezTo>
                  <a:pt x="71663" y="19118"/>
                  <a:pt x="64529" y="12759"/>
                  <a:pt x="56942" y="6947"/>
                </a:cubicBezTo>
                <a:lnTo>
                  <a:pt x="66553" y="0"/>
                </a:lnTo>
                <a:cubicBezTo>
                  <a:pt x="74089" y="5667"/>
                  <a:pt x="81232" y="11861"/>
                  <a:pt x="87901" y="1853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5" name="フリーフォーム: 図形 34">
            <a:extLst>
              <a:ext uri="{FF2B5EF4-FFF2-40B4-BE49-F238E27FC236}">
                <a16:creationId xmlns:a16="http://schemas.microsoft.com/office/drawing/2014/main" id="{E76075CE-E72F-E513-8A10-386C2C04AAB2}"/>
              </a:ext>
            </a:extLst>
          </p:cNvPr>
          <p:cNvSpPr/>
          <p:nvPr/>
        </p:nvSpPr>
        <p:spPr>
          <a:xfrm>
            <a:off x="3414415" y="4845762"/>
            <a:ext cx="153132" cy="151305"/>
          </a:xfrm>
          <a:custGeom>
            <a:avLst/>
            <a:gdLst>
              <a:gd name="connsiteX0" fmla="*/ 55796 w 153132"/>
              <a:gd name="connsiteY0" fmla="*/ 37576 h 151305"/>
              <a:gd name="connsiteX1" fmla="*/ 0 w 153132"/>
              <a:gd name="connsiteY1" fmla="*/ 37576 h 151305"/>
              <a:gd name="connsiteX2" fmla="*/ 0 w 153132"/>
              <a:gd name="connsiteY2" fmla="*/ 27480 h 151305"/>
              <a:gd name="connsiteX3" fmla="*/ 55796 w 153132"/>
              <a:gd name="connsiteY3" fmla="*/ 27480 h 151305"/>
              <a:gd name="connsiteX4" fmla="*/ 51491 w 153132"/>
              <a:gd name="connsiteY4" fmla="*/ 141540 h 151305"/>
              <a:gd name="connsiteX5" fmla="*/ 17219 w 153132"/>
              <a:gd name="connsiteY5" fmla="*/ 141540 h 151305"/>
              <a:gd name="connsiteX6" fmla="*/ 17219 w 153132"/>
              <a:gd name="connsiteY6" fmla="*/ 149324 h 151305"/>
              <a:gd name="connsiteX7" fmla="*/ 6793 w 153132"/>
              <a:gd name="connsiteY7" fmla="*/ 149324 h 151305"/>
              <a:gd name="connsiteX8" fmla="*/ 6793 w 153132"/>
              <a:gd name="connsiteY8" fmla="*/ 93858 h 151305"/>
              <a:gd name="connsiteX9" fmla="*/ 51491 w 153132"/>
              <a:gd name="connsiteY9" fmla="*/ 93858 h 151305"/>
              <a:gd name="connsiteX10" fmla="*/ 6958 w 153132"/>
              <a:gd name="connsiteY10" fmla="*/ 49830 h 151305"/>
              <a:gd name="connsiteX11" fmla="*/ 51491 w 153132"/>
              <a:gd name="connsiteY11" fmla="*/ 49830 h 151305"/>
              <a:gd name="connsiteX12" fmla="*/ 51491 w 153132"/>
              <a:gd name="connsiteY12" fmla="*/ 59595 h 151305"/>
              <a:gd name="connsiteX13" fmla="*/ 6958 w 153132"/>
              <a:gd name="connsiteY13" fmla="*/ 59595 h 151305"/>
              <a:gd name="connsiteX14" fmla="*/ 6958 w 153132"/>
              <a:gd name="connsiteY14" fmla="*/ 71673 h 151305"/>
              <a:gd name="connsiteX15" fmla="*/ 51491 w 153132"/>
              <a:gd name="connsiteY15" fmla="*/ 71673 h 151305"/>
              <a:gd name="connsiteX16" fmla="*/ 51491 w 153132"/>
              <a:gd name="connsiteY16" fmla="*/ 81614 h 151305"/>
              <a:gd name="connsiteX17" fmla="*/ 6958 w 153132"/>
              <a:gd name="connsiteY17" fmla="*/ 81614 h 151305"/>
              <a:gd name="connsiteX18" fmla="*/ 50820 w 153132"/>
              <a:gd name="connsiteY18" fmla="*/ 15722 h 151305"/>
              <a:gd name="connsiteX19" fmla="*/ 7949 w 153132"/>
              <a:gd name="connsiteY19" fmla="*/ 15722 h 151305"/>
              <a:gd name="connsiteX20" fmla="*/ 7949 w 153132"/>
              <a:gd name="connsiteY20" fmla="*/ 5791 h 151305"/>
              <a:gd name="connsiteX21" fmla="*/ 50820 w 153132"/>
              <a:gd name="connsiteY21" fmla="*/ 5791 h 151305"/>
              <a:gd name="connsiteX22" fmla="*/ 17219 w 153132"/>
              <a:gd name="connsiteY22" fmla="*/ 103964 h 151305"/>
              <a:gd name="connsiteX23" fmla="*/ 17219 w 153132"/>
              <a:gd name="connsiteY23" fmla="*/ 131609 h 151305"/>
              <a:gd name="connsiteX24" fmla="*/ 41055 w 153132"/>
              <a:gd name="connsiteY24" fmla="*/ 131609 h 151305"/>
              <a:gd name="connsiteX25" fmla="*/ 41055 w 153132"/>
              <a:gd name="connsiteY25" fmla="*/ 103964 h 151305"/>
              <a:gd name="connsiteX26" fmla="*/ 95199 w 153132"/>
              <a:gd name="connsiteY26" fmla="*/ 84092 h 151305"/>
              <a:gd name="connsiteX27" fmla="*/ 59100 w 153132"/>
              <a:gd name="connsiteY27" fmla="*/ 151305 h 151305"/>
              <a:gd name="connsiteX28" fmla="*/ 51977 w 153132"/>
              <a:gd name="connsiteY28" fmla="*/ 141705 h 151305"/>
              <a:gd name="connsiteX29" fmla="*/ 83607 w 153132"/>
              <a:gd name="connsiteY29" fmla="*/ 84092 h 151305"/>
              <a:gd name="connsiteX30" fmla="*/ 70362 w 153132"/>
              <a:gd name="connsiteY30" fmla="*/ 92206 h 151305"/>
              <a:gd name="connsiteX31" fmla="*/ 59265 w 153132"/>
              <a:gd name="connsiteY31" fmla="*/ 92206 h 151305"/>
              <a:gd name="connsiteX32" fmla="*/ 59265 w 153132"/>
              <a:gd name="connsiteY32" fmla="*/ 63074 h 151305"/>
              <a:gd name="connsiteX33" fmla="*/ 149334 w 153132"/>
              <a:gd name="connsiteY33" fmla="*/ 63074 h 151305"/>
              <a:gd name="connsiteX34" fmla="*/ 149334 w 153132"/>
              <a:gd name="connsiteY34" fmla="*/ 92206 h 151305"/>
              <a:gd name="connsiteX35" fmla="*/ 137906 w 153132"/>
              <a:gd name="connsiteY35" fmla="*/ 92206 h 151305"/>
              <a:gd name="connsiteX36" fmla="*/ 137906 w 153132"/>
              <a:gd name="connsiteY36" fmla="*/ 73170 h 151305"/>
              <a:gd name="connsiteX37" fmla="*/ 70362 w 153132"/>
              <a:gd name="connsiteY37" fmla="*/ 73170 h 151305"/>
              <a:gd name="connsiteX38" fmla="*/ 97347 w 153132"/>
              <a:gd name="connsiteY38" fmla="*/ 25323 h 151305"/>
              <a:gd name="connsiteX39" fmla="*/ 59925 w 153132"/>
              <a:gd name="connsiteY39" fmla="*/ 25323 h 151305"/>
              <a:gd name="connsiteX40" fmla="*/ 59925 w 153132"/>
              <a:gd name="connsiteY40" fmla="*/ 14896 h 151305"/>
              <a:gd name="connsiteX41" fmla="*/ 97347 w 153132"/>
              <a:gd name="connsiteY41" fmla="*/ 14896 h 151305"/>
              <a:gd name="connsiteX42" fmla="*/ 97347 w 153132"/>
              <a:gd name="connsiteY42" fmla="*/ 0 h 151305"/>
              <a:gd name="connsiteX43" fmla="*/ 109600 w 153132"/>
              <a:gd name="connsiteY43" fmla="*/ 0 h 151305"/>
              <a:gd name="connsiteX44" fmla="*/ 109600 w 153132"/>
              <a:gd name="connsiteY44" fmla="*/ 14896 h 151305"/>
              <a:gd name="connsiteX45" fmla="*/ 148663 w 153132"/>
              <a:gd name="connsiteY45" fmla="*/ 14896 h 151305"/>
              <a:gd name="connsiteX46" fmla="*/ 148663 w 153132"/>
              <a:gd name="connsiteY46" fmla="*/ 25323 h 151305"/>
              <a:gd name="connsiteX47" fmla="*/ 109600 w 153132"/>
              <a:gd name="connsiteY47" fmla="*/ 25323 h 151305"/>
              <a:gd name="connsiteX48" fmla="*/ 109600 w 153132"/>
              <a:gd name="connsiteY48" fmla="*/ 40714 h 151305"/>
              <a:gd name="connsiteX49" fmla="*/ 143862 w 153132"/>
              <a:gd name="connsiteY49" fmla="*/ 40714 h 151305"/>
              <a:gd name="connsiteX50" fmla="*/ 143862 w 153132"/>
              <a:gd name="connsiteY50" fmla="*/ 51151 h 151305"/>
              <a:gd name="connsiteX51" fmla="*/ 65232 w 153132"/>
              <a:gd name="connsiteY51" fmla="*/ 51151 h 151305"/>
              <a:gd name="connsiteX52" fmla="*/ 65232 w 153132"/>
              <a:gd name="connsiteY52" fmla="*/ 40714 h 151305"/>
              <a:gd name="connsiteX53" fmla="*/ 97347 w 153132"/>
              <a:gd name="connsiteY53" fmla="*/ 40714 h 151305"/>
              <a:gd name="connsiteX54" fmla="*/ 138236 w 153132"/>
              <a:gd name="connsiteY54" fmla="*/ 138226 h 151305"/>
              <a:gd name="connsiteX55" fmla="*/ 143036 w 153132"/>
              <a:gd name="connsiteY55" fmla="*/ 116548 h 151305"/>
              <a:gd name="connsiteX56" fmla="*/ 153132 w 153132"/>
              <a:gd name="connsiteY56" fmla="*/ 121348 h 151305"/>
              <a:gd name="connsiteX57" fmla="*/ 139558 w 153132"/>
              <a:gd name="connsiteY57" fmla="*/ 149324 h 151305"/>
              <a:gd name="connsiteX58" fmla="*/ 125818 w 153132"/>
              <a:gd name="connsiteY58" fmla="*/ 149324 h 151305"/>
              <a:gd name="connsiteX59" fmla="*/ 111912 w 153132"/>
              <a:gd name="connsiteY59" fmla="*/ 133601 h 151305"/>
              <a:gd name="connsiteX60" fmla="*/ 111912 w 153132"/>
              <a:gd name="connsiteY60" fmla="*/ 84092 h 151305"/>
              <a:gd name="connsiteX61" fmla="*/ 123340 w 153132"/>
              <a:gd name="connsiteY61" fmla="*/ 84092 h 151305"/>
              <a:gd name="connsiteX62" fmla="*/ 123340 w 153132"/>
              <a:gd name="connsiteY62" fmla="*/ 133601 h 151305"/>
              <a:gd name="connsiteX63" fmla="*/ 127304 w 153132"/>
              <a:gd name="connsiteY63" fmla="*/ 138226 h 151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53132" h="151305">
                <a:moveTo>
                  <a:pt x="55796" y="37576"/>
                </a:moveTo>
                <a:lnTo>
                  <a:pt x="0" y="37576"/>
                </a:lnTo>
                <a:lnTo>
                  <a:pt x="0" y="27480"/>
                </a:lnTo>
                <a:lnTo>
                  <a:pt x="55796" y="27480"/>
                </a:lnTo>
                <a:close/>
                <a:moveTo>
                  <a:pt x="51491" y="141540"/>
                </a:moveTo>
                <a:lnTo>
                  <a:pt x="17219" y="141540"/>
                </a:lnTo>
                <a:lnTo>
                  <a:pt x="17219" y="149324"/>
                </a:lnTo>
                <a:lnTo>
                  <a:pt x="6793" y="149324"/>
                </a:lnTo>
                <a:lnTo>
                  <a:pt x="6793" y="93858"/>
                </a:lnTo>
                <a:lnTo>
                  <a:pt x="51491" y="93858"/>
                </a:lnTo>
                <a:close/>
                <a:moveTo>
                  <a:pt x="6958" y="49830"/>
                </a:moveTo>
                <a:lnTo>
                  <a:pt x="51491" y="49830"/>
                </a:lnTo>
                <a:lnTo>
                  <a:pt x="51491" y="59595"/>
                </a:lnTo>
                <a:lnTo>
                  <a:pt x="6958" y="59595"/>
                </a:lnTo>
                <a:close/>
                <a:moveTo>
                  <a:pt x="6958" y="71673"/>
                </a:moveTo>
                <a:lnTo>
                  <a:pt x="51491" y="71673"/>
                </a:lnTo>
                <a:lnTo>
                  <a:pt x="51491" y="81614"/>
                </a:lnTo>
                <a:lnTo>
                  <a:pt x="6958" y="81614"/>
                </a:lnTo>
                <a:close/>
                <a:moveTo>
                  <a:pt x="50820" y="15722"/>
                </a:moveTo>
                <a:lnTo>
                  <a:pt x="7949" y="15722"/>
                </a:lnTo>
                <a:lnTo>
                  <a:pt x="7949" y="5791"/>
                </a:lnTo>
                <a:lnTo>
                  <a:pt x="50820" y="5791"/>
                </a:lnTo>
                <a:close/>
                <a:moveTo>
                  <a:pt x="17219" y="103964"/>
                </a:moveTo>
                <a:lnTo>
                  <a:pt x="17219" y="131609"/>
                </a:lnTo>
                <a:lnTo>
                  <a:pt x="41055" y="131609"/>
                </a:lnTo>
                <a:lnTo>
                  <a:pt x="41055" y="103964"/>
                </a:lnTo>
                <a:close/>
                <a:moveTo>
                  <a:pt x="95199" y="84092"/>
                </a:moveTo>
                <a:cubicBezTo>
                  <a:pt x="93703" y="119190"/>
                  <a:pt x="88242" y="139888"/>
                  <a:pt x="59100" y="151305"/>
                </a:cubicBezTo>
                <a:cubicBezTo>
                  <a:pt x="57200" y="147785"/>
                  <a:pt x="54795" y="144554"/>
                  <a:pt x="51977" y="141705"/>
                </a:cubicBezTo>
                <a:cubicBezTo>
                  <a:pt x="78466" y="132270"/>
                  <a:pt x="82275" y="115051"/>
                  <a:pt x="83607" y="84092"/>
                </a:cubicBezTo>
                <a:close/>
                <a:moveTo>
                  <a:pt x="70362" y="92206"/>
                </a:moveTo>
                <a:lnTo>
                  <a:pt x="59265" y="92206"/>
                </a:lnTo>
                <a:lnTo>
                  <a:pt x="59265" y="63074"/>
                </a:lnTo>
                <a:lnTo>
                  <a:pt x="149334" y="63074"/>
                </a:lnTo>
                <a:lnTo>
                  <a:pt x="149334" y="92206"/>
                </a:lnTo>
                <a:lnTo>
                  <a:pt x="137906" y="92206"/>
                </a:lnTo>
                <a:lnTo>
                  <a:pt x="137906" y="73170"/>
                </a:lnTo>
                <a:lnTo>
                  <a:pt x="70362" y="73170"/>
                </a:lnTo>
                <a:close/>
                <a:moveTo>
                  <a:pt x="97347" y="25323"/>
                </a:moveTo>
                <a:lnTo>
                  <a:pt x="59925" y="25323"/>
                </a:lnTo>
                <a:lnTo>
                  <a:pt x="59925" y="14896"/>
                </a:lnTo>
                <a:lnTo>
                  <a:pt x="97347" y="14896"/>
                </a:lnTo>
                <a:lnTo>
                  <a:pt x="97347" y="0"/>
                </a:lnTo>
                <a:lnTo>
                  <a:pt x="109600" y="0"/>
                </a:lnTo>
                <a:lnTo>
                  <a:pt x="109600" y="14896"/>
                </a:lnTo>
                <a:lnTo>
                  <a:pt x="148663" y="14896"/>
                </a:lnTo>
                <a:lnTo>
                  <a:pt x="148663" y="25323"/>
                </a:lnTo>
                <a:lnTo>
                  <a:pt x="109600" y="25323"/>
                </a:lnTo>
                <a:lnTo>
                  <a:pt x="109600" y="40714"/>
                </a:lnTo>
                <a:lnTo>
                  <a:pt x="143862" y="40714"/>
                </a:lnTo>
                <a:lnTo>
                  <a:pt x="143862" y="51151"/>
                </a:lnTo>
                <a:lnTo>
                  <a:pt x="65232" y="51151"/>
                </a:lnTo>
                <a:lnTo>
                  <a:pt x="65232" y="40714"/>
                </a:lnTo>
                <a:lnTo>
                  <a:pt x="97347" y="40714"/>
                </a:lnTo>
                <a:close/>
                <a:moveTo>
                  <a:pt x="138236" y="138226"/>
                </a:moveTo>
                <a:cubicBezTo>
                  <a:pt x="141880" y="138226"/>
                  <a:pt x="142541" y="135583"/>
                  <a:pt x="143036" y="116548"/>
                </a:cubicBezTo>
                <a:cubicBezTo>
                  <a:pt x="146113" y="118695"/>
                  <a:pt x="149519" y="120315"/>
                  <a:pt x="153132" y="121348"/>
                </a:cubicBezTo>
                <a:cubicBezTo>
                  <a:pt x="152307" y="143522"/>
                  <a:pt x="149334" y="149324"/>
                  <a:pt x="139558" y="149324"/>
                </a:cubicBezTo>
                <a:lnTo>
                  <a:pt x="125818" y="149324"/>
                </a:lnTo>
                <a:cubicBezTo>
                  <a:pt x="114555" y="149324"/>
                  <a:pt x="111912" y="145679"/>
                  <a:pt x="111912" y="133601"/>
                </a:cubicBezTo>
                <a:lnTo>
                  <a:pt x="111912" y="84092"/>
                </a:lnTo>
                <a:lnTo>
                  <a:pt x="123340" y="84092"/>
                </a:lnTo>
                <a:lnTo>
                  <a:pt x="123340" y="133601"/>
                </a:lnTo>
                <a:cubicBezTo>
                  <a:pt x="123340" y="137731"/>
                  <a:pt x="123836" y="138226"/>
                  <a:pt x="127304" y="138226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65789549-40C3-B575-DA59-AC82E406345C}"/>
              </a:ext>
            </a:extLst>
          </p:cNvPr>
          <p:cNvSpPr/>
          <p:nvPr/>
        </p:nvSpPr>
        <p:spPr>
          <a:xfrm>
            <a:off x="3588958" y="4853536"/>
            <a:ext cx="136089" cy="136915"/>
          </a:xfrm>
          <a:custGeom>
            <a:avLst/>
            <a:gdLst>
              <a:gd name="connsiteX0" fmla="*/ 120687 w 136089"/>
              <a:gd name="connsiteY0" fmla="*/ 89398 h 136915"/>
              <a:gd name="connsiteX1" fmla="*/ 120687 w 136089"/>
              <a:gd name="connsiteY1" fmla="*/ 107112 h 136915"/>
              <a:gd name="connsiteX2" fmla="*/ 99329 w 136089"/>
              <a:gd name="connsiteY2" fmla="*/ 133766 h 136915"/>
              <a:gd name="connsiteX3" fmla="*/ 65397 w 136089"/>
              <a:gd name="connsiteY3" fmla="*/ 136915 h 136915"/>
              <a:gd name="connsiteX4" fmla="*/ 27645 w 136089"/>
              <a:gd name="connsiteY4" fmla="*/ 116878 h 136915"/>
              <a:gd name="connsiteX5" fmla="*/ 27810 w 136089"/>
              <a:gd name="connsiteY5" fmla="*/ 108939 h 136915"/>
              <a:gd name="connsiteX6" fmla="*/ 22680 w 136089"/>
              <a:gd name="connsiteY6" fmla="*/ 109435 h 136915"/>
              <a:gd name="connsiteX7" fmla="*/ 1497 w 136089"/>
              <a:gd name="connsiteY7" fmla="*/ 83607 h 136915"/>
              <a:gd name="connsiteX8" fmla="*/ 28285 w 136089"/>
              <a:gd name="connsiteY8" fmla="*/ 51326 h 136915"/>
              <a:gd name="connsiteX9" fmla="*/ 28306 w 136089"/>
              <a:gd name="connsiteY9" fmla="*/ 51326 h 136915"/>
              <a:gd name="connsiteX10" fmla="*/ 32611 w 136089"/>
              <a:gd name="connsiteY10" fmla="*/ 51657 h 136915"/>
              <a:gd name="connsiteX11" fmla="*/ 32611 w 136089"/>
              <a:gd name="connsiteY11" fmla="*/ 35429 h 136915"/>
              <a:gd name="connsiteX12" fmla="*/ 26819 w 136089"/>
              <a:gd name="connsiteY12" fmla="*/ 35594 h 136915"/>
              <a:gd name="connsiteX13" fmla="*/ 661 w 136089"/>
              <a:gd name="connsiteY13" fmla="*/ 33942 h 136915"/>
              <a:gd name="connsiteX14" fmla="*/ 0 w 136089"/>
              <a:gd name="connsiteY14" fmla="*/ 21689 h 136915"/>
              <a:gd name="connsiteX15" fmla="*/ 25994 w 136089"/>
              <a:gd name="connsiteY15" fmla="*/ 23846 h 136915"/>
              <a:gd name="connsiteX16" fmla="*/ 32611 w 136089"/>
              <a:gd name="connsiteY16" fmla="*/ 23671 h 136915"/>
              <a:gd name="connsiteX17" fmla="*/ 32611 w 136089"/>
              <a:gd name="connsiteY17" fmla="*/ 15567 h 136915"/>
              <a:gd name="connsiteX18" fmla="*/ 31454 w 136089"/>
              <a:gd name="connsiteY18" fmla="*/ 0 h 136915"/>
              <a:gd name="connsiteX19" fmla="*/ 46031 w 136089"/>
              <a:gd name="connsiteY19" fmla="*/ 0 h 136915"/>
              <a:gd name="connsiteX20" fmla="*/ 45029 w 136089"/>
              <a:gd name="connsiteY20" fmla="*/ 15567 h 136915"/>
              <a:gd name="connsiteX21" fmla="*/ 45029 w 136089"/>
              <a:gd name="connsiteY21" fmla="*/ 22680 h 136915"/>
              <a:gd name="connsiteX22" fmla="*/ 76319 w 136089"/>
              <a:gd name="connsiteY22" fmla="*/ 16888 h 136915"/>
              <a:gd name="connsiteX23" fmla="*/ 76319 w 136089"/>
              <a:gd name="connsiteY23" fmla="*/ 29638 h 136915"/>
              <a:gd name="connsiteX24" fmla="*/ 45029 w 136089"/>
              <a:gd name="connsiteY24" fmla="*/ 34603 h 136915"/>
              <a:gd name="connsiteX25" fmla="*/ 45029 w 136089"/>
              <a:gd name="connsiteY25" fmla="*/ 59265 h 136915"/>
              <a:gd name="connsiteX26" fmla="*/ 49169 w 136089"/>
              <a:gd name="connsiteY26" fmla="*/ 73841 h 136915"/>
              <a:gd name="connsiteX27" fmla="*/ 40559 w 136089"/>
              <a:gd name="connsiteY27" fmla="*/ 101651 h 136915"/>
              <a:gd name="connsiteX28" fmla="*/ 40229 w 136089"/>
              <a:gd name="connsiteY28" fmla="*/ 112078 h 136915"/>
              <a:gd name="connsiteX29" fmla="*/ 66223 w 136089"/>
              <a:gd name="connsiteY29" fmla="*/ 124496 h 136915"/>
              <a:gd name="connsiteX30" fmla="*/ 94033 w 136089"/>
              <a:gd name="connsiteY30" fmla="*/ 121688 h 136915"/>
              <a:gd name="connsiteX31" fmla="*/ 107608 w 136089"/>
              <a:gd name="connsiteY31" fmla="*/ 103468 h 136915"/>
              <a:gd name="connsiteX32" fmla="*/ 106452 w 136089"/>
              <a:gd name="connsiteY32" fmla="*/ 84928 h 136915"/>
              <a:gd name="connsiteX33" fmla="*/ 24001 w 136089"/>
              <a:gd name="connsiteY33" fmla="*/ 97181 h 136915"/>
              <a:gd name="connsiteX34" fmla="*/ 37081 w 136089"/>
              <a:gd name="connsiteY34" fmla="*/ 74501 h 136915"/>
              <a:gd name="connsiteX35" fmla="*/ 27645 w 136089"/>
              <a:gd name="connsiteY35" fmla="*/ 62083 h 136915"/>
              <a:gd name="connsiteX36" fmla="*/ 12584 w 136089"/>
              <a:gd name="connsiteY36" fmla="*/ 82946 h 136915"/>
              <a:gd name="connsiteX37" fmla="*/ 24001 w 136089"/>
              <a:gd name="connsiteY37" fmla="*/ 97181 h 136915"/>
              <a:gd name="connsiteX38" fmla="*/ 103468 w 136089"/>
              <a:gd name="connsiteY38" fmla="*/ 16393 h 136915"/>
              <a:gd name="connsiteX39" fmla="*/ 136089 w 136089"/>
              <a:gd name="connsiteY39" fmla="*/ 46681 h 136915"/>
              <a:gd name="connsiteX40" fmla="*/ 126809 w 136089"/>
              <a:gd name="connsiteY40" fmla="*/ 56126 h 136915"/>
              <a:gd name="connsiteX41" fmla="*/ 94859 w 136089"/>
              <a:gd name="connsiteY41" fmla="*/ 25168 h 136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36089" h="136915">
                <a:moveTo>
                  <a:pt x="120687" y="89398"/>
                </a:moveTo>
                <a:cubicBezTo>
                  <a:pt x="120852" y="98172"/>
                  <a:pt x="121017" y="100330"/>
                  <a:pt x="120687" y="107112"/>
                </a:cubicBezTo>
                <a:cubicBezTo>
                  <a:pt x="121781" y="120264"/>
                  <a:pt x="112398" y="131970"/>
                  <a:pt x="99329" y="133766"/>
                </a:cubicBezTo>
                <a:cubicBezTo>
                  <a:pt x="88138" y="135893"/>
                  <a:pt x="76783" y="136946"/>
                  <a:pt x="65397" y="136915"/>
                </a:cubicBezTo>
                <a:cubicBezTo>
                  <a:pt x="32611" y="136915"/>
                  <a:pt x="27645" y="128966"/>
                  <a:pt x="27645" y="116878"/>
                </a:cubicBezTo>
                <a:cubicBezTo>
                  <a:pt x="27645" y="114070"/>
                  <a:pt x="27810" y="111417"/>
                  <a:pt x="27810" y="108939"/>
                </a:cubicBezTo>
                <a:cubicBezTo>
                  <a:pt x="26128" y="109280"/>
                  <a:pt x="24404" y="109445"/>
                  <a:pt x="22680" y="109435"/>
                </a:cubicBezTo>
                <a:cubicBezTo>
                  <a:pt x="13410" y="109435"/>
                  <a:pt x="1497" y="102642"/>
                  <a:pt x="1497" y="83607"/>
                </a:cubicBezTo>
                <a:cubicBezTo>
                  <a:pt x="-21" y="67296"/>
                  <a:pt x="11975" y="52844"/>
                  <a:pt x="28285" y="51326"/>
                </a:cubicBezTo>
                <a:cubicBezTo>
                  <a:pt x="28296" y="51326"/>
                  <a:pt x="28296" y="51326"/>
                  <a:pt x="28306" y="51326"/>
                </a:cubicBezTo>
                <a:cubicBezTo>
                  <a:pt x="29751" y="51347"/>
                  <a:pt x="31186" y="51460"/>
                  <a:pt x="32611" y="51657"/>
                </a:cubicBezTo>
                <a:lnTo>
                  <a:pt x="32611" y="35429"/>
                </a:lnTo>
                <a:cubicBezTo>
                  <a:pt x="30629" y="35594"/>
                  <a:pt x="28647" y="35594"/>
                  <a:pt x="26819" y="35594"/>
                </a:cubicBezTo>
                <a:cubicBezTo>
                  <a:pt x="18076" y="35635"/>
                  <a:pt x="9332" y="35078"/>
                  <a:pt x="661" y="33942"/>
                </a:cubicBezTo>
                <a:lnTo>
                  <a:pt x="0" y="21689"/>
                </a:lnTo>
                <a:cubicBezTo>
                  <a:pt x="8599" y="23082"/>
                  <a:pt x="17281" y="23805"/>
                  <a:pt x="25994" y="23846"/>
                </a:cubicBezTo>
                <a:cubicBezTo>
                  <a:pt x="28141" y="23846"/>
                  <a:pt x="30298" y="23846"/>
                  <a:pt x="32611" y="23671"/>
                </a:cubicBezTo>
                <a:lnTo>
                  <a:pt x="32611" y="15567"/>
                </a:lnTo>
                <a:cubicBezTo>
                  <a:pt x="32765" y="10354"/>
                  <a:pt x="32383" y="5130"/>
                  <a:pt x="31454" y="0"/>
                </a:cubicBezTo>
                <a:lnTo>
                  <a:pt x="46031" y="0"/>
                </a:lnTo>
                <a:cubicBezTo>
                  <a:pt x="45360" y="5162"/>
                  <a:pt x="45029" y="10364"/>
                  <a:pt x="45029" y="15567"/>
                </a:cubicBezTo>
                <a:lnTo>
                  <a:pt x="45029" y="22680"/>
                </a:lnTo>
                <a:cubicBezTo>
                  <a:pt x="55610" y="21637"/>
                  <a:pt x="66078" y="19696"/>
                  <a:pt x="76319" y="16888"/>
                </a:cubicBezTo>
                <a:lnTo>
                  <a:pt x="76319" y="29638"/>
                </a:lnTo>
                <a:cubicBezTo>
                  <a:pt x="66006" y="31940"/>
                  <a:pt x="55559" y="33591"/>
                  <a:pt x="45029" y="34603"/>
                </a:cubicBezTo>
                <a:lnTo>
                  <a:pt x="45029" y="59265"/>
                </a:lnTo>
                <a:cubicBezTo>
                  <a:pt x="47827" y="63611"/>
                  <a:pt x="49272" y="68679"/>
                  <a:pt x="49169" y="73841"/>
                </a:cubicBezTo>
                <a:cubicBezTo>
                  <a:pt x="49592" y="83823"/>
                  <a:pt x="46547" y="93651"/>
                  <a:pt x="40559" y="101651"/>
                </a:cubicBezTo>
                <a:cubicBezTo>
                  <a:pt x="40394" y="105130"/>
                  <a:pt x="40229" y="109094"/>
                  <a:pt x="40229" y="112078"/>
                </a:cubicBezTo>
                <a:cubicBezTo>
                  <a:pt x="40229" y="121182"/>
                  <a:pt x="42387" y="124496"/>
                  <a:pt x="66223" y="124496"/>
                </a:cubicBezTo>
                <a:cubicBezTo>
                  <a:pt x="75565" y="124548"/>
                  <a:pt x="84887" y="123609"/>
                  <a:pt x="94033" y="121688"/>
                </a:cubicBezTo>
                <a:cubicBezTo>
                  <a:pt x="102653" y="120140"/>
                  <a:pt x="108588" y="112171"/>
                  <a:pt x="107608" y="103468"/>
                </a:cubicBezTo>
                <a:cubicBezTo>
                  <a:pt x="107711" y="97274"/>
                  <a:pt x="107329" y="91070"/>
                  <a:pt x="106452" y="84928"/>
                </a:cubicBezTo>
                <a:close/>
                <a:moveTo>
                  <a:pt x="24001" y="97181"/>
                </a:moveTo>
                <a:cubicBezTo>
                  <a:pt x="33436" y="97181"/>
                  <a:pt x="37081" y="85599"/>
                  <a:pt x="37081" y="74501"/>
                </a:cubicBezTo>
                <a:cubicBezTo>
                  <a:pt x="37081" y="66718"/>
                  <a:pt x="33116" y="62083"/>
                  <a:pt x="27645" y="62083"/>
                </a:cubicBezTo>
                <a:cubicBezTo>
                  <a:pt x="19542" y="62083"/>
                  <a:pt x="12584" y="70692"/>
                  <a:pt x="12584" y="82946"/>
                </a:cubicBezTo>
                <a:cubicBezTo>
                  <a:pt x="12584" y="92051"/>
                  <a:pt x="18045" y="97181"/>
                  <a:pt x="24001" y="97181"/>
                </a:cubicBezTo>
                <a:close/>
                <a:moveTo>
                  <a:pt x="103468" y="16393"/>
                </a:moveTo>
                <a:cubicBezTo>
                  <a:pt x="115536" y="25116"/>
                  <a:pt x="126489" y="35295"/>
                  <a:pt x="136089" y="46681"/>
                </a:cubicBezTo>
                <a:lnTo>
                  <a:pt x="126809" y="56126"/>
                </a:lnTo>
                <a:cubicBezTo>
                  <a:pt x="117435" y="44565"/>
                  <a:pt x="106710" y="34180"/>
                  <a:pt x="94859" y="25168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7" name="フリーフォーム: 図形 36">
            <a:extLst>
              <a:ext uri="{FF2B5EF4-FFF2-40B4-BE49-F238E27FC236}">
                <a16:creationId xmlns:a16="http://schemas.microsoft.com/office/drawing/2014/main" id="{874DB64D-C18A-A5FD-1C6F-773269AF49BC}"/>
              </a:ext>
            </a:extLst>
          </p:cNvPr>
          <p:cNvSpPr/>
          <p:nvPr/>
        </p:nvSpPr>
        <p:spPr>
          <a:xfrm>
            <a:off x="3755221" y="4867121"/>
            <a:ext cx="132279" cy="121678"/>
          </a:xfrm>
          <a:custGeom>
            <a:avLst/>
            <a:gdLst>
              <a:gd name="connsiteX0" fmla="*/ 115887 w 132279"/>
              <a:gd name="connsiteY0" fmla="*/ 6452 h 121678"/>
              <a:gd name="connsiteX1" fmla="*/ 111747 w 132279"/>
              <a:gd name="connsiteY1" fmla="*/ 13740 h 121678"/>
              <a:gd name="connsiteX2" fmla="*/ 83937 w 132279"/>
              <a:gd name="connsiteY2" fmla="*/ 62238 h 121678"/>
              <a:gd name="connsiteX3" fmla="*/ 132280 w 132279"/>
              <a:gd name="connsiteY3" fmla="*/ 111572 h 121678"/>
              <a:gd name="connsiteX4" fmla="*/ 120687 w 132279"/>
              <a:gd name="connsiteY4" fmla="*/ 121678 h 121678"/>
              <a:gd name="connsiteX5" fmla="*/ 75162 w 132279"/>
              <a:gd name="connsiteY5" fmla="*/ 72499 h 121678"/>
              <a:gd name="connsiteX6" fmla="*/ 10591 w 132279"/>
              <a:gd name="connsiteY6" fmla="*/ 120852 h 121678"/>
              <a:gd name="connsiteX7" fmla="*/ 0 w 132279"/>
              <a:gd name="connsiteY7" fmla="*/ 109755 h 121678"/>
              <a:gd name="connsiteX8" fmla="*/ 68205 w 132279"/>
              <a:gd name="connsiteY8" fmla="*/ 60586 h 121678"/>
              <a:gd name="connsiteX9" fmla="*/ 95695 w 132279"/>
              <a:gd name="connsiteY9" fmla="*/ 14566 h 121678"/>
              <a:gd name="connsiteX10" fmla="*/ 31124 w 132279"/>
              <a:gd name="connsiteY10" fmla="*/ 14566 h 121678"/>
              <a:gd name="connsiteX11" fmla="*/ 14411 w 132279"/>
              <a:gd name="connsiteY11" fmla="*/ 15392 h 121678"/>
              <a:gd name="connsiteX12" fmla="*/ 14411 w 132279"/>
              <a:gd name="connsiteY12" fmla="*/ 320 h 121678"/>
              <a:gd name="connsiteX13" fmla="*/ 31124 w 132279"/>
              <a:gd name="connsiteY13" fmla="*/ 1487 h 121678"/>
              <a:gd name="connsiteX14" fmla="*/ 95034 w 132279"/>
              <a:gd name="connsiteY14" fmla="*/ 1487 h 121678"/>
              <a:gd name="connsiteX15" fmla="*/ 107443 w 132279"/>
              <a:gd name="connsiteY15" fmla="*/ 0 h 121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2279" h="121678">
                <a:moveTo>
                  <a:pt x="115887" y="6452"/>
                </a:moveTo>
                <a:cubicBezTo>
                  <a:pt x="114297" y="8754"/>
                  <a:pt x="112914" y="11190"/>
                  <a:pt x="111747" y="13740"/>
                </a:cubicBezTo>
                <a:cubicBezTo>
                  <a:pt x="104686" y="31073"/>
                  <a:pt x="95334" y="47383"/>
                  <a:pt x="83937" y="62238"/>
                </a:cubicBezTo>
                <a:cubicBezTo>
                  <a:pt x="101228" y="77485"/>
                  <a:pt x="117384" y="93981"/>
                  <a:pt x="132280" y="111572"/>
                </a:cubicBezTo>
                <a:lnTo>
                  <a:pt x="120687" y="121678"/>
                </a:lnTo>
                <a:cubicBezTo>
                  <a:pt x="106978" y="103984"/>
                  <a:pt x="91741" y="87529"/>
                  <a:pt x="75162" y="72499"/>
                </a:cubicBezTo>
                <a:cubicBezTo>
                  <a:pt x="56963" y="92639"/>
                  <a:pt x="35036" y="109063"/>
                  <a:pt x="10591" y="120852"/>
                </a:cubicBezTo>
                <a:lnTo>
                  <a:pt x="0" y="109755"/>
                </a:lnTo>
                <a:cubicBezTo>
                  <a:pt x="26138" y="98689"/>
                  <a:pt x="49447" y="81883"/>
                  <a:pt x="68205" y="60586"/>
                </a:cubicBezTo>
                <a:cubicBezTo>
                  <a:pt x="80107" y="47053"/>
                  <a:pt x="89419" y="31455"/>
                  <a:pt x="95695" y="14566"/>
                </a:cubicBezTo>
                <a:lnTo>
                  <a:pt x="31124" y="14566"/>
                </a:lnTo>
                <a:cubicBezTo>
                  <a:pt x="25333" y="14566"/>
                  <a:pt x="16228" y="15227"/>
                  <a:pt x="14411" y="15392"/>
                </a:cubicBezTo>
                <a:lnTo>
                  <a:pt x="14411" y="320"/>
                </a:lnTo>
                <a:cubicBezTo>
                  <a:pt x="16723" y="651"/>
                  <a:pt x="26159" y="1487"/>
                  <a:pt x="31124" y="1487"/>
                </a:cubicBezTo>
                <a:lnTo>
                  <a:pt x="95034" y="1487"/>
                </a:lnTo>
                <a:cubicBezTo>
                  <a:pt x="99215" y="1580"/>
                  <a:pt x="103396" y="1074"/>
                  <a:pt x="107443" y="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8" name="フリーフォーム: 図形 37">
            <a:extLst>
              <a:ext uri="{FF2B5EF4-FFF2-40B4-BE49-F238E27FC236}">
                <a16:creationId xmlns:a16="http://schemas.microsoft.com/office/drawing/2014/main" id="{8245F585-5B07-B35A-A527-64631262805F}"/>
              </a:ext>
            </a:extLst>
          </p:cNvPr>
          <p:cNvSpPr/>
          <p:nvPr/>
        </p:nvSpPr>
        <p:spPr>
          <a:xfrm>
            <a:off x="3935059" y="4850232"/>
            <a:ext cx="124331" cy="137582"/>
          </a:xfrm>
          <a:custGeom>
            <a:avLst/>
            <a:gdLst>
              <a:gd name="connsiteX0" fmla="*/ 14576 w 124331"/>
              <a:gd name="connsiteY0" fmla="*/ 110746 h 137582"/>
              <a:gd name="connsiteX1" fmla="*/ 26159 w 124331"/>
              <a:gd name="connsiteY1" fmla="*/ 123000 h 137582"/>
              <a:gd name="connsiteX2" fmla="*/ 48013 w 124331"/>
              <a:gd name="connsiteY2" fmla="*/ 124321 h 137582"/>
              <a:gd name="connsiteX3" fmla="*/ 104635 w 124331"/>
              <a:gd name="connsiteY3" fmla="*/ 119025 h 137582"/>
              <a:gd name="connsiteX4" fmla="*/ 104635 w 124331"/>
              <a:gd name="connsiteY4" fmla="*/ 134087 h 137582"/>
              <a:gd name="connsiteX5" fmla="*/ 47352 w 124331"/>
              <a:gd name="connsiteY5" fmla="*/ 137565 h 137582"/>
              <a:gd name="connsiteX6" fmla="*/ 20863 w 124331"/>
              <a:gd name="connsiteY6" fmla="*/ 135913 h 137582"/>
              <a:gd name="connsiteX7" fmla="*/ 1001 w 124331"/>
              <a:gd name="connsiteY7" fmla="*/ 114390 h 137582"/>
              <a:gd name="connsiteX8" fmla="*/ 1001 w 124331"/>
              <a:gd name="connsiteY8" fmla="*/ 23340 h 137582"/>
              <a:gd name="connsiteX9" fmla="*/ 0 w 124331"/>
              <a:gd name="connsiteY9" fmla="*/ 9931 h 137582"/>
              <a:gd name="connsiteX10" fmla="*/ 15402 w 124331"/>
              <a:gd name="connsiteY10" fmla="*/ 9931 h 137582"/>
              <a:gd name="connsiteX11" fmla="*/ 14576 w 124331"/>
              <a:gd name="connsiteY11" fmla="*/ 23340 h 137582"/>
              <a:gd name="connsiteX12" fmla="*/ 14576 w 124331"/>
              <a:gd name="connsiteY12" fmla="*/ 60751 h 137582"/>
              <a:gd name="connsiteX13" fmla="*/ 77485 w 124331"/>
              <a:gd name="connsiteY13" fmla="*/ 40549 h 137582"/>
              <a:gd name="connsiteX14" fmla="*/ 92051 w 124331"/>
              <a:gd name="connsiteY14" fmla="*/ 33106 h 137582"/>
              <a:gd name="connsiteX15" fmla="*/ 97842 w 124331"/>
              <a:gd name="connsiteY15" fmla="*/ 46351 h 137582"/>
              <a:gd name="connsiteX16" fmla="*/ 82285 w 124331"/>
              <a:gd name="connsiteY16" fmla="*/ 52802 h 137582"/>
              <a:gd name="connsiteX17" fmla="*/ 14576 w 124331"/>
              <a:gd name="connsiteY17" fmla="*/ 74326 h 137582"/>
              <a:gd name="connsiteX18" fmla="*/ 124331 w 124331"/>
              <a:gd name="connsiteY18" fmla="*/ 18540 h 137582"/>
              <a:gd name="connsiteX19" fmla="*/ 105791 w 124331"/>
              <a:gd name="connsiteY19" fmla="*/ 37081 h 137582"/>
              <a:gd name="connsiteX20" fmla="*/ 87251 w 124331"/>
              <a:gd name="connsiteY20" fmla="*/ 18540 h 137582"/>
              <a:gd name="connsiteX21" fmla="*/ 105791 w 124331"/>
              <a:gd name="connsiteY21" fmla="*/ 0 h 137582"/>
              <a:gd name="connsiteX22" fmla="*/ 124331 w 124331"/>
              <a:gd name="connsiteY22" fmla="*/ 18540 h 137582"/>
              <a:gd name="connsiteX23" fmla="*/ 116723 w 124331"/>
              <a:gd name="connsiteY23" fmla="*/ 18540 h 137582"/>
              <a:gd name="connsiteX24" fmla="*/ 105760 w 124331"/>
              <a:gd name="connsiteY24" fmla="*/ 7639 h 137582"/>
              <a:gd name="connsiteX25" fmla="*/ 94859 w 124331"/>
              <a:gd name="connsiteY25" fmla="*/ 18540 h 137582"/>
              <a:gd name="connsiteX26" fmla="*/ 105822 w 124331"/>
              <a:gd name="connsiteY26" fmla="*/ 29431 h 137582"/>
              <a:gd name="connsiteX27" fmla="*/ 116723 w 124331"/>
              <a:gd name="connsiteY27" fmla="*/ 18540 h 13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4331" h="137582">
                <a:moveTo>
                  <a:pt x="14576" y="110746"/>
                </a:moveTo>
                <a:cubicBezTo>
                  <a:pt x="14576" y="119190"/>
                  <a:pt x="18045" y="121348"/>
                  <a:pt x="26159" y="123000"/>
                </a:cubicBezTo>
                <a:cubicBezTo>
                  <a:pt x="33405" y="123949"/>
                  <a:pt x="40704" y="124393"/>
                  <a:pt x="48013" y="124321"/>
                </a:cubicBezTo>
                <a:cubicBezTo>
                  <a:pt x="67017" y="124548"/>
                  <a:pt x="86001" y="122772"/>
                  <a:pt x="104635" y="119025"/>
                </a:cubicBezTo>
                <a:lnTo>
                  <a:pt x="104635" y="134087"/>
                </a:lnTo>
                <a:cubicBezTo>
                  <a:pt x="85630" y="136430"/>
                  <a:pt x="66501" y="137596"/>
                  <a:pt x="47352" y="137565"/>
                </a:cubicBezTo>
                <a:cubicBezTo>
                  <a:pt x="38495" y="137689"/>
                  <a:pt x="29637" y="137142"/>
                  <a:pt x="20863" y="135913"/>
                </a:cubicBezTo>
                <a:cubicBezTo>
                  <a:pt x="8114" y="133591"/>
                  <a:pt x="1001" y="127800"/>
                  <a:pt x="1001" y="114390"/>
                </a:cubicBezTo>
                <a:lnTo>
                  <a:pt x="1001" y="23340"/>
                </a:lnTo>
                <a:cubicBezTo>
                  <a:pt x="1084" y="18850"/>
                  <a:pt x="754" y="14359"/>
                  <a:pt x="0" y="9931"/>
                </a:cubicBezTo>
                <a:lnTo>
                  <a:pt x="15402" y="9931"/>
                </a:lnTo>
                <a:cubicBezTo>
                  <a:pt x="14855" y="14380"/>
                  <a:pt x="14576" y="18860"/>
                  <a:pt x="14576" y="23340"/>
                </a:cubicBezTo>
                <a:lnTo>
                  <a:pt x="14576" y="60751"/>
                </a:lnTo>
                <a:cubicBezTo>
                  <a:pt x="36007" y="55569"/>
                  <a:pt x="57035" y="48818"/>
                  <a:pt x="77485" y="40549"/>
                </a:cubicBezTo>
                <a:cubicBezTo>
                  <a:pt x="82523" y="38433"/>
                  <a:pt x="87385" y="35945"/>
                  <a:pt x="92051" y="33106"/>
                </a:cubicBezTo>
                <a:lnTo>
                  <a:pt x="97842" y="46351"/>
                </a:lnTo>
                <a:cubicBezTo>
                  <a:pt x="93207" y="48333"/>
                  <a:pt x="87251" y="50986"/>
                  <a:pt x="82285" y="52802"/>
                </a:cubicBezTo>
                <a:cubicBezTo>
                  <a:pt x="60132" y="61237"/>
                  <a:pt x="37524" y="68421"/>
                  <a:pt x="14576" y="74326"/>
                </a:cubicBezTo>
                <a:close/>
                <a:moveTo>
                  <a:pt x="124331" y="18540"/>
                </a:moveTo>
                <a:cubicBezTo>
                  <a:pt x="124341" y="28781"/>
                  <a:pt x="116031" y="37081"/>
                  <a:pt x="105791" y="37081"/>
                </a:cubicBezTo>
                <a:cubicBezTo>
                  <a:pt x="95550" y="37081"/>
                  <a:pt x="87251" y="28781"/>
                  <a:pt x="87251" y="18540"/>
                </a:cubicBezTo>
                <a:cubicBezTo>
                  <a:pt x="87251" y="8300"/>
                  <a:pt x="95550" y="0"/>
                  <a:pt x="105791" y="0"/>
                </a:cubicBezTo>
                <a:cubicBezTo>
                  <a:pt x="116011" y="41"/>
                  <a:pt x="124290" y="8310"/>
                  <a:pt x="124331" y="18540"/>
                </a:cubicBezTo>
                <a:close/>
                <a:moveTo>
                  <a:pt x="116723" y="18540"/>
                </a:moveTo>
                <a:cubicBezTo>
                  <a:pt x="116702" y="12501"/>
                  <a:pt x="111789" y="7618"/>
                  <a:pt x="105760" y="7639"/>
                </a:cubicBezTo>
                <a:cubicBezTo>
                  <a:pt x="99752" y="7660"/>
                  <a:pt x="94879" y="12532"/>
                  <a:pt x="94859" y="18540"/>
                </a:cubicBezTo>
                <a:cubicBezTo>
                  <a:pt x="94879" y="24569"/>
                  <a:pt x="99793" y="29452"/>
                  <a:pt x="105822" y="29431"/>
                </a:cubicBezTo>
                <a:cubicBezTo>
                  <a:pt x="111830" y="29410"/>
                  <a:pt x="116702" y="24548"/>
                  <a:pt x="116723" y="1854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39" name="フリーフォーム: 図形 38">
            <a:extLst>
              <a:ext uri="{FF2B5EF4-FFF2-40B4-BE49-F238E27FC236}">
                <a16:creationId xmlns:a16="http://schemas.microsoft.com/office/drawing/2014/main" id="{54CE3574-31BF-D100-55BF-67BB495CFE05}"/>
              </a:ext>
            </a:extLst>
          </p:cNvPr>
          <p:cNvSpPr/>
          <p:nvPr/>
        </p:nvSpPr>
        <p:spPr>
          <a:xfrm>
            <a:off x="4086757" y="4912645"/>
            <a:ext cx="131619" cy="16217"/>
          </a:xfrm>
          <a:custGeom>
            <a:avLst/>
            <a:gdLst>
              <a:gd name="connsiteX0" fmla="*/ 0 w 131619"/>
              <a:gd name="connsiteY0" fmla="*/ 0 h 16217"/>
              <a:gd name="connsiteX1" fmla="*/ 23010 w 131619"/>
              <a:gd name="connsiteY1" fmla="*/ 826 h 16217"/>
              <a:gd name="connsiteX2" fmla="*/ 113740 w 131619"/>
              <a:gd name="connsiteY2" fmla="*/ 826 h 16217"/>
              <a:gd name="connsiteX3" fmla="*/ 131619 w 131619"/>
              <a:gd name="connsiteY3" fmla="*/ 0 h 16217"/>
              <a:gd name="connsiteX4" fmla="*/ 131619 w 131619"/>
              <a:gd name="connsiteY4" fmla="*/ 16218 h 16217"/>
              <a:gd name="connsiteX5" fmla="*/ 113905 w 131619"/>
              <a:gd name="connsiteY5" fmla="*/ 15392 h 16217"/>
              <a:gd name="connsiteX6" fmla="*/ 23010 w 131619"/>
              <a:gd name="connsiteY6" fmla="*/ 15392 h 16217"/>
              <a:gd name="connsiteX7" fmla="*/ 0 w 131619"/>
              <a:gd name="connsiteY7" fmla="*/ 16218 h 16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619" h="16217">
                <a:moveTo>
                  <a:pt x="0" y="0"/>
                </a:moveTo>
                <a:cubicBezTo>
                  <a:pt x="4965" y="320"/>
                  <a:pt x="13740" y="826"/>
                  <a:pt x="23010" y="826"/>
                </a:cubicBezTo>
                <a:lnTo>
                  <a:pt x="113740" y="826"/>
                </a:lnTo>
                <a:cubicBezTo>
                  <a:pt x="122019" y="826"/>
                  <a:pt x="127975" y="320"/>
                  <a:pt x="131619" y="0"/>
                </a:cubicBezTo>
                <a:lnTo>
                  <a:pt x="131619" y="16218"/>
                </a:lnTo>
                <a:cubicBezTo>
                  <a:pt x="128306" y="16053"/>
                  <a:pt x="121358" y="15392"/>
                  <a:pt x="113905" y="15392"/>
                </a:cubicBezTo>
                <a:lnTo>
                  <a:pt x="23010" y="15392"/>
                </a:lnTo>
                <a:cubicBezTo>
                  <a:pt x="13905" y="15392"/>
                  <a:pt x="5131" y="15722"/>
                  <a:pt x="0" y="16218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40" name="フリーフォーム: 図形 39">
            <a:extLst>
              <a:ext uri="{FF2B5EF4-FFF2-40B4-BE49-F238E27FC236}">
                <a16:creationId xmlns:a16="http://schemas.microsoft.com/office/drawing/2014/main" id="{D67A0796-5ED1-6BA9-CDD8-D404BE956FC5}"/>
              </a:ext>
            </a:extLst>
          </p:cNvPr>
          <p:cNvSpPr/>
          <p:nvPr/>
        </p:nvSpPr>
        <p:spPr>
          <a:xfrm>
            <a:off x="4284650" y="4856849"/>
            <a:ext cx="95023" cy="134592"/>
          </a:xfrm>
          <a:custGeom>
            <a:avLst/>
            <a:gdLst>
              <a:gd name="connsiteX0" fmla="*/ 15227 w 95023"/>
              <a:gd name="connsiteY0" fmla="*/ 45855 h 134592"/>
              <a:gd name="connsiteX1" fmla="*/ 85919 w 95023"/>
              <a:gd name="connsiteY1" fmla="*/ 73005 h 134592"/>
              <a:gd name="connsiteX2" fmla="*/ 80117 w 95023"/>
              <a:gd name="connsiteY2" fmla="*/ 87075 h 134592"/>
              <a:gd name="connsiteX3" fmla="*/ 15227 w 95023"/>
              <a:gd name="connsiteY3" fmla="*/ 60586 h 134592"/>
              <a:gd name="connsiteX4" fmla="*/ 15227 w 95023"/>
              <a:gd name="connsiteY4" fmla="*/ 115061 h 134592"/>
              <a:gd name="connsiteX5" fmla="*/ 16218 w 95023"/>
              <a:gd name="connsiteY5" fmla="*/ 134592 h 134592"/>
              <a:gd name="connsiteX6" fmla="*/ 320 w 95023"/>
              <a:gd name="connsiteY6" fmla="*/ 134592 h 134592"/>
              <a:gd name="connsiteX7" fmla="*/ 1321 w 95023"/>
              <a:gd name="connsiteY7" fmla="*/ 115061 h 134592"/>
              <a:gd name="connsiteX8" fmla="*/ 1321 w 95023"/>
              <a:gd name="connsiteY8" fmla="*/ 18706 h 134592"/>
              <a:gd name="connsiteX9" fmla="*/ 0 w 95023"/>
              <a:gd name="connsiteY9" fmla="*/ 1487 h 134592"/>
              <a:gd name="connsiteX10" fmla="*/ 16218 w 95023"/>
              <a:gd name="connsiteY10" fmla="*/ 1487 h 134592"/>
              <a:gd name="connsiteX11" fmla="*/ 15227 w 95023"/>
              <a:gd name="connsiteY11" fmla="*/ 18706 h 134592"/>
              <a:gd name="connsiteX12" fmla="*/ 65056 w 95023"/>
              <a:gd name="connsiteY12" fmla="*/ 37576 h 134592"/>
              <a:gd name="connsiteX13" fmla="*/ 50325 w 95023"/>
              <a:gd name="connsiteY13" fmla="*/ 12419 h 134592"/>
              <a:gd name="connsiteX14" fmla="*/ 59430 w 95023"/>
              <a:gd name="connsiteY14" fmla="*/ 8279 h 134592"/>
              <a:gd name="connsiteX15" fmla="*/ 74491 w 95023"/>
              <a:gd name="connsiteY15" fmla="*/ 33272 h 134592"/>
              <a:gd name="connsiteX16" fmla="*/ 85754 w 95023"/>
              <a:gd name="connsiteY16" fmla="*/ 29142 h 134592"/>
              <a:gd name="connsiteX17" fmla="*/ 70352 w 95023"/>
              <a:gd name="connsiteY17" fmla="*/ 4305 h 134592"/>
              <a:gd name="connsiteX18" fmla="*/ 79457 w 95023"/>
              <a:gd name="connsiteY18" fmla="*/ 0 h 134592"/>
              <a:gd name="connsiteX19" fmla="*/ 95024 w 95023"/>
              <a:gd name="connsiteY19" fmla="*/ 24497 h 13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5023" h="134592">
                <a:moveTo>
                  <a:pt x="15227" y="45855"/>
                </a:moveTo>
                <a:cubicBezTo>
                  <a:pt x="39393" y="53236"/>
                  <a:pt x="63022" y="62310"/>
                  <a:pt x="85919" y="73005"/>
                </a:cubicBezTo>
                <a:lnTo>
                  <a:pt x="80117" y="87075"/>
                </a:lnTo>
                <a:cubicBezTo>
                  <a:pt x="59255" y="76474"/>
                  <a:pt x="37545" y="67616"/>
                  <a:pt x="15227" y="60586"/>
                </a:cubicBezTo>
                <a:lnTo>
                  <a:pt x="15227" y="115061"/>
                </a:lnTo>
                <a:cubicBezTo>
                  <a:pt x="15227" y="121585"/>
                  <a:pt x="15557" y="128099"/>
                  <a:pt x="16218" y="134592"/>
                </a:cubicBezTo>
                <a:lnTo>
                  <a:pt x="320" y="134592"/>
                </a:lnTo>
                <a:cubicBezTo>
                  <a:pt x="1012" y="128099"/>
                  <a:pt x="1342" y="121585"/>
                  <a:pt x="1321" y="115061"/>
                </a:cubicBezTo>
                <a:lnTo>
                  <a:pt x="1321" y="18706"/>
                </a:lnTo>
                <a:cubicBezTo>
                  <a:pt x="1352" y="12945"/>
                  <a:pt x="908" y="7185"/>
                  <a:pt x="0" y="1487"/>
                </a:cubicBezTo>
                <a:lnTo>
                  <a:pt x="16218" y="1487"/>
                </a:lnTo>
                <a:cubicBezTo>
                  <a:pt x="15722" y="6617"/>
                  <a:pt x="15227" y="13740"/>
                  <a:pt x="15227" y="18706"/>
                </a:cubicBezTo>
                <a:close/>
                <a:moveTo>
                  <a:pt x="65056" y="37576"/>
                </a:moveTo>
                <a:cubicBezTo>
                  <a:pt x="60896" y="28771"/>
                  <a:pt x="55972" y="20357"/>
                  <a:pt x="50325" y="12419"/>
                </a:cubicBezTo>
                <a:lnTo>
                  <a:pt x="59430" y="8279"/>
                </a:lnTo>
                <a:cubicBezTo>
                  <a:pt x="64994" y="16269"/>
                  <a:pt x="70021" y="24621"/>
                  <a:pt x="74491" y="33272"/>
                </a:cubicBezTo>
                <a:close/>
                <a:moveTo>
                  <a:pt x="85754" y="29142"/>
                </a:moveTo>
                <a:cubicBezTo>
                  <a:pt x="81305" y="20450"/>
                  <a:pt x="76153" y="12150"/>
                  <a:pt x="70352" y="4305"/>
                </a:cubicBezTo>
                <a:lnTo>
                  <a:pt x="79457" y="0"/>
                </a:lnTo>
                <a:cubicBezTo>
                  <a:pt x="85176" y="7825"/>
                  <a:pt x="90368" y="16001"/>
                  <a:pt x="95024" y="24497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41" name="フリーフォーム: 図形 40">
            <a:extLst>
              <a:ext uri="{FF2B5EF4-FFF2-40B4-BE49-F238E27FC236}">
                <a16:creationId xmlns:a16="http://schemas.microsoft.com/office/drawing/2014/main" id="{DA8E56D8-4E66-947B-74F1-D0723644A160}"/>
              </a:ext>
            </a:extLst>
          </p:cNvPr>
          <p:cNvSpPr/>
          <p:nvPr/>
        </p:nvSpPr>
        <p:spPr>
          <a:xfrm>
            <a:off x="4422240" y="4858997"/>
            <a:ext cx="126835" cy="129967"/>
          </a:xfrm>
          <a:custGeom>
            <a:avLst/>
            <a:gdLst>
              <a:gd name="connsiteX0" fmla="*/ 23368 w 126835"/>
              <a:gd name="connsiteY0" fmla="*/ 1167 h 129967"/>
              <a:gd name="connsiteX1" fmla="*/ 20230 w 126835"/>
              <a:gd name="connsiteY1" fmla="*/ 12254 h 129967"/>
              <a:gd name="connsiteX2" fmla="*/ 12281 w 126835"/>
              <a:gd name="connsiteY2" fmla="*/ 74997 h 129967"/>
              <a:gd name="connsiteX3" fmla="*/ 13602 w 126835"/>
              <a:gd name="connsiteY3" fmla="*/ 97512 h 129967"/>
              <a:gd name="connsiteX4" fmla="*/ 22707 w 126835"/>
              <a:gd name="connsiteY4" fmla="*/ 74006 h 129967"/>
              <a:gd name="connsiteX5" fmla="*/ 29830 w 126835"/>
              <a:gd name="connsiteY5" fmla="*/ 79302 h 129967"/>
              <a:gd name="connsiteX6" fmla="*/ 18237 w 126835"/>
              <a:gd name="connsiteY6" fmla="*/ 116062 h 129967"/>
              <a:gd name="connsiteX7" fmla="*/ 17411 w 126835"/>
              <a:gd name="connsiteY7" fmla="*/ 123340 h 129967"/>
              <a:gd name="connsiteX8" fmla="*/ 17907 w 126835"/>
              <a:gd name="connsiteY8" fmla="*/ 129131 h 129967"/>
              <a:gd name="connsiteX9" fmla="*/ 5984 w 126835"/>
              <a:gd name="connsiteY9" fmla="*/ 129967 h 129967"/>
              <a:gd name="connsiteX10" fmla="*/ 27 w 126835"/>
              <a:gd name="connsiteY10" fmla="*/ 77320 h 129967"/>
              <a:gd name="connsiteX11" fmla="*/ 7315 w 126835"/>
              <a:gd name="connsiteY11" fmla="*/ 11593 h 129967"/>
              <a:gd name="connsiteX12" fmla="*/ 8472 w 126835"/>
              <a:gd name="connsiteY12" fmla="*/ 0 h 129967"/>
              <a:gd name="connsiteX13" fmla="*/ 60789 w 126835"/>
              <a:gd name="connsiteY13" fmla="*/ 80623 h 129967"/>
              <a:gd name="connsiteX14" fmla="*/ 58631 w 126835"/>
              <a:gd name="connsiteY14" fmla="*/ 95695 h 129967"/>
              <a:gd name="connsiteX15" fmla="*/ 86122 w 126835"/>
              <a:gd name="connsiteY15" fmla="*/ 110426 h 129967"/>
              <a:gd name="connsiteX16" fmla="*/ 126671 w 126835"/>
              <a:gd name="connsiteY16" fmla="*/ 106121 h 129967"/>
              <a:gd name="connsiteX17" fmla="*/ 126836 w 126835"/>
              <a:gd name="connsiteY17" fmla="*/ 120027 h 129967"/>
              <a:gd name="connsiteX18" fmla="*/ 85946 w 126835"/>
              <a:gd name="connsiteY18" fmla="*/ 123340 h 129967"/>
              <a:gd name="connsiteX19" fmla="*/ 46213 w 126835"/>
              <a:gd name="connsiteY19" fmla="*/ 98844 h 129967"/>
              <a:gd name="connsiteX20" fmla="*/ 48866 w 126835"/>
              <a:gd name="connsiteY20" fmla="*/ 79467 h 129967"/>
              <a:gd name="connsiteX21" fmla="*/ 54327 w 126835"/>
              <a:gd name="connsiteY21" fmla="*/ 13740 h 129967"/>
              <a:gd name="connsiteX22" fmla="*/ 121705 w 126835"/>
              <a:gd name="connsiteY22" fmla="*/ 13740 h 129967"/>
              <a:gd name="connsiteX23" fmla="*/ 121705 w 126835"/>
              <a:gd name="connsiteY23" fmla="*/ 27325 h 129967"/>
              <a:gd name="connsiteX24" fmla="*/ 54502 w 126835"/>
              <a:gd name="connsiteY24" fmla="*/ 27325 h 129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6835" h="129967">
                <a:moveTo>
                  <a:pt x="23368" y="1167"/>
                </a:moveTo>
                <a:cubicBezTo>
                  <a:pt x="22377" y="3985"/>
                  <a:pt x="20890" y="9280"/>
                  <a:pt x="20230" y="12254"/>
                </a:cubicBezTo>
                <a:cubicBezTo>
                  <a:pt x="15822" y="32910"/>
                  <a:pt x="13169" y="53897"/>
                  <a:pt x="12281" y="74997"/>
                </a:cubicBezTo>
                <a:cubicBezTo>
                  <a:pt x="12229" y="82523"/>
                  <a:pt x="12663" y="90048"/>
                  <a:pt x="13602" y="97512"/>
                </a:cubicBezTo>
                <a:cubicBezTo>
                  <a:pt x="16420" y="90059"/>
                  <a:pt x="20064" y="80458"/>
                  <a:pt x="22707" y="74006"/>
                </a:cubicBezTo>
                <a:lnTo>
                  <a:pt x="29830" y="79302"/>
                </a:lnTo>
                <a:cubicBezTo>
                  <a:pt x="25308" y="91338"/>
                  <a:pt x="21437" y="103603"/>
                  <a:pt x="18237" y="116062"/>
                </a:cubicBezTo>
                <a:cubicBezTo>
                  <a:pt x="17752" y="118457"/>
                  <a:pt x="17473" y="120894"/>
                  <a:pt x="17411" y="123340"/>
                </a:cubicBezTo>
                <a:lnTo>
                  <a:pt x="17907" y="129131"/>
                </a:lnTo>
                <a:lnTo>
                  <a:pt x="5984" y="129967"/>
                </a:lnTo>
                <a:cubicBezTo>
                  <a:pt x="1741" y="112749"/>
                  <a:pt x="-262" y="95045"/>
                  <a:pt x="27" y="77320"/>
                </a:cubicBezTo>
                <a:cubicBezTo>
                  <a:pt x="863" y="55259"/>
                  <a:pt x="3300" y="33292"/>
                  <a:pt x="7315" y="11593"/>
                </a:cubicBezTo>
                <a:cubicBezTo>
                  <a:pt x="7935" y="7753"/>
                  <a:pt x="8317" y="3882"/>
                  <a:pt x="8472" y="0"/>
                </a:cubicBezTo>
                <a:close/>
                <a:moveTo>
                  <a:pt x="60789" y="80623"/>
                </a:moveTo>
                <a:cubicBezTo>
                  <a:pt x="59447" y="85537"/>
                  <a:pt x="58724" y="90606"/>
                  <a:pt x="58631" y="95695"/>
                </a:cubicBezTo>
                <a:cubicBezTo>
                  <a:pt x="58631" y="103148"/>
                  <a:pt x="63597" y="110426"/>
                  <a:pt x="86122" y="110426"/>
                </a:cubicBezTo>
                <a:cubicBezTo>
                  <a:pt x="99759" y="110550"/>
                  <a:pt x="113364" y="109105"/>
                  <a:pt x="126671" y="106121"/>
                </a:cubicBezTo>
                <a:lnTo>
                  <a:pt x="126836" y="120027"/>
                </a:lnTo>
                <a:cubicBezTo>
                  <a:pt x="113344" y="122421"/>
                  <a:pt x="99655" y="123526"/>
                  <a:pt x="85946" y="123340"/>
                </a:cubicBezTo>
                <a:cubicBezTo>
                  <a:pt x="58466" y="123340"/>
                  <a:pt x="46213" y="114235"/>
                  <a:pt x="46213" y="98844"/>
                </a:cubicBezTo>
                <a:cubicBezTo>
                  <a:pt x="46430" y="92309"/>
                  <a:pt x="47317" y="85816"/>
                  <a:pt x="48866" y="79467"/>
                </a:cubicBezTo>
                <a:close/>
                <a:moveTo>
                  <a:pt x="54327" y="13740"/>
                </a:moveTo>
                <a:cubicBezTo>
                  <a:pt x="76717" y="16393"/>
                  <a:pt x="99325" y="16393"/>
                  <a:pt x="121705" y="13740"/>
                </a:cubicBezTo>
                <a:lnTo>
                  <a:pt x="121705" y="27325"/>
                </a:lnTo>
                <a:cubicBezTo>
                  <a:pt x="99346" y="29142"/>
                  <a:pt x="76862" y="29142"/>
                  <a:pt x="54502" y="27325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42" name="フリーフォーム: 図形 41">
            <a:extLst>
              <a:ext uri="{FF2B5EF4-FFF2-40B4-BE49-F238E27FC236}">
                <a16:creationId xmlns:a16="http://schemas.microsoft.com/office/drawing/2014/main" id="{687A44A8-3C12-4F37-5BF3-6D21070D01AC}"/>
              </a:ext>
            </a:extLst>
          </p:cNvPr>
          <p:cNvSpPr/>
          <p:nvPr/>
        </p:nvSpPr>
        <p:spPr>
          <a:xfrm>
            <a:off x="3663315" y="5116980"/>
            <a:ext cx="152802" cy="148371"/>
          </a:xfrm>
          <a:custGeom>
            <a:avLst/>
            <a:gdLst>
              <a:gd name="connsiteX0" fmla="*/ 28977 w 152802"/>
              <a:gd name="connsiteY0" fmla="*/ 116217 h 148371"/>
              <a:gd name="connsiteX1" fmla="*/ 9105 w 152802"/>
              <a:gd name="connsiteY1" fmla="*/ 143532 h 148371"/>
              <a:gd name="connsiteX2" fmla="*/ 0 w 152802"/>
              <a:gd name="connsiteY2" fmla="*/ 137245 h 148371"/>
              <a:gd name="connsiteX3" fmla="*/ 18375 w 152802"/>
              <a:gd name="connsiteY3" fmla="*/ 113575 h 148371"/>
              <a:gd name="connsiteX4" fmla="*/ 94363 w 152802"/>
              <a:gd name="connsiteY4" fmla="*/ 66883 h 148371"/>
              <a:gd name="connsiteX5" fmla="*/ 661 w 152802"/>
              <a:gd name="connsiteY5" fmla="*/ 66883 h 148371"/>
              <a:gd name="connsiteX6" fmla="*/ 661 w 152802"/>
              <a:gd name="connsiteY6" fmla="*/ 57283 h 148371"/>
              <a:gd name="connsiteX7" fmla="*/ 42046 w 152802"/>
              <a:gd name="connsiteY7" fmla="*/ 57283 h 148371"/>
              <a:gd name="connsiteX8" fmla="*/ 42046 w 152802"/>
              <a:gd name="connsiteY8" fmla="*/ 47022 h 148371"/>
              <a:gd name="connsiteX9" fmla="*/ 11923 w 152802"/>
              <a:gd name="connsiteY9" fmla="*/ 47022 h 148371"/>
              <a:gd name="connsiteX10" fmla="*/ 11923 w 152802"/>
              <a:gd name="connsiteY10" fmla="*/ 3314 h 148371"/>
              <a:gd name="connsiteX11" fmla="*/ 84928 w 152802"/>
              <a:gd name="connsiteY11" fmla="*/ 3314 h 148371"/>
              <a:gd name="connsiteX12" fmla="*/ 84928 w 152802"/>
              <a:gd name="connsiteY12" fmla="*/ 47022 h 148371"/>
              <a:gd name="connsiteX13" fmla="*/ 53308 w 152802"/>
              <a:gd name="connsiteY13" fmla="*/ 47022 h 148371"/>
              <a:gd name="connsiteX14" fmla="*/ 53308 w 152802"/>
              <a:gd name="connsiteY14" fmla="*/ 57283 h 148371"/>
              <a:gd name="connsiteX15" fmla="*/ 94363 w 152802"/>
              <a:gd name="connsiteY15" fmla="*/ 57283 h 148371"/>
              <a:gd name="connsiteX16" fmla="*/ 53308 w 152802"/>
              <a:gd name="connsiteY16" fmla="*/ 109435 h 148371"/>
              <a:gd name="connsiteX17" fmla="*/ 53308 w 152802"/>
              <a:gd name="connsiteY17" fmla="*/ 136584 h 148371"/>
              <a:gd name="connsiteX18" fmla="*/ 48013 w 152802"/>
              <a:gd name="connsiteY18" fmla="*/ 146350 h 148371"/>
              <a:gd name="connsiteX19" fmla="*/ 28481 w 152802"/>
              <a:gd name="connsiteY19" fmla="*/ 148167 h 148371"/>
              <a:gd name="connsiteX20" fmla="*/ 23836 w 152802"/>
              <a:gd name="connsiteY20" fmla="*/ 138236 h 148371"/>
              <a:gd name="connsiteX21" fmla="*/ 39568 w 152802"/>
              <a:gd name="connsiteY21" fmla="*/ 138402 h 148371"/>
              <a:gd name="connsiteX22" fmla="*/ 42046 w 152802"/>
              <a:gd name="connsiteY22" fmla="*/ 136409 h 148371"/>
              <a:gd name="connsiteX23" fmla="*/ 42046 w 152802"/>
              <a:gd name="connsiteY23" fmla="*/ 109435 h 148371"/>
              <a:gd name="connsiteX24" fmla="*/ 13410 w 152802"/>
              <a:gd name="connsiteY24" fmla="*/ 109435 h 148371"/>
              <a:gd name="connsiteX25" fmla="*/ 13410 w 152802"/>
              <a:gd name="connsiteY25" fmla="*/ 76649 h 148371"/>
              <a:gd name="connsiteX26" fmla="*/ 83607 w 152802"/>
              <a:gd name="connsiteY26" fmla="*/ 76649 h 148371"/>
              <a:gd name="connsiteX27" fmla="*/ 83607 w 152802"/>
              <a:gd name="connsiteY27" fmla="*/ 109435 h 148371"/>
              <a:gd name="connsiteX28" fmla="*/ 22845 w 152802"/>
              <a:gd name="connsiteY28" fmla="*/ 21358 h 148371"/>
              <a:gd name="connsiteX29" fmla="*/ 73345 w 152802"/>
              <a:gd name="connsiteY29" fmla="*/ 21358 h 148371"/>
              <a:gd name="connsiteX30" fmla="*/ 73345 w 152802"/>
              <a:gd name="connsiteY30" fmla="*/ 11097 h 148371"/>
              <a:gd name="connsiteX31" fmla="*/ 22845 w 152802"/>
              <a:gd name="connsiteY31" fmla="*/ 11097 h 148371"/>
              <a:gd name="connsiteX32" fmla="*/ 22845 w 152802"/>
              <a:gd name="connsiteY32" fmla="*/ 39238 h 148371"/>
              <a:gd name="connsiteX33" fmla="*/ 73345 w 152802"/>
              <a:gd name="connsiteY33" fmla="*/ 39238 h 148371"/>
              <a:gd name="connsiteX34" fmla="*/ 73345 w 152802"/>
              <a:gd name="connsiteY34" fmla="*/ 28812 h 148371"/>
              <a:gd name="connsiteX35" fmla="*/ 22845 w 152802"/>
              <a:gd name="connsiteY35" fmla="*/ 28812 h 148371"/>
              <a:gd name="connsiteX36" fmla="*/ 24001 w 152802"/>
              <a:gd name="connsiteY36" fmla="*/ 100660 h 148371"/>
              <a:gd name="connsiteX37" fmla="*/ 72179 w 152802"/>
              <a:gd name="connsiteY37" fmla="*/ 100660 h 148371"/>
              <a:gd name="connsiteX38" fmla="*/ 72179 w 152802"/>
              <a:gd name="connsiteY38" fmla="*/ 85258 h 148371"/>
              <a:gd name="connsiteX39" fmla="*/ 24001 w 152802"/>
              <a:gd name="connsiteY39" fmla="*/ 85258 h 148371"/>
              <a:gd name="connsiteX40" fmla="*/ 152802 w 152802"/>
              <a:gd name="connsiteY40" fmla="*/ 96356 h 148371"/>
              <a:gd name="connsiteX41" fmla="*/ 94704 w 152802"/>
              <a:gd name="connsiteY41" fmla="*/ 148002 h 148371"/>
              <a:gd name="connsiteX42" fmla="*/ 86260 w 152802"/>
              <a:gd name="connsiteY42" fmla="*/ 138402 h 148371"/>
              <a:gd name="connsiteX43" fmla="*/ 80954 w 152802"/>
              <a:gd name="connsiteY43" fmla="*/ 141220 h 148371"/>
              <a:gd name="connsiteX44" fmla="*/ 63735 w 152802"/>
              <a:gd name="connsiteY44" fmla="*/ 118364 h 148371"/>
              <a:gd name="connsiteX45" fmla="*/ 73005 w 152802"/>
              <a:gd name="connsiteY45" fmla="*/ 113740 h 148371"/>
              <a:gd name="connsiteX46" fmla="*/ 90719 w 152802"/>
              <a:gd name="connsiteY46" fmla="*/ 136089 h 148371"/>
              <a:gd name="connsiteX47" fmla="*/ 90058 w 152802"/>
              <a:gd name="connsiteY47" fmla="*/ 136409 h 148371"/>
              <a:gd name="connsiteX48" fmla="*/ 141055 w 152802"/>
              <a:gd name="connsiteY48" fmla="*/ 91875 h 148371"/>
              <a:gd name="connsiteX49" fmla="*/ 144028 w 152802"/>
              <a:gd name="connsiteY49" fmla="*/ 4635 h 148371"/>
              <a:gd name="connsiteX50" fmla="*/ 100660 w 152802"/>
              <a:gd name="connsiteY50" fmla="*/ 42211 h 148371"/>
              <a:gd name="connsiteX51" fmla="*/ 91710 w 152802"/>
              <a:gd name="connsiteY51" fmla="*/ 33602 h 148371"/>
              <a:gd name="connsiteX52" fmla="*/ 132445 w 152802"/>
              <a:gd name="connsiteY52" fmla="*/ 0 h 148371"/>
              <a:gd name="connsiteX53" fmla="*/ 148167 w 152802"/>
              <a:gd name="connsiteY53" fmla="*/ 50160 h 148371"/>
              <a:gd name="connsiteX54" fmla="*/ 101486 w 152802"/>
              <a:gd name="connsiteY54" fmla="*/ 89728 h 148371"/>
              <a:gd name="connsiteX55" fmla="*/ 92546 w 152802"/>
              <a:gd name="connsiteY55" fmla="*/ 81119 h 148371"/>
              <a:gd name="connsiteX56" fmla="*/ 136750 w 152802"/>
              <a:gd name="connsiteY56" fmla="*/ 45360 h 14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152802" h="148371">
                <a:moveTo>
                  <a:pt x="28977" y="116217"/>
                </a:moveTo>
                <a:cubicBezTo>
                  <a:pt x="23949" y="126386"/>
                  <a:pt x="17229" y="135614"/>
                  <a:pt x="9105" y="143532"/>
                </a:cubicBezTo>
                <a:cubicBezTo>
                  <a:pt x="6235" y="141210"/>
                  <a:pt x="3190" y="139104"/>
                  <a:pt x="0" y="137245"/>
                </a:cubicBezTo>
                <a:cubicBezTo>
                  <a:pt x="7742" y="130752"/>
                  <a:pt x="14008" y="122679"/>
                  <a:pt x="18375" y="113575"/>
                </a:cubicBezTo>
                <a:close/>
                <a:moveTo>
                  <a:pt x="94363" y="66883"/>
                </a:moveTo>
                <a:lnTo>
                  <a:pt x="661" y="66883"/>
                </a:lnTo>
                <a:lnTo>
                  <a:pt x="661" y="57283"/>
                </a:lnTo>
                <a:lnTo>
                  <a:pt x="42046" y="57283"/>
                </a:lnTo>
                <a:lnTo>
                  <a:pt x="42046" y="47022"/>
                </a:lnTo>
                <a:lnTo>
                  <a:pt x="11923" y="47022"/>
                </a:lnTo>
                <a:lnTo>
                  <a:pt x="11923" y="3314"/>
                </a:lnTo>
                <a:lnTo>
                  <a:pt x="84928" y="3314"/>
                </a:lnTo>
                <a:lnTo>
                  <a:pt x="84928" y="47022"/>
                </a:lnTo>
                <a:lnTo>
                  <a:pt x="53308" y="47022"/>
                </a:lnTo>
                <a:lnTo>
                  <a:pt x="53308" y="57283"/>
                </a:lnTo>
                <a:lnTo>
                  <a:pt x="94363" y="57283"/>
                </a:lnTo>
                <a:close/>
                <a:moveTo>
                  <a:pt x="53308" y="109435"/>
                </a:moveTo>
                <a:lnTo>
                  <a:pt x="53308" y="136584"/>
                </a:lnTo>
                <a:cubicBezTo>
                  <a:pt x="53308" y="142046"/>
                  <a:pt x="52152" y="144854"/>
                  <a:pt x="48013" y="146350"/>
                </a:cubicBezTo>
                <a:cubicBezTo>
                  <a:pt x="41664" y="148115"/>
                  <a:pt x="35047" y="148735"/>
                  <a:pt x="28481" y="148167"/>
                </a:cubicBezTo>
                <a:cubicBezTo>
                  <a:pt x="27377" y="144668"/>
                  <a:pt x="25818" y="141323"/>
                  <a:pt x="23836" y="138236"/>
                </a:cubicBezTo>
                <a:cubicBezTo>
                  <a:pt x="31289" y="138567"/>
                  <a:pt x="37586" y="138567"/>
                  <a:pt x="39568" y="138402"/>
                </a:cubicBezTo>
                <a:cubicBezTo>
                  <a:pt x="41561" y="138402"/>
                  <a:pt x="42046" y="138071"/>
                  <a:pt x="42046" y="136409"/>
                </a:cubicBezTo>
                <a:lnTo>
                  <a:pt x="42046" y="109435"/>
                </a:lnTo>
                <a:lnTo>
                  <a:pt x="13410" y="109435"/>
                </a:lnTo>
                <a:lnTo>
                  <a:pt x="13410" y="76649"/>
                </a:lnTo>
                <a:lnTo>
                  <a:pt x="83607" y="76649"/>
                </a:lnTo>
                <a:lnTo>
                  <a:pt x="83607" y="109435"/>
                </a:lnTo>
                <a:close/>
                <a:moveTo>
                  <a:pt x="22845" y="21358"/>
                </a:moveTo>
                <a:lnTo>
                  <a:pt x="73345" y="21358"/>
                </a:lnTo>
                <a:lnTo>
                  <a:pt x="73345" y="11097"/>
                </a:lnTo>
                <a:lnTo>
                  <a:pt x="22845" y="11097"/>
                </a:lnTo>
                <a:close/>
                <a:moveTo>
                  <a:pt x="22845" y="39238"/>
                </a:moveTo>
                <a:lnTo>
                  <a:pt x="73345" y="39238"/>
                </a:lnTo>
                <a:lnTo>
                  <a:pt x="73345" y="28812"/>
                </a:lnTo>
                <a:lnTo>
                  <a:pt x="22845" y="28812"/>
                </a:lnTo>
                <a:close/>
                <a:moveTo>
                  <a:pt x="24001" y="100660"/>
                </a:moveTo>
                <a:lnTo>
                  <a:pt x="72179" y="100660"/>
                </a:lnTo>
                <a:lnTo>
                  <a:pt x="72179" y="85258"/>
                </a:lnTo>
                <a:lnTo>
                  <a:pt x="24001" y="85258"/>
                </a:lnTo>
                <a:close/>
                <a:moveTo>
                  <a:pt x="152802" y="96356"/>
                </a:moveTo>
                <a:cubicBezTo>
                  <a:pt x="138897" y="118870"/>
                  <a:pt x="118695" y="136822"/>
                  <a:pt x="94704" y="148002"/>
                </a:cubicBezTo>
                <a:cubicBezTo>
                  <a:pt x="92299" y="144461"/>
                  <a:pt x="89460" y="141230"/>
                  <a:pt x="86260" y="138402"/>
                </a:cubicBezTo>
                <a:lnTo>
                  <a:pt x="80954" y="141220"/>
                </a:lnTo>
                <a:cubicBezTo>
                  <a:pt x="76102" y="132972"/>
                  <a:pt x="70321" y="125312"/>
                  <a:pt x="63735" y="118364"/>
                </a:cubicBezTo>
                <a:lnTo>
                  <a:pt x="73005" y="113740"/>
                </a:lnTo>
                <a:cubicBezTo>
                  <a:pt x="79663" y="120563"/>
                  <a:pt x="85589" y="128058"/>
                  <a:pt x="90719" y="136089"/>
                </a:cubicBezTo>
                <a:lnTo>
                  <a:pt x="90058" y="136409"/>
                </a:lnTo>
                <a:cubicBezTo>
                  <a:pt x="110983" y="126778"/>
                  <a:pt x="128687" y="111314"/>
                  <a:pt x="141055" y="91875"/>
                </a:cubicBezTo>
                <a:close/>
                <a:moveTo>
                  <a:pt x="144028" y="4635"/>
                </a:moveTo>
                <a:cubicBezTo>
                  <a:pt x="131970" y="19696"/>
                  <a:pt x="117280" y="32425"/>
                  <a:pt x="100660" y="42211"/>
                </a:cubicBezTo>
                <a:cubicBezTo>
                  <a:pt x="98007" y="39021"/>
                  <a:pt x="95003" y="36131"/>
                  <a:pt x="91710" y="33602"/>
                </a:cubicBezTo>
                <a:cubicBezTo>
                  <a:pt x="107412" y="25260"/>
                  <a:pt x="121265" y="13822"/>
                  <a:pt x="132445" y="0"/>
                </a:cubicBezTo>
                <a:close/>
                <a:moveTo>
                  <a:pt x="148167" y="50160"/>
                </a:moveTo>
                <a:cubicBezTo>
                  <a:pt x="135108" y="66047"/>
                  <a:pt x="119293" y="79447"/>
                  <a:pt x="101486" y="89728"/>
                </a:cubicBezTo>
                <a:cubicBezTo>
                  <a:pt x="98833" y="86528"/>
                  <a:pt x="95839" y="83648"/>
                  <a:pt x="92546" y="81119"/>
                </a:cubicBezTo>
                <a:cubicBezTo>
                  <a:pt x="109507" y="72251"/>
                  <a:pt x="124538" y="60101"/>
                  <a:pt x="136750" y="4536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43" name="フリーフォーム: 図形 42">
            <a:extLst>
              <a:ext uri="{FF2B5EF4-FFF2-40B4-BE49-F238E27FC236}">
                <a16:creationId xmlns:a16="http://schemas.microsoft.com/office/drawing/2014/main" id="{654B43CC-8C33-9C01-CA7E-39DD3421E5D0}"/>
              </a:ext>
            </a:extLst>
          </p:cNvPr>
          <p:cNvSpPr/>
          <p:nvPr/>
        </p:nvSpPr>
        <p:spPr>
          <a:xfrm>
            <a:off x="3827927" y="5113832"/>
            <a:ext cx="151188" cy="151480"/>
          </a:xfrm>
          <a:custGeom>
            <a:avLst/>
            <a:gdLst>
              <a:gd name="connsiteX0" fmla="*/ 113399 w 151188"/>
              <a:gd name="connsiteY0" fmla="*/ 85103 h 151480"/>
              <a:gd name="connsiteX1" fmla="*/ 105130 w 151188"/>
              <a:gd name="connsiteY1" fmla="*/ 95695 h 151480"/>
              <a:gd name="connsiteX2" fmla="*/ 150149 w 151188"/>
              <a:gd name="connsiteY2" fmla="*/ 95695 h 151480"/>
              <a:gd name="connsiteX3" fmla="*/ 150149 w 151188"/>
              <a:gd name="connsiteY3" fmla="*/ 104469 h 151480"/>
              <a:gd name="connsiteX4" fmla="*/ 2808 w 151188"/>
              <a:gd name="connsiteY4" fmla="*/ 104469 h 151480"/>
              <a:gd name="connsiteX5" fmla="*/ 2808 w 151188"/>
              <a:gd name="connsiteY5" fmla="*/ 95695 h 151480"/>
              <a:gd name="connsiteX6" fmla="*/ 47847 w 151188"/>
              <a:gd name="connsiteY6" fmla="*/ 95695 h 151480"/>
              <a:gd name="connsiteX7" fmla="*/ 40890 w 151188"/>
              <a:gd name="connsiteY7" fmla="*/ 85929 h 151480"/>
              <a:gd name="connsiteX8" fmla="*/ 46020 w 151188"/>
              <a:gd name="connsiteY8" fmla="*/ 84267 h 151480"/>
              <a:gd name="connsiteX9" fmla="*/ 19696 w 151188"/>
              <a:gd name="connsiteY9" fmla="*/ 84267 h 151480"/>
              <a:gd name="connsiteX10" fmla="*/ 19696 w 151188"/>
              <a:gd name="connsiteY10" fmla="*/ 76153 h 151480"/>
              <a:gd name="connsiteX11" fmla="*/ 7288 w 151188"/>
              <a:gd name="connsiteY11" fmla="*/ 81955 h 151480"/>
              <a:gd name="connsiteX12" fmla="*/ 991 w 151188"/>
              <a:gd name="connsiteY12" fmla="*/ 74006 h 151480"/>
              <a:gd name="connsiteX13" fmla="*/ 32280 w 151188"/>
              <a:gd name="connsiteY13" fmla="*/ 54475 h 151480"/>
              <a:gd name="connsiteX14" fmla="*/ 2147 w 151188"/>
              <a:gd name="connsiteY14" fmla="*/ 57943 h 151480"/>
              <a:gd name="connsiteX15" fmla="*/ 0 w 151188"/>
              <a:gd name="connsiteY15" fmla="*/ 48673 h 151480"/>
              <a:gd name="connsiteX16" fmla="*/ 12253 w 151188"/>
              <a:gd name="connsiteY16" fmla="*/ 47682 h 151480"/>
              <a:gd name="connsiteX17" fmla="*/ 20533 w 151188"/>
              <a:gd name="connsiteY17" fmla="*/ 38082 h 151480"/>
              <a:gd name="connsiteX18" fmla="*/ 1982 w 151188"/>
              <a:gd name="connsiteY18" fmla="*/ 22184 h 151480"/>
              <a:gd name="connsiteX19" fmla="*/ 7618 w 151188"/>
              <a:gd name="connsiteY19" fmla="*/ 15237 h 151480"/>
              <a:gd name="connsiteX20" fmla="*/ 12914 w 151188"/>
              <a:gd name="connsiteY20" fmla="*/ 19046 h 151480"/>
              <a:gd name="connsiteX21" fmla="*/ 24331 w 151188"/>
              <a:gd name="connsiteY21" fmla="*/ 0 h 151480"/>
              <a:gd name="connsiteX22" fmla="*/ 33271 w 151188"/>
              <a:gd name="connsiteY22" fmla="*/ 3644 h 151480"/>
              <a:gd name="connsiteX23" fmla="*/ 19036 w 151188"/>
              <a:gd name="connsiteY23" fmla="*/ 23681 h 151480"/>
              <a:gd name="connsiteX24" fmla="*/ 26489 w 151188"/>
              <a:gd name="connsiteY24" fmla="*/ 30463 h 151480"/>
              <a:gd name="connsiteX25" fmla="*/ 37906 w 151188"/>
              <a:gd name="connsiteY25" fmla="*/ 13575 h 151480"/>
              <a:gd name="connsiteX26" fmla="*/ 46856 w 151188"/>
              <a:gd name="connsiteY26" fmla="*/ 17714 h 151480"/>
              <a:gd name="connsiteX27" fmla="*/ 23506 w 151188"/>
              <a:gd name="connsiteY27" fmla="*/ 46856 h 151480"/>
              <a:gd name="connsiteX28" fmla="*/ 38412 w 151188"/>
              <a:gd name="connsiteY28" fmla="*/ 45535 h 151480"/>
              <a:gd name="connsiteX29" fmla="*/ 42211 w 151188"/>
              <a:gd name="connsiteY29" fmla="*/ 36089 h 151480"/>
              <a:gd name="connsiteX30" fmla="*/ 52152 w 151188"/>
              <a:gd name="connsiteY30" fmla="*/ 37421 h 151480"/>
              <a:gd name="connsiteX31" fmla="*/ 20202 w 151188"/>
              <a:gd name="connsiteY31" fmla="*/ 75823 h 151480"/>
              <a:gd name="connsiteX32" fmla="*/ 69867 w 151188"/>
              <a:gd name="connsiteY32" fmla="*/ 75823 h 151480"/>
              <a:gd name="connsiteX33" fmla="*/ 69867 w 151188"/>
              <a:gd name="connsiteY33" fmla="*/ 66388 h 151480"/>
              <a:gd name="connsiteX34" fmla="*/ 81449 w 151188"/>
              <a:gd name="connsiteY34" fmla="*/ 66388 h 151480"/>
              <a:gd name="connsiteX35" fmla="*/ 81449 w 151188"/>
              <a:gd name="connsiteY35" fmla="*/ 75823 h 151480"/>
              <a:gd name="connsiteX36" fmla="*/ 135914 w 151188"/>
              <a:gd name="connsiteY36" fmla="*/ 75823 h 151480"/>
              <a:gd name="connsiteX37" fmla="*/ 135914 w 151188"/>
              <a:gd name="connsiteY37" fmla="*/ 84267 h 151480"/>
              <a:gd name="connsiteX38" fmla="*/ 110746 w 151188"/>
              <a:gd name="connsiteY38" fmla="*/ 84267 h 151480"/>
              <a:gd name="connsiteX39" fmla="*/ 26324 w 151188"/>
              <a:gd name="connsiteY39" fmla="*/ 111086 h 151480"/>
              <a:gd name="connsiteX40" fmla="*/ 127965 w 151188"/>
              <a:gd name="connsiteY40" fmla="*/ 111086 h 151480"/>
              <a:gd name="connsiteX41" fmla="*/ 127965 w 151188"/>
              <a:gd name="connsiteY41" fmla="*/ 151150 h 151480"/>
              <a:gd name="connsiteX42" fmla="*/ 116217 w 151188"/>
              <a:gd name="connsiteY42" fmla="*/ 151150 h 151480"/>
              <a:gd name="connsiteX43" fmla="*/ 116217 w 151188"/>
              <a:gd name="connsiteY43" fmla="*/ 146846 h 151480"/>
              <a:gd name="connsiteX44" fmla="*/ 37741 w 151188"/>
              <a:gd name="connsiteY44" fmla="*/ 146846 h 151480"/>
              <a:gd name="connsiteX45" fmla="*/ 37741 w 151188"/>
              <a:gd name="connsiteY45" fmla="*/ 151481 h 151480"/>
              <a:gd name="connsiteX46" fmla="*/ 26324 w 151188"/>
              <a:gd name="connsiteY46" fmla="*/ 151481 h 151480"/>
              <a:gd name="connsiteX47" fmla="*/ 37741 w 151188"/>
              <a:gd name="connsiteY47" fmla="*/ 118209 h 151480"/>
              <a:gd name="connsiteX48" fmla="*/ 37741 w 151188"/>
              <a:gd name="connsiteY48" fmla="*/ 125652 h 151480"/>
              <a:gd name="connsiteX49" fmla="*/ 116217 w 151188"/>
              <a:gd name="connsiteY49" fmla="*/ 125652 h 151480"/>
              <a:gd name="connsiteX50" fmla="*/ 116217 w 151188"/>
              <a:gd name="connsiteY50" fmla="*/ 118209 h 151480"/>
              <a:gd name="connsiteX51" fmla="*/ 116217 w 151188"/>
              <a:gd name="connsiteY51" fmla="*/ 139733 h 151480"/>
              <a:gd name="connsiteX52" fmla="*/ 116217 w 151188"/>
              <a:gd name="connsiteY52" fmla="*/ 132115 h 151480"/>
              <a:gd name="connsiteX53" fmla="*/ 37741 w 151188"/>
              <a:gd name="connsiteY53" fmla="*/ 132115 h 151480"/>
              <a:gd name="connsiteX54" fmla="*/ 37741 w 151188"/>
              <a:gd name="connsiteY54" fmla="*/ 139733 h 151480"/>
              <a:gd name="connsiteX55" fmla="*/ 53804 w 151188"/>
              <a:gd name="connsiteY55" fmla="*/ 57613 h 151480"/>
              <a:gd name="connsiteX56" fmla="*/ 53804 w 151188"/>
              <a:gd name="connsiteY56" fmla="*/ 5471 h 151480"/>
              <a:gd name="connsiteX57" fmla="*/ 99163 w 151188"/>
              <a:gd name="connsiteY57" fmla="*/ 5471 h 151480"/>
              <a:gd name="connsiteX58" fmla="*/ 99163 w 151188"/>
              <a:gd name="connsiteY58" fmla="*/ 42221 h 151480"/>
              <a:gd name="connsiteX59" fmla="*/ 63735 w 151188"/>
              <a:gd name="connsiteY59" fmla="*/ 42221 h 151480"/>
              <a:gd name="connsiteX60" fmla="*/ 63735 w 151188"/>
              <a:gd name="connsiteY60" fmla="*/ 56622 h 151480"/>
              <a:gd name="connsiteX61" fmla="*/ 86745 w 151188"/>
              <a:gd name="connsiteY61" fmla="*/ 54310 h 151480"/>
              <a:gd name="connsiteX62" fmla="*/ 79302 w 151188"/>
              <a:gd name="connsiteY62" fmla="*/ 47187 h 151480"/>
              <a:gd name="connsiteX63" fmla="*/ 86414 w 151188"/>
              <a:gd name="connsiteY63" fmla="*/ 43047 h 151480"/>
              <a:gd name="connsiteX64" fmla="*/ 105615 w 151188"/>
              <a:gd name="connsiteY64" fmla="*/ 64065 h 151480"/>
              <a:gd name="connsiteX65" fmla="*/ 98007 w 151188"/>
              <a:gd name="connsiteY65" fmla="*/ 68710 h 151480"/>
              <a:gd name="connsiteX66" fmla="*/ 93372 w 151188"/>
              <a:gd name="connsiteY66" fmla="*/ 61753 h 151480"/>
              <a:gd name="connsiteX67" fmla="*/ 48013 w 151188"/>
              <a:gd name="connsiteY67" fmla="*/ 67544 h 151480"/>
              <a:gd name="connsiteX68" fmla="*/ 45855 w 151188"/>
              <a:gd name="connsiteY68" fmla="*/ 58449 h 151480"/>
              <a:gd name="connsiteX69" fmla="*/ 52152 w 151188"/>
              <a:gd name="connsiteY69" fmla="*/ 84267 h 151480"/>
              <a:gd name="connsiteX70" fmla="*/ 59265 w 151188"/>
              <a:gd name="connsiteY70" fmla="*/ 94859 h 151480"/>
              <a:gd name="connsiteX71" fmla="*/ 56952 w 151188"/>
              <a:gd name="connsiteY71" fmla="*/ 95695 h 151480"/>
              <a:gd name="connsiteX72" fmla="*/ 93537 w 151188"/>
              <a:gd name="connsiteY72" fmla="*/ 95695 h 151480"/>
              <a:gd name="connsiteX73" fmla="*/ 100991 w 151188"/>
              <a:gd name="connsiteY73" fmla="*/ 84267 h 151480"/>
              <a:gd name="connsiteX74" fmla="*/ 63735 w 151188"/>
              <a:gd name="connsiteY74" fmla="*/ 12749 h 151480"/>
              <a:gd name="connsiteX75" fmla="*/ 63735 w 151188"/>
              <a:gd name="connsiteY75" fmla="*/ 20037 h 151480"/>
              <a:gd name="connsiteX76" fmla="*/ 89398 w 151188"/>
              <a:gd name="connsiteY76" fmla="*/ 20037 h 151480"/>
              <a:gd name="connsiteX77" fmla="*/ 89398 w 151188"/>
              <a:gd name="connsiteY77" fmla="*/ 12749 h 151480"/>
              <a:gd name="connsiteX78" fmla="*/ 89398 w 151188"/>
              <a:gd name="connsiteY78" fmla="*/ 34933 h 151480"/>
              <a:gd name="connsiteX79" fmla="*/ 89398 w 151188"/>
              <a:gd name="connsiteY79" fmla="*/ 27490 h 151480"/>
              <a:gd name="connsiteX80" fmla="*/ 63735 w 151188"/>
              <a:gd name="connsiteY80" fmla="*/ 27490 h 151480"/>
              <a:gd name="connsiteX81" fmla="*/ 63735 w 151188"/>
              <a:gd name="connsiteY81" fmla="*/ 34933 h 151480"/>
              <a:gd name="connsiteX82" fmla="*/ 117869 w 151188"/>
              <a:gd name="connsiteY82" fmla="*/ 73180 h 151480"/>
              <a:gd name="connsiteX83" fmla="*/ 107608 w 151188"/>
              <a:gd name="connsiteY83" fmla="*/ 73180 h 151480"/>
              <a:gd name="connsiteX84" fmla="*/ 107608 w 151188"/>
              <a:gd name="connsiteY84" fmla="*/ 5471 h 151480"/>
              <a:gd name="connsiteX85" fmla="*/ 142211 w 151188"/>
              <a:gd name="connsiteY85" fmla="*/ 5471 h 151480"/>
              <a:gd name="connsiteX86" fmla="*/ 143697 w 151188"/>
              <a:gd name="connsiteY86" fmla="*/ 4965 h 151480"/>
              <a:gd name="connsiteX87" fmla="*/ 150975 w 151188"/>
              <a:gd name="connsiteY87" fmla="*/ 8785 h 151480"/>
              <a:gd name="connsiteX88" fmla="*/ 137400 w 151188"/>
              <a:gd name="connsiteY88" fmla="*/ 31960 h 151480"/>
              <a:gd name="connsiteX89" fmla="*/ 151150 w 151188"/>
              <a:gd name="connsiteY89" fmla="*/ 51822 h 151480"/>
              <a:gd name="connsiteX90" fmla="*/ 145019 w 151188"/>
              <a:gd name="connsiteY90" fmla="*/ 63745 h 151480"/>
              <a:gd name="connsiteX91" fmla="*/ 137741 w 151188"/>
              <a:gd name="connsiteY91" fmla="*/ 66057 h 151480"/>
              <a:gd name="connsiteX92" fmla="*/ 125322 w 151188"/>
              <a:gd name="connsiteY92" fmla="*/ 66057 h 151480"/>
              <a:gd name="connsiteX93" fmla="*/ 122008 w 151188"/>
              <a:gd name="connsiteY93" fmla="*/ 57283 h 151480"/>
              <a:gd name="connsiteX94" fmla="*/ 133766 w 151188"/>
              <a:gd name="connsiteY94" fmla="*/ 57448 h 151480"/>
              <a:gd name="connsiteX95" fmla="*/ 138236 w 151188"/>
              <a:gd name="connsiteY95" fmla="*/ 56622 h 151480"/>
              <a:gd name="connsiteX96" fmla="*/ 141374 w 151188"/>
              <a:gd name="connsiteY96" fmla="*/ 50666 h 151480"/>
              <a:gd name="connsiteX97" fmla="*/ 126974 w 151188"/>
              <a:gd name="connsiteY97" fmla="*/ 33612 h 151480"/>
              <a:gd name="connsiteX98" fmla="*/ 136915 w 151188"/>
              <a:gd name="connsiteY98" fmla="*/ 14401 h 151480"/>
              <a:gd name="connsiteX99" fmla="*/ 117869 w 151188"/>
              <a:gd name="connsiteY99" fmla="*/ 14401 h 15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51188" h="151480">
                <a:moveTo>
                  <a:pt x="113399" y="85103"/>
                </a:moveTo>
                <a:cubicBezTo>
                  <a:pt x="110839" y="88779"/>
                  <a:pt x="108072" y="92309"/>
                  <a:pt x="105130" y="95695"/>
                </a:cubicBezTo>
                <a:lnTo>
                  <a:pt x="150149" y="95695"/>
                </a:lnTo>
                <a:lnTo>
                  <a:pt x="150149" y="104469"/>
                </a:lnTo>
                <a:lnTo>
                  <a:pt x="2808" y="104469"/>
                </a:lnTo>
                <a:lnTo>
                  <a:pt x="2808" y="95695"/>
                </a:lnTo>
                <a:lnTo>
                  <a:pt x="47847" y="95695"/>
                </a:lnTo>
                <a:cubicBezTo>
                  <a:pt x="45979" y="92133"/>
                  <a:pt x="43646" y="88851"/>
                  <a:pt x="40890" y="85929"/>
                </a:cubicBezTo>
                <a:lnTo>
                  <a:pt x="46020" y="84267"/>
                </a:lnTo>
                <a:lnTo>
                  <a:pt x="19696" y="84267"/>
                </a:lnTo>
                <a:lnTo>
                  <a:pt x="19696" y="76153"/>
                </a:lnTo>
                <a:cubicBezTo>
                  <a:pt x="15691" y="78352"/>
                  <a:pt x="11541" y="80293"/>
                  <a:pt x="7288" y="81955"/>
                </a:cubicBezTo>
                <a:cubicBezTo>
                  <a:pt x="5544" y="79044"/>
                  <a:pt x="3427" y="76370"/>
                  <a:pt x="991" y="74006"/>
                </a:cubicBezTo>
                <a:cubicBezTo>
                  <a:pt x="12997" y="70434"/>
                  <a:pt x="23805" y="63693"/>
                  <a:pt x="32280" y="54475"/>
                </a:cubicBezTo>
                <a:cubicBezTo>
                  <a:pt x="21358" y="55796"/>
                  <a:pt x="11087" y="56952"/>
                  <a:pt x="2147" y="57943"/>
                </a:cubicBezTo>
                <a:lnTo>
                  <a:pt x="0" y="48673"/>
                </a:lnTo>
                <a:lnTo>
                  <a:pt x="12253" y="47682"/>
                </a:lnTo>
                <a:cubicBezTo>
                  <a:pt x="14896" y="44874"/>
                  <a:pt x="17714" y="41561"/>
                  <a:pt x="20533" y="38082"/>
                </a:cubicBezTo>
                <a:cubicBezTo>
                  <a:pt x="14793" y="32280"/>
                  <a:pt x="8599" y="26964"/>
                  <a:pt x="1982" y="22184"/>
                </a:cubicBezTo>
                <a:lnTo>
                  <a:pt x="7618" y="15237"/>
                </a:lnTo>
                <a:cubicBezTo>
                  <a:pt x="9270" y="16393"/>
                  <a:pt x="11087" y="17714"/>
                  <a:pt x="12914" y="19046"/>
                </a:cubicBezTo>
                <a:cubicBezTo>
                  <a:pt x="17178" y="12986"/>
                  <a:pt x="20997" y="6617"/>
                  <a:pt x="24331" y="0"/>
                </a:cubicBezTo>
                <a:lnTo>
                  <a:pt x="33271" y="3644"/>
                </a:lnTo>
                <a:cubicBezTo>
                  <a:pt x="28915" y="10591"/>
                  <a:pt x="24166" y="17281"/>
                  <a:pt x="19036" y="23681"/>
                </a:cubicBezTo>
                <a:cubicBezTo>
                  <a:pt x="21854" y="25994"/>
                  <a:pt x="24331" y="28316"/>
                  <a:pt x="26489" y="30463"/>
                </a:cubicBezTo>
                <a:cubicBezTo>
                  <a:pt x="30577" y="25033"/>
                  <a:pt x="34386" y="19397"/>
                  <a:pt x="37906" y="13575"/>
                </a:cubicBezTo>
                <a:lnTo>
                  <a:pt x="46856" y="17714"/>
                </a:lnTo>
                <a:cubicBezTo>
                  <a:pt x="39589" y="27831"/>
                  <a:pt x="31795" y="37555"/>
                  <a:pt x="23506" y="46856"/>
                </a:cubicBezTo>
                <a:lnTo>
                  <a:pt x="38412" y="45535"/>
                </a:lnTo>
                <a:cubicBezTo>
                  <a:pt x="40012" y="42531"/>
                  <a:pt x="41292" y="39372"/>
                  <a:pt x="42211" y="36089"/>
                </a:cubicBezTo>
                <a:lnTo>
                  <a:pt x="52152" y="37421"/>
                </a:lnTo>
                <a:cubicBezTo>
                  <a:pt x="47001" y="53948"/>
                  <a:pt x="35511" y="67761"/>
                  <a:pt x="20202" y="75823"/>
                </a:cubicBezTo>
                <a:lnTo>
                  <a:pt x="69867" y="75823"/>
                </a:lnTo>
                <a:lnTo>
                  <a:pt x="69867" y="66388"/>
                </a:lnTo>
                <a:lnTo>
                  <a:pt x="81449" y="66388"/>
                </a:lnTo>
                <a:lnTo>
                  <a:pt x="81449" y="75823"/>
                </a:lnTo>
                <a:lnTo>
                  <a:pt x="135914" y="75823"/>
                </a:lnTo>
                <a:lnTo>
                  <a:pt x="135914" y="84267"/>
                </a:lnTo>
                <a:lnTo>
                  <a:pt x="110746" y="84267"/>
                </a:lnTo>
                <a:close/>
                <a:moveTo>
                  <a:pt x="26324" y="111086"/>
                </a:moveTo>
                <a:lnTo>
                  <a:pt x="127965" y="111086"/>
                </a:lnTo>
                <a:lnTo>
                  <a:pt x="127965" y="151150"/>
                </a:lnTo>
                <a:lnTo>
                  <a:pt x="116217" y="151150"/>
                </a:lnTo>
                <a:lnTo>
                  <a:pt x="116217" y="146846"/>
                </a:lnTo>
                <a:lnTo>
                  <a:pt x="37741" y="146846"/>
                </a:lnTo>
                <a:lnTo>
                  <a:pt x="37741" y="151481"/>
                </a:lnTo>
                <a:lnTo>
                  <a:pt x="26324" y="151481"/>
                </a:lnTo>
                <a:close/>
                <a:moveTo>
                  <a:pt x="37741" y="118209"/>
                </a:moveTo>
                <a:lnTo>
                  <a:pt x="37741" y="125652"/>
                </a:lnTo>
                <a:lnTo>
                  <a:pt x="116217" y="125652"/>
                </a:lnTo>
                <a:lnTo>
                  <a:pt x="116217" y="118209"/>
                </a:lnTo>
                <a:close/>
                <a:moveTo>
                  <a:pt x="116217" y="139733"/>
                </a:moveTo>
                <a:lnTo>
                  <a:pt x="116217" y="132115"/>
                </a:lnTo>
                <a:lnTo>
                  <a:pt x="37741" y="132115"/>
                </a:lnTo>
                <a:lnTo>
                  <a:pt x="37741" y="139733"/>
                </a:lnTo>
                <a:close/>
                <a:moveTo>
                  <a:pt x="53804" y="57613"/>
                </a:moveTo>
                <a:lnTo>
                  <a:pt x="53804" y="5471"/>
                </a:lnTo>
                <a:lnTo>
                  <a:pt x="99163" y="5471"/>
                </a:lnTo>
                <a:lnTo>
                  <a:pt x="99163" y="42221"/>
                </a:lnTo>
                <a:lnTo>
                  <a:pt x="63735" y="42221"/>
                </a:lnTo>
                <a:lnTo>
                  <a:pt x="63735" y="56622"/>
                </a:lnTo>
                <a:lnTo>
                  <a:pt x="86745" y="54310"/>
                </a:lnTo>
                <a:cubicBezTo>
                  <a:pt x="84391" y="51801"/>
                  <a:pt x="81903" y="49427"/>
                  <a:pt x="79302" y="47187"/>
                </a:cubicBezTo>
                <a:lnTo>
                  <a:pt x="86414" y="43047"/>
                </a:lnTo>
                <a:cubicBezTo>
                  <a:pt x="94023" y="48849"/>
                  <a:pt x="100526" y="55972"/>
                  <a:pt x="105615" y="64065"/>
                </a:cubicBezTo>
                <a:lnTo>
                  <a:pt x="98007" y="68710"/>
                </a:lnTo>
                <a:cubicBezTo>
                  <a:pt x="96614" y="66295"/>
                  <a:pt x="95065" y="63972"/>
                  <a:pt x="93372" y="61753"/>
                </a:cubicBezTo>
                <a:cubicBezTo>
                  <a:pt x="76979" y="63910"/>
                  <a:pt x="60762" y="65892"/>
                  <a:pt x="48013" y="67544"/>
                </a:cubicBezTo>
                <a:lnTo>
                  <a:pt x="45855" y="58449"/>
                </a:lnTo>
                <a:close/>
                <a:moveTo>
                  <a:pt x="52152" y="84267"/>
                </a:moveTo>
                <a:cubicBezTo>
                  <a:pt x="55156" y="87333"/>
                  <a:pt x="57562" y="90925"/>
                  <a:pt x="59265" y="94859"/>
                </a:cubicBezTo>
                <a:lnTo>
                  <a:pt x="56952" y="95695"/>
                </a:lnTo>
                <a:lnTo>
                  <a:pt x="93537" y="95695"/>
                </a:lnTo>
                <a:cubicBezTo>
                  <a:pt x="95850" y="92381"/>
                  <a:pt x="98998" y="87911"/>
                  <a:pt x="100991" y="84267"/>
                </a:cubicBezTo>
                <a:close/>
                <a:moveTo>
                  <a:pt x="63735" y="12749"/>
                </a:moveTo>
                <a:lnTo>
                  <a:pt x="63735" y="20037"/>
                </a:lnTo>
                <a:lnTo>
                  <a:pt x="89398" y="20037"/>
                </a:lnTo>
                <a:lnTo>
                  <a:pt x="89398" y="12749"/>
                </a:lnTo>
                <a:close/>
                <a:moveTo>
                  <a:pt x="89398" y="34933"/>
                </a:moveTo>
                <a:lnTo>
                  <a:pt x="89398" y="27490"/>
                </a:lnTo>
                <a:lnTo>
                  <a:pt x="63735" y="27490"/>
                </a:lnTo>
                <a:lnTo>
                  <a:pt x="63735" y="34933"/>
                </a:lnTo>
                <a:close/>
                <a:moveTo>
                  <a:pt x="117869" y="73180"/>
                </a:moveTo>
                <a:lnTo>
                  <a:pt x="107608" y="73180"/>
                </a:lnTo>
                <a:lnTo>
                  <a:pt x="107608" y="5471"/>
                </a:lnTo>
                <a:lnTo>
                  <a:pt x="142211" y="5471"/>
                </a:lnTo>
                <a:lnTo>
                  <a:pt x="143697" y="4965"/>
                </a:lnTo>
                <a:lnTo>
                  <a:pt x="150975" y="8785"/>
                </a:lnTo>
                <a:cubicBezTo>
                  <a:pt x="146670" y="16888"/>
                  <a:pt x="142211" y="24507"/>
                  <a:pt x="137400" y="31960"/>
                </a:cubicBezTo>
                <a:cubicBezTo>
                  <a:pt x="146670" y="39073"/>
                  <a:pt x="151150" y="45865"/>
                  <a:pt x="151150" y="51822"/>
                </a:cubicBezTo>
                <a:cubicBezTo>
                  <a:pt x="151522" y="56632"/>
                  <a:pt x="149148" y="61247"/>
                  <a:pt x="145019" y="63745"/>
                </a:cubicBezTo>
                <a:cubicBezTo>
                  <a:pt x="142758" y="64953"/>
                  <a:pt x="140291" y="65748"/>
                  <a:pt x="137741" y="66057"/>
                </a:cubicBezTo>
                <a:cubicBezTo>
                  <a:pt x="133601" y="66388"/>
                  <a:pt x="129451" y="66388"/>
                  <a:pt x="125322" y="66057"/>
                </a:cubicBezTo>
                <a:cubicBezTo>
                  <a:pt x="124992" y="62898"/>
                  <a:pt x="123846" y="59874"/>
                  <a:pt x="122008" y="57283"/>
                </a:cubicBezTo>
                <a:cubicBezTo>
                  <a:pt x="125921" y="57665"/>
                  <a:pt x="129854" y="57716"/>
                  <a:pt x="133766" y="57448"/>
                </a:cubicBezTo>
                <a:cubicBezTo>
                  <a:pt x="135294" y="57468"/>
                  <a:pt x="136812" y="57180"/>
                  <a:pt x="138236" y="56622"/>
                </a:cubicBezTo>
                <a:cubicBezTo>
                  <a:pt x="140352" y="55414"/>
                  <a:pt x="141581" y="53092"/>
                  <a:pt x="141374" y="50666"/>
                </a:cubicBezTo>
                <a:cubicBezTo>
                  <a:pt x="141220" y="45865"/>
                  <a:pt x="136915" y="40725"/>
                  <a:pt x="126974" y="33612"/>
                </a:cubicBezTo>
                <a:cubicBezTo>
                  <a:pt x="130783" y="26830"/>
                  <a:pt x="134097" y="20202"/>
                  <a:pt x="136915" y="14401"/>
                </a:cubicBezTo>
                <a:lnTo>
                  <a:pt x="117869" y="14401"/>
                </a:ln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CB540E00-D3BC-79E6-7822-78979809C4EC}"/>
              </a:ext>
            </a:extLst>
          </p:cNvPr>
          <p:cNvSpPr/>
          <p:nvPr/>
        </p:nvSpPr>
        <p:spPr>
          <a:xfrm>
            <a:off x="4003625" y="5121946"/>
            <a:ext cx="136574" cy="138732"/>
          </a:xfrm>
          <a:custGeom>
            <a:avLst/>
            <a:gdLst>
              <a:gd name="connsiteX0" fmla="*/ 86084 w 136574"/>
              <a:gd name="connsiteY0" fmla="*/ 32611 h 138732"/>
              <a:gd name="connsiteX1" fmla="*/ 86425 w 136574"/>
              <a:gd name="connsiteY1" fmla="*/ 59430 h 138732"/>
              <a:gd name="connsiteX2" fmla="*/ 91720 w 136574"/>
              <a:gd name="connsiteY2" fmla="*/ 80458 h 138732"/>
              <a:gd name="connsiteX3" fmla="*/ 42882 w 136574"/>
              <a:gd name="connsiteY3" fmla="*/ 138732 h 138732"/>
              <a:gd name="connsiteX4" fmla="*/ 31454 w 136574"/>
              <a:gd name="connsiteY4" fmla="*/ 127645 h 138732"/>
              <a:gd name="connsiteX5" fmla="*/ 74997 w 136574"/>
              <a:gd name="connsiteY5" fmla="*/ 99164 h 138732"/>
              <a:gd name="connsiteX6" fmla="*/ 60927 w 136574"/>
              <a:gd name="connsiteY6" fmla="*/ 103303 h 138732"/>
              <a:gd name="connsiteX7" fmla="*/ 33756 w 136574"/>
              <a:gd name="connsiteY7" fmla="*/ 77671 h 138732"/>
              <a:gd name="connsiteX8" fmla="*/ 33767 w 136574"/>
              <a:gd name="connsiteY8" fmla="*/ 75823 h 138732"/>
              <a:gd name="connsiteX9" fmla="*/ 62744 w 136574"/>
              <a:gd name="connsiteY9" fmla="*/ 47187 h 138732"/>
              <a:gd name="connsiteX10" fmla="*/ 73676 w 136574"/>
              <a:gd name="connsiteY10" fmla="*/ 49004 h 138732"/>
              <a:gd name="connsiteX11" fmla="*/ 73511 w 136574"/>
              <a:gd name="connsiteY11" fmla="*/ 32776 h 138732"/>
              <a:gd name="connsiteX12" fmla="*/ 330 w 136574"/>
              <a:gd name="connsiteY12" fmla="*/ 35594 h 138732"/>
              <a:gd name="connsiteX13" fmla="*/ 0 w 136574"/>
              <a:gd name="connsiteY13" fmla="*/ 22680 h 138732"/>
              <a:gd name="connsiteX14" fmla="*/ 73335 w 136574"/>
              <a:gd name="connsiteY14" fmla="*/ 21028 h 138732"/>
              <a:gd name="connsiteX15" fmla="*/ 73005 w 136574"/>
              <a:gd name="connsiteY15" fmla="*/ 10272 h 138732"/>
              <a:gd name="connsiteX16" fmla="*/ 72014 w 136574"/>
              <a:gd name="connsiteY16" fmla="*/ 0 h 138732"/>
              <a:gd name="connsiteX17" fmla="*/ 87085 w 136574"/>
              <a:gd name="connsiteY17" fmla="*/ 0 h 138732"/>
              <a:gd name="connsiteX18" fmla="*/ 86249 w 136574"/>
              <a:gd name="connsiteY18" fmla="*/ 10272 h 138732"/>
              <a:gd name="connsiteX19" fmla="*/ 86084 w 136574"/>
              <a:gd name="connsiteY19" fmla="*/ 20863 h 138732"/>
              <a:gd name="connsiteX20" fmla="*/ 88572 w 136574"/>
              <a:gd name="connsiteY20" fmla="*/ 20863 h 138732"/>
              <a:gd name="connsiteX21" fmla="*/ 136574 w 136574"/>
              <a:gd name="connsiteY21" fmla="*/ 21028 h 138732"/>
              <a:gd name="connsiteX22" fmla="*/ 136419 w 136574"/>
              <a:gd name="connsiteY22" fmla="*/ 33447 h 138732"/>
              <a:gd name="connsiteX23" fmla="*/ 88242 w 136574"/>
              <a:gd name="connsiteY23" fmla="*/ 32611 h 138732"/>
              <a:gd name="connsiteX24" fmla="*/ 77309 w 136574"/>
              <a:gd name="connsiteY24" fmla="*/ 68545 h 138732"/>
              <a:gd name="connsiteX25" fmla="*/ 62744 w 136574"/>
              <a:gd name="connsiteY25" fmla="*/ 58439 h 138732"/>
              <a:gd name="connsiteX26" fmla="*/ 46185 w 136574"/>
              <a:gd name="connsiteY26" fmla="*/ 75173 h 138732"/>
              <a:gd name="connsiteX27" fmla="*/ 46196 w 136574"/>
              <a:gd name="connsiteY27" fmla="*/ 75658 h 138732"/>
              <a:gd name="connsiteX28" fmla="*/ 61464 w 136574"/>
              <a:gd name="connsiteY28" fmla="*/ 91907 h 138732"/>
              <a:gd name="connsiteX29" fmla="*/ 62909 w 136574"/>
              <a:gd name="connsiteY29" fmla="*/ 91886 h 138732"/>
              <a:gd name="connsiteX30" fmla="*/ 77309 w 136574"/>
              <a:gd name="connsiteY30" fmla="*/ 68545 h 138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36574" h="138732">
                <a:moveTo>
                  <a:pt x="86084" y="32611"/>
                </a:moveTo>
                <a:cubicBezTo>
                  <a:pt x="86084" y="41891"/>
                  <a:pt x="86249" y="51987"/>
                  <a:pt x="86425" y="59430"/>
                </a:cubicBezTo>
                <a:cubicBezTo>
                  <a:pt x="90089" y="65820"/>
                  <a:pt x="91917" y="73098"/>
                  <a:pt x="91720" y="80458"/>
                </a:cubicBezTo>
                <a:cubicBezTo>
                  <a:pt x="91720" y="102643"/>
                  <a:pt x="80954" y="127315"/>
                  <a:pt x="42882" y="138732"/>
                </a:cubicBezTo>
                <a:lnTo>
                  <a:pt x="31454" y="127645"/>
                </a:lnTo>
                <a:cubicBezTo>
                  <a:pt x="52978" y="122679"/>
                  <a:pt x="68205" y="113740"/>
                  <a:pt x="74997" y="99164"/>
                </a:cubicBezTo>
                <a:cubicBezTo>
                  <a:pt x="70868" y="102013"/>
                  <a:pt x="65933" y="103458"/>
                  <a:pt x="60927" y="103303"/>
                </a:cubicBezTo>
                <a:cubicBezTo>
                  <a:pt x="46340" y="103726"/>
                  <a:pt x="34180" y="92247"/>
                  <a:pt x="33756" y="77671"/>
                </a:cubicBezTo>
                <a:cubicBezTo>
                  <a:pt x="33746" y="77052"/>
                  <a:pt x="33746" y="76443"/>
                  <a:pt x="33767" y="75823"/>
                </a:cubicBezTo>
                <a:cubicBezTo>
                  <a:pt x="33870" y="59926"/>
                  <a:pt x="46836" y="47104"/>
                  <a:pt x="62744" y="47187"/>
                </a:cubicBezTo>
                <a:cubicBezTo>
                  <a:pt x="66460" y="47166"/>
                  <a:pt x="70156" y="47786"/>
                  <a:pt x="73676" y="49004"/>
                </a:cubicBezTo>
                <a:cubicBezTo>
                  <a:pt x="73676" y="44204"/>
                  <a:pt x="73676" y="38412"/>
                  <a:pt x="73511" y="32776"/>
                </a:cubicBezTo>
                <a:cubicBezTo>
                  <a:pt x="48673" y="32941"/>
                  <a:pt x="20863" y="34108"/>
                  <a:pt x="330" y="35594"/>
                </a:cubicBezTo>
                <a:lnTo>
                  <a:pt x="0" y="22680"/>
                </a:lnTo>
                <a:cubicBezTo>
                  <a:pt x="18210" y="22350"/>
                  <a:pt x="49004" y="21358"/>
                  <a:pt x="73335" y="21028"/>
                </a:cubicBezTo>
                <a:cubicBezTo>
                  <a:pt x="73335" y="16393"/>
                  <a:pt x="73170" y="12584"/>
                  <a:pt x="73005" y="10272"/>
                </a:cubicBezTo>
                <a:cubicBezTo>
                  <a:pt x="72850" y="6793"/>
                  <a:pt x="72344" y="1982"/>
                  <a:pt x="72014" y="0"/>
                </a:cubicBezTo>
                <a:lnTo>
                  <a:pt x="87085" y="0"/>
                </a:lnTo>
                <a:lnTo>
                  <a:pt x="86249" y="10272"/>
                </a:lnTo>
                <a:cubicBezTo>
                  <a:pt x="86249" y="12749"/>
                  <a:pt x="86084" y="16558"/>
                  <a:pt x="86084" y="20863"/>
                </a:cubicBezTo>
                <a:lnTo>
                  <a:pt x="88572" y="20863"/>
                </a:lnTo>
                <a:cubicBezTo>
                  <a:pt x="108434" y="20863"/>
                  <a:pt x="128636" y="21028"/>
                  <a:pt x="136574" y="21028"/>
                </a:cubicBezTo>
                <a:lnTo>
                  <a:pt x="136419" y="33447"/>
                </a:lnTo>
                <a:cubicBezTo>
                  <a:pt x="127139" y="32941"/>
                  <a:pt x="112243" y="32611"/>
                  <a:pt x="88242" y="32611"/>
                </a:cubicBezTo>
                <a:close/>
                <a:moveTo>
                  <a:pt x="77309" y="68545"/>
                </a:moveTo>
                <a:cubicBezTo>
                  <a:pt x="75307" y="62259"/>
                  <a:pt x="69330" y="58119"/>
                  <a:pt x="62744" y="58439"/>
                </a:cubicBezTo>
                <a:cubicBezTo>
                  <a:pt x="53556" y="58491"/>
                  <a:pt x="46134" y="65975"/>
                  <a:pt x="46185" y="75173"/>
                </a:cubicBezTo>
                <a:cubicBezTo>
                  <a:pt x="46185" y="75338"/>
                  <a:pt x="46185" y="75493"/>
                  <a:pt x="46196" y="75658"/>
                </a:cubicBezTo>
                <a:cubicBezTo>
                  <a:pt x="45927" y="84360"/>
                  <a:pt x="52761" y="91638"/>
                  <a:pt x="61464" y="91907"/>
                </a:cubicBezTo>
                <a:cubicBezTo>
                  <a:pt x="61949" y="91917"/>
                  <a:pt x="62434" y="91917"/>
                  <a:pt x="62909" y="91886"/>
                </a:cubicBezTo>
                <a:cubicBezTo>
                  <a:pt x="72509" y="91886"/>
                  <a:pt x="78806" y="84102"/>
                  <a:pt x="77309" y="68545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45" name="フリーフォーム: 図形 44">
            <a:extLst>
              <a:ext uri="{FF2B5EF4-FFF2-40B4-BE49-F238E27FC236}">
                <a16:creationId xmlns:a16="http://schemas.microsoft.com/office/drawing/2014/main" id="{1261AEA8-48E2-0F78-48F0-021DD093AF3E}"/>
              </a:ext>
            </a:extLst>
          </p:cNvPr>
          <p:cNvSpPr/>
          <p:nvPr/>
        </p:nvSpPr>
        <p:spPr>
          <a:xfrm>
            <a:off x="4171551" y="5128078"/>
            <a:ext cx="122503" cy="130948"/>
          </a:xfrm>
          <a:custGeom>
            <a:avLst/>
            <a:gdLst>
              <a:gd name="connsiteX0" fmla="*/ 105120 w 122503"/>
              <a:gd name="connsiteY0" fmla="*/ 9590 h 130948"/>
              <a:gd name="connsiteX1" fmla="*/ 96015 w 122503"/>
              <a:gd name="connsiteY1" fmla="*/ 15887 h 130948"/>
              <a:gd name="connsiteX2" fmla="*/ 53308 w 122503"/>
              <a:gd name="connsiteY2" fmla="*/ 51977 h 130948"/>
              <a:gd name="connsiteX3" fmla="*/ 75493 w 122503"/>
              <a:gd name="connsiteY3" fmla="*/ 48508 h 130948"/>
              <a:gd name="connsiteX4" fmla="*/ 122504 w 122503"/>
              <a:gd name="connsiteY4" fmla="*/ 87240 h 130948"/>
              <a:gd name="connsiteX5" fmla="*/ 65882 w 122503"/>
              <a:gd name="connsiteY5" fmla="*/ 130948 h 130948"/>
              <a:gd name="connsiteX6" fmla="*/ 29792 w 122503"/>
              <a:gd name="connsiteY6" fmla="*/ 107442 h 130948"/>
              <a:gd name="connsiteX7" fmla="*/ 54712 w 122503"/>
              <a:gd name="connsiteY7" fmla="*/ 85878 h 130948"/>
              <a:gd name="connsiteX8" fmla="*/ 55125 w 122503"/>
              <a:gd name="connsiteY8" fmla="*/ 85919 h 130948"/>
              <a:gd name="connsiteX9" fmla="*/ 88892 w 122503"/>
              <a:gd name="connsiteY9" fmla="*/ 114885 h 130948"/>
              <a:gd name="connsiteX10" fmla="*/ 109259 w 122503"/>
              <a:gd name="connsiteY10" fmla="*/ 87075 h 130948"/>
              <a:gd name="connsiteX11" fmla="*/ 72344 w 122503"/>
              <a:gd name="connsiteY11" fmla="*/ 59265 h 130948"/>
              <a:gd name="connsiteX12" fmla="*/ 9600 w 122503"/>
              <a:gd name="connsiteY12" fmla="*/ 91875 h 130948"/>
              <a:gd name="connsiteX13" fmla="*/ 0 w 122503"/>
              <a:gd name="connsiteY13" fmla="*/ 82110 h 130948"/>
              <a:gd name="connsiteX14" fmla="*/ 44193 w 122503"/>
              <a:gd name="connsiteY14" fmla="*/ 45359 h 130948"/>
              <a:gd name="connsiteX15" fmla="*/ 81779 w 122503"/>
              <a:gd name="connsiteY15" fmla="*/ 13234 h 130948"/>
              <a:gd name="connsiteX16" fmla="*/ 32445 w 122503"/>
              <a:gd name="connsiteY16" fmla="*/ 15557 h 130948"/>
              <a:gd name="connsiteX17" fmla="*/ 21348 w 122503"/>
              <a:gd name="connsiteY17" fmla="*/ 16548 h 130948"/>
              <a:gd name="connsiteX18" fmla="*/ 21018 w 122503"/>
              <a:gd name="connsiteY18" fmla="*/ 2808 h 130948"/>
              <a:gd name="connsiteX19" fmla="*/ 32611 w 122503"/>
              <a:gd name="connsiteY19" fmla="*/ 3303 h 130948"/>
              <a:gd name="connsiteX20" fmla="*/ 88572 w 122503"/>
              <a:gd name="connsiteY20" fmla="*/ 1321 h 130948"/>
              <a:gd name="connsiteX21" fmla="*/ 97501 w 122503"/>
              <a:gd name="connsiteY21" fmla="*/ 0 h 130948"/>
              <a:gd name="connsiteX22" fmla="*/ 76814 w 122503"/>
              <a:gd name="connsiteY22" fmla="*/ 118034 h 130948"/>
              <a:gd name="connsiteX23" fmla="*/ 55125 w 122503"/>
              <a:gd name="connsiteY23" fmla="*/ 96180 h 130948"/>
              <a:gd name="connsiteX24" fmla="*/ 42046 w 122503"/>
              <a:gd name="connsiteY24" fmla="*/ 106276 h 130948"/>
              <a:gd name="connsiteX25" fmla="*/ 63735 w 122503"/>
              <a:gd name="connsiteY25" fmla="*/ 119025 h 130948"/>
              <a:gd name="connsiteX26" fmla="*/ 76814 w 122503"/>
              <a:gd name="connsiteY26" fmla="*/ 118034 h 130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22503" h="130948">
                <a:moveTo>
                  <a:pt x="105120" y="9590"/>
                </a:moveTo>
                <a:cubicBezTo>
                  <a:pt x="102147" y="11582"/>
                  <a:pt x="98503" y="14070"/>
                  <a:pt x="96015" y="15887"/>
                </a:cubicBezTo>
                <a:cubicBezTo>
                  <a:pt x="87901" y="22019"/>
                  <a:pt x="65882" y="41385"/>
                  <a:pt x="53308" y="51977"/>
                </a:cubicBezTo>
                <a:cubicBezTo>
                  <a:pt x="60462" y="49633"/>
                  <a:pt x="67957" y="48457"/>
                  <a:pt x="75493" y="48508"/>
                </a:cubicBezTo>
                <a:cubicBezTo>
                  <a:pt x="102808" y="48498"/>
                  <a:pt x="122504" y="65056"/>
                  <a:pt x="122504" y="87240"/>
                </a:cubicBezTo>
                <a:cubicBezTo>
                  <a:pt x="122504" y="113729"/>
                  <a:pt x="100485" y="130948"/>
                  <a:pt x="65882" y="130948"/>
                </a:cubicBezTo>
                <a:cubicBezTo>
                  <a:pt x="43532" y="130948"/>
                  <a:pt x="29792" y="121007"/>
                  <a:pt x="29792" y="107442"/>
                </a:cubicBezTo>
                <a:cubicBezTo>
                  <a:pt x="30721" y="94601"/>
                  <a:pt x="41881" y="84949"/>
                  <a:pt x="54712" y="85878"/>
                </a:cubicBezTo>
                <a:cubicBezTo>
                  <a:pt x="54847" y="85888"/>
                  <a:pt x="54991" y="85898"/>
                  <a:pt x="55125" y="85919"/>
                </a:cubicBezTo>
                <a:cubicBezTo>
                  <a:pt x="72292" y="85072"/>
                  <a:pt x="87116" y="97801"/>
                  <a:pt x="88892" y="114885"/>
                </a:cubicBezTo>
                <a:cubicBezTo>
                  <a:pt x="101135" y="111210"/>
                  <a:pt x="109456" y="99855"/>
                  <a:pt x="109259" y="87075"/>
                </a:cubicBezTo>
                <a:cubicBezTo>
                  <a:pt x="109259" y="71012"/>
                  <a:pt x="93031" y="59265"/>
                  <a:pt x="72344" y="59265"/>
                </a:cubicBezTo>
                <a:cubicBezTo>
                  <a:pt x="45360" y="59265"/>
                  <a:pt x="30453" y="70682"/>
                  <a:pt x="9600" y="91875"/>
                </a:cubicBezTo>
                <a:lnTo>
                  <a:pt x="0" y="82110"/>
                </a:lnTo>
                <a:cubicBezTo>
                  <a:pt x="13575" y="70857"/>
                  <a:pt x="34603" y="53298"/>
                  <a:pt x="44193" y="45359"/>
                </a:cubicBezTo>
                <a:cubicBezTo>
                  <a:pt x="53308" y="37741"/>
                  <a:pt x="73665" y="20522"/>
                  <a:pt x="81779" y="13234"/>
                </a:cubicBezTo>
                <a:cubicBezTo>
                  <a:pt x="73170" y="13575"/>
                  <a:pt x="40890" y="15061"/>
                  <a:pt x="32445" y="15557"/>
                </a:cubicBezTo>
                <a:cubicBezTo>
                  <a:pt x="28729" y="15629"/>
                  <a:pt x="25023" y="15959"/>
                  <a:pt x="21348" y="16548"/>
                </a:cubicBezTo>
                <a:lnTo>
                  <a:pt x="21018" y="2808"/>
                </a:lnTo>
                <a:cubicBezTo>
                  <a:pt x="24868" y="3211"/>
                  <a:pt x="28739" y="3376"/>
                  <a:pt x="32611" y="3303"/>
                </a:cubicBezTo>
                <a:cubicBezTo>
                  <a:pt x="41055" y="3303"/>
                  <a:pt x="79963" y="2147"/>
                  <a:pt x="88572" y="1321"/>
                </a:cubicBezTo>
                <a:cubicBezTo>
                  <a:pt x="91576" y="1105"/>
                  <a:pt x="94570" y="661"/>
                  <a:pt x="97501" y="0"/>
                </a:cubicBezTo>
                <a:close/>
                <a:moveTo>
                  <a:pt x="76814" y="118034"/>
                </a:moveTo>
                <a:cubicBezTo>
                  <a:pt x="76793" y="106039"/>
                  <a:pt x="67121" y="96294"/>
                  <a:pt x="55125" y="96180"/>
                </a:cubicBezTo>
                <a:cubicBezTo>
                  <a:pt x="47672" y="96180"/>
                  <a:pt x="42046" y="100650"/>
                  <a:pt x="42046" y="106276"/>
                </a:cubicBezTo>
                <a:cubicBezTo>
                  <a:pt x="42046" y="114390"/>
                  <a:pt x="51481" y="119025"/>
                  <a:pt x="63735" y="119025"/>
                </a:cubicBezTo>
                <a:cubicBezTo>
                  <a:pt x="68112" y="119046"/>
                  <a:pt x="72489" y="118715"/>
                  <a:pt x="76814" y="118034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A815F020-D5B6-4B91-5D40-46A6347D407C}"/>
              </a:ext>
            </a:extLst>
          </p:cNvPr>
          <p:cNvSpPr/>
          <p:nvPr/>
        </p:nvSpPr>
        <p:spPr>
          <a:xfrm>
            <a:off x="5500543" y="4261290"/>
            <a:ext cx="190883" cy="180024"/>
          </a:xfrm>
          <a:custGeom>
            <a:avLst/>
            <a:gdLst>
              <a:gd name="connsiteX0" fmla="*/ 73015 w 190883"/>
              <a:gd name="connsiteY0" fmla="*/ 45855 h 180024"/>
              <a:gd name="connsiteX1" fmla="*/ 0 w 190883"/>
              <a:gd name="connsiteY1" fmla="*/ 45855 h 180024"/>
              <a:gd name="connsiteX2" fmla="*/ 0 w 190883"/>
              <a:gd name="connsiteY2" fmla="*/ 26953 h 180024"/>
              <a:gd name="connsiteX3" fmla="*/ 73015 w 190883"/>
              <a:gd name="connsiteY3" fmla="*/ 26953 h 180024"/>
              <a:gd name="connsiteX4" fmla="*/ 67781 w 190883"/>
              <a:gd name="connsiteY4" fmla="*/ 158707 h 180024"/>
              <a:gd name="connsiteX5" fmla="*/ 80654 w 190883"/>
              <a:gd name="connsiteY5" fmla="*/ 117270 h 180024"/>
              <a:gd name="connsiteX6" fmla="*/ 99566 w 190883"/>
              <a:gd name="connsiteY6" fmla="*/ 122101 h 180024"/>
              <a:gd name="connsiteX7" fmla="*/ 84082 w 190883"/>
              <a:gd name="connsiteY7" fmla="*/ 170971 h 180024"/>
              <a:gd name="connsiteX8" fmla="*/ 67781 w 190883"/>
              <a:gd name="connsiteY8" fmla="*/ 161112 h 180024"/>
              <a:gd name="connsiteX9" fmla="*/ 67781 w 190883"/>
              <a:gd name="connsiteY9" fmla="*/ 170971 h 180024"/>
              <a:gd name="connsiteX10" fmla="*/ 28161 w 190883"/>
              <a:gd name="connsiteY10" fmla="*/ 170971 h 180024"/>
              <a:gd name="connsiteX11" fmla="*/ 28161 w 190883"/>
              <a:gd name="connsiteY11" fmla="*/ 178816 h 180024"/>
              <a:gd name="connsiteX12" fmla="*/ 8444 w 190883"/>
              <a:gd name="connsiteY12" fmla="*/ 178816 h 180024"/>
              <a:gd name="connsiteX13" fmla="*/ 8444 w 190883"/>
              <a:gd name="connsiteY13" fmla="*/ 110230 h 180024"/>
              <a:gd name="connsiteX14" fmla="*/ 67781 w 190883"/>
              <a:gd name="connsiteY14" fmla="*/ 110230 h 180024"/>
              <a:gd name="connsiteX15" fmla="*/ 67585 w 190883"/>
              <a:gd name="connsiteY15" fmla="*/ 73211 h 180024"/>
              <a:gd name="connsiteX16" fmla="*/ 9053 w 190883"/>
              <a:gd name="connsiteY16" fmla="*/ 73211 h 180024"/>
              <a:gd name="connsiteX17" fmla="*/ 9053 w 190883"/>
              <a:gd name="connsiteY17" fmla="*/ 54908 h 180024"/>
              <a:gd name="connsiteX18" fmla="*/ 67585 w 190883"/>
              <a:gd name="connsiteY18" fmla="*/ 54908 h 180024"/>
              <a:gd name="connsiteX19" fmla="*/ 9053 w 190883"/>
              <a:gd name="connsiteY19" fmla="*/ 82471 h 180024"/>
              <a:gd name="connsiteX20" fmla="*/ 67585 w 190883"/>
              <a:gd name="connsiteY20" fmla="*/ 82471 h 180024"/>
              <a:gd name="connsiteX21" fmla="*/ 67585 w 190883"/>
              <a:gd name="connsiteY21" fmla="*/ 100371 h 180024"/>
              <a:gd name="connsiteX22" fmla="*/ 9053 w 190883"/>
              <a:gd name="connsiteY22" fmla="*/ 100371 h 180024"/>
              <a:gd name="connsiteX23" fmla="*/ 66987 w 190883"/>
              <a:gd name="connsiteY23" fmla="*/ 18096 h 180024"/>
              <a:gd name="connsiteX24" fmla="*/ 9652 w 190883"/>
              <a:gd name="connsiteY24" fmla="*/ 18096 h 180024"/>
              <a:gd name="connsiteX25" fmla="*/ 9652 w 190883"/>
              <a:gd name="connsiteY25" fmla="*/ 0 h 180024"/>
              <a:gd name="connsiteX26" fmla="*/ 66987 w 190883"/>
              <a:gd name="connsiteY26" fmla="*/ 0 h 180024"/>
              <a:gd name="connsiteX27" fmla="*/ 47878 w 190883"/>
              <a:gd name="connsiteY27" fmla="*/ 129131 h 180024"/>
              <a:gd name="connsiteX28" fmla="*/ 28161 w 190883"/>
              <a:gd name="connsiteY28" fmla="*/ 129131 h 180024"/>
              <a:gd name="connsiteX29" fmla="*/ 28161 w 190883"/>
              <a:gd name="connsiteY29" fmla="*/ 152265 h 180024"/>
              <a:gd name="connsiteX30" fmla="*/ 47878 w 190883"/>
              <a:gd name="connsiteY30" fmla="*/ 152265 h 180024"/>
              <a:gd name="connsiteX31" fmla="*/ 90110 w 190883"/>
              <a:gd name="connsiteY31" fmla="*/ 27552 h 180024"/>
              <a:gd name="connsiteX32" fmla="*/ 109022 w 190883"/>
              <a:gd name="connsiteY32" fmla="*/ 34190 h 180024"/>
              <a:gd name="connsiteX33" fmla="*/ 112036 w 190883"/>
              <a:gd name="connsiteY33" fmla="*/ 21513 h 180024"/>
              <a:gd name="connsiteX34" fmla="*/ 81872 w 190883"/>
              <a:gd name="connsiteY34" fmla="*/ 21513 h 180024"/>
              <a:gd name="connsiteX35" fmla="*/ 81872 w 190883"/>
              <a:gd name="connsiteY35" fmla="*/ 1610 h 180024"/>
              <a:gd name="connsiteX36" fmla="*/ 181635 w 190883"/>
              <a:gd name="connsiteY36" fmla="*/ 1610 h 180024"/>
              <a:gd name="connsiteX37" fmla="*/ 181439 w 190883"/>
              <a:gd name="connsiteY37" fmla="*/ 10457 h 180024"/>
              <a:gd name="connsiteX38" fmla="*/ 171982 w 190883"/>
              <a:gd name="connsiteY38" fmla="*/ 81067 h 180024"/>
              <a:gd name="connsiteX39" fmla="*/ 158707 w 190883"/>
              <a:gd name="connsiteY39" fmla="*/ 88706 h 180024"/>
              <a:gd name="connsiteX40" fmla="*/ 136977 w 190883"/>
              <a:gd name="connsiteY40" fmla="*/ 89511 h 180024"/>
              <a:gd name="connsiteX41" fmla="*/ 131351 w 190883"/>
              <a:gd name="connsiteY41" fmla="*/ 68597 h 180024"/>
              <a:gd name="connsiteX42" fmla="*/ 120285 w 190883"/>
              <a:gd name="connsiteY42" fmla="*/ 61949 h 180024"/>
              <a:gd name="connsiteX43" fmla="*/ 85692 w 190883"/>
              <a:gd name="connsiteY43" fmla="*/ 94735 h 180024"/>
              <a:gd name="connsiteX44" fmla="*/ 72210 w 190883"/>
              <a:gd name="connsiteY44" fmla="*/ 77846 h 180024"/>
              <a:gd name="connsiteX45" fmla="*/ 101176 w 190883"/>
              <a:gd name="connsiteY45" fmla="*/ 52493 h 180024"/>
              <a:gd name="connsiteX46" fmla="*/ 79054 w 190883"/>
              <a:gd name="connsiteY46" fmla="*/ 44049 h 180024"/>
              <a:gd name="connsiteX47" fmla="*/ 137782 w 190883"/>
              <a:gd name="connsiteY47" fmla="*/ 159512 h 180024"/>
              <a:gd name="connsiteX48" fmla="*/ 143016 w 190883"/>
              <a:gd name="connsiteY48" fmla="*/ 138391 h 180024"/>
              <a:gd name="connsiteX49" fmla="*/ 162527 w 190883"/>
              <a:gd name="connsiteY49" fmla="*/ 147042 h 180024"/>
              <a:gd name="connsiteX50" fmla="*/ 140198 w 190883"/>
              <a:gd name="connsiteY50" fmla="*/ 180024 h 180024"/>
              <a:gd name="connsiteX51" fmla="*/ 123701 w 190883"/>
              <a:gd name="connsiteY51" fmla="*/ 180024 h 180024"/>
              <a:gd name="connsiteX52" fmla="*/ 100980 w 190883"/>
              <a:gd name="connsiteY52" fmla="*/ 153473 h 180024"/>
              <a:gd name="connsiteX53" fmla="*/ 100980 w 190883"/>
              <a:gd name="connsiteY53" fmla="*/ 109425 h 180024"/>
              <a:gd name="connsiteX54" fmla="*/ 123103 w 190883"/>
              <a:gd name="connsiteY54" fmla="*/ 109425 h 180024"/>
              <a:gd name="connsiteX55" fmla="*/ 123103 w 190883"/>
              <a:gd name="connsiteY55" fmla="*/ 153277 h 180024"/>
              <a:gd name="connsiteX56" fmla="*/ 127129 w 190883"/>
              <a:gd name="connsiteY56" fmla="*/ 159512 h 180024"/>
              <a:gd name="connsiteX57" fmla="*/ 119273 w 190883"/>
              <a:gd name="connsiteY57" fmla="*/ 81666 h 180024"/>
              <a:gd name="connsiteX58" fmla="*/ 155290 w 190883"/>
              <a:gd name="connsiteY58" fmla="*/ 107215 h 180024"/>
              <a:gd name="connsiteX59" fmla="*/ 140394 w 190883"/>
              <a:gd name="connsiteY59" fmla="*/ 122494 h 180024"/>
              <a:gd name="connsiteX60" fmla="*/ 105399 w 190883"/>
              <a:gd name="connsiteY60" fmla="*/ 95540 h 180024"/>
              <a:gd name="connsiteX61" fmla="*/ 133560 w 190883"/>
              <a:gd name="connsiteY61" fmla="*/ 21513 h 180024"/>
              <a:gd name="connsiteX62" fmla="*/ 128533 w 190883"/>
              <a:gd name="connsiteY62" fmla="*/ 43037 h 180024"/>
              <a:gd name="connsiteX63" fmla="*/ 146835 w 190883"/>
              <a:gd name="connsiteY63" fmla="*/ 53102 h 180024"/>
              <a:gd name="connsiteX64" fmla="*/ 137183 w 190883"/>
              <a:gd name="connsiteY64" fmla="*/ 68597 h 180024"/>
              <a:gd name="connsiteX65" fmla="*/ 146835 w 190883"/>
              <a:gd name="connsiteY65" fmla="*/ 68793 h 180024"/>
              <a:gd name="connsiteX66" fmla="*/ 152875 w 190883"/>
              <a:gd name="connsiteY66" fmla="*/ 66181 h 180024"/>
              <a:gd name="connsiteX67" fmla="*/ 158707 w 190883"/>
              <a:gd name="connsiteY67" fmla="*/ 21513 h 180024"/>
              <a:gd name="connsiteX68" fmla="*/ 168958 w 190883"/>
              <a:gd name="connsiteY68" fmla="*/ 112645 h 180024"/>
              <a:gd name="connsiteX69" fmla="*/ 190884 w 190883"/>
              <a:gd name="connsiteY69" fmla="*/ 162330 h 180024"/>
              <a:gd name="connsiteX70" fmla="*/ 169773 w 190883"/>
              <a:gd name="connsiteY70" fmla="*/ 170971 h 180024"/>
              <a:gd name="connsiteX71" fmla="*/ 149654 w 190883"/>
              <a:gd name="connsiteY71" fmla="*/ 120285 h 180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90883" h="180024">
                <a:moveTo>
                  <a:pt x="73015" y="45855"/>
                </a:moveTo>
                <a:lnTo>
                  <a:pt x="0" y="45855"/>
                </a:lnTo>
                <a:lnTo>
                  <a:pt x="0" y="26953"/>
                </a:lnTo>
                <a:lnTo>
                  <a:pt x="73015" y="26953"/>
                </a:lnTo>
                <a:close/>
                <a:moveTo>
                  <a:pt x="67781" y="158707"/>
                </a:moveTo>
                <a:cubicBezTo>
                  <a:pt x="75359" y="146134"/>
                  <a:pt x="79777" y="131919"/>
                  <a:pt x="80654" y="117270"/>
                </a:cubicBezTo>
                <a:lnTo>
                  <a:pt x="99566" y="122101"/>
                </a:lnTo>
                <a:cubicBezTo>
                  <a:pt x="98947" y="139496"/>
                  <a:pt x="93589" y="156395"/>
                  <a:pt x="84082" y="170971"/>
                </a:cubicBezTo>
                <a:lnTo>
                  <a:pt x="67781" y="161112"/>
                </a:lnTo>
                <a:lnTo>
                  <a:pt x="67781" y="170971"/>
                </a:lnTo>
                <a:lnTo>
                  <a:pt x="28161" y="170971"/>
                </a:lnTo>
                <a:lnTo>
                  <a:pt x="28161" y="178816"/>
                </a:lnTo>
                <a:lnTo>
                  <a:pt x="8444" y="178816"/>
                </a:lnTo>
                <a:lnTo>
                  <a:pt x="8444" y="110230"/>
                </a:lnTo>
                <a:lnTo>
                  <a:pt x="67781" y="110230"/>
                </a:lnTo>
                <a:close/>
                <a:moveTo>
                  <a:pt x="67585" y="73211"/>
                </a:moveTo>
                <a:lnTo>
                  <a:pt x="9053" y="73211"/>
                </a:lnTo>
                <a:lnTo>
                  <a:pt x="9053" y="54908"/>
                </a:lnTo>
                <a:lnTo>
                  <a:pt x="67585" y="54908"/>
                </a:lnTo>
                <a:close/>
                <a:moveTo>
                  <a:pt x="9053" y="82471"/>
                </a:moveTo>
                <a:lnTo>
                  <a:pt x="67585" y="82471"/>
                </a:lnTo>
                <a:lnTo>
                  <a:pt x="67585" y="100371"/>
                </a:lnTo>
                <a:lnTo>
                  <a:pt x="9053" y="100371"/>
                </a:lnTo>
                <a:close/>
                <a:moveTo>
                  <a:pt x="66987" y="18096"/>
                </a:moveTo>
                <a:lnTo>
                  <a:pt x="9652" y="18096"/>
                </a:lnTo>
                <a:lnTo>
                  <a:pt x="9652" y="0"/>
                </a:lnTo>
                <a:lnTo>
                  <a:pt x="66987" y="0"/>
                </a:lnTo>
                <a:close/>
                <a:moveTo>
                  <a:pt x="47878" y="129131"/>
                </a:moveTo>
                <a:lnTo>
                  <a:pt x="28161" y="129131"/>
                </a:lnTo>
                <a:lnTo>
                  <a:pt x="28161" y="152265"/>
                </a:lnTo>
                <a:lnTo>
                  <a:pt x="47878" y="152265"/>
                </a:lnTo>
                <a:close/>
                <a:moveTo>
                  <a:pt x="90110" y="27552"/>
                </a:moveTo>
                <a:cubicBezTo>
                  <a:pt x="96149" y="29369"/>
                  <a:pt x="102581" y="31785"/>
                  <a:pt x="109022" y="34190"/>
                </a:cubicBezTo>
                <a:cubicBezTo>
                  <a:pt x="110230" y="29968"/>
                  <a:pt x="111241" y="25746"/>
                  <a:pt x="112036" y="21513"/>
                </a:cubicBezTo>
                <a:lnTo>
                  <a:pt x="81872" y="21513"/>
                </a:lnTo>
                <a:lnTo>
                  <a:pt x="81872" y="1610"/>
                </a:lnTo>
                <a:lnTo>
                  <a:pt x="181635" y="1610"/>
                </a:lnTo>
                <a:cubicBezTo>
                  <a:pt x="181635" y="1610"/>
                  <a:pt x="181635" y="7639"/>
                  <a:pt x="181439" y="10457"/>
                </a:cubicBezTo>
                <a:cubicBezTo>
                  <a:pt x="179425" y="55910"/>
                  <a:pt x="177412" y="74626"/>
                  <a:pt x="171982" y="81067"/>
                </a:cubicBezTo>
                <a:cubicBezTo>
                  <a:pt x="168917" y="85465"/>
                  <a:pt x="164044" y="88262"/>
                  <a:pt x="158707" y="88706"/>
                </a:cubicBezTo>
                <a:cubicBezTo>
                  <a:pt x="151501" y="89553"/>
                  <a:pt x="144234" y="89821"/>
                  <a:pt x="136977" y="89511"/>
                </a:cubicBezTo>
                <a:cubicBezTo>
                  <a:pt x="136440" y="82244"/>
                  <a:pt x="134530" y="75152"/>
                  <a:pt x="131351" y="68597"/>
                </a:cubicBezTo>
                <a:cubicBezTo>
                  <a:pt x="127924" y="66377"/>
                  <a:pt x="124310" y="64168"/>
                  <a:pt x="120285" y="61949"/>
                </a:cubicBezTo>
                <a:cubicBezTo>
                  <a:pt x="112263" y="76071"/>
                  <a:pt x="100216" y="87488"/>
                  <a:pt x="85692" y="94735"/>
                </a:cubicBezTo>
                <a:cubicBezTo>
                  <a:pt x="82316" y="88293"/>
                  <a:pt x="77743" y="82564"/>
                  <a:pt x="72210" y="77846"/>
                </a:cubicBezTo>
                <a:cubicBezTo>
                  <a:pt x="84164" y="72447"/>
                  <a:pt x="94250" y="63631"/>
                  <a:pt x="101176" y="52493"/>
                </a:cubicBezTo>
                <a:cubicBezTo>
                  <a:pt x="93950" y="49313"/>
                  <a:pt x="86559" y="46495"/>
                  <a:pt x="79054" y="44049"/>
                </a:cubicBezTo>
                <a:close/>
                <a:moveTo>
                  <a:pt x="137782" y="159512"/>
                </a:moveTo>
                <a:cubicBezTo>
                  <a:pt x="141612" y="159512"/>
                  <a:pt x="142417" y="156890"/>
                  <a:pt x="143016" y="138391"/>
                </a:cubicBezTo>
                <a:cubicBezTo>
                  <a:pt x="148921" y="142458"/>
                  <a:pt x="155538" y="145390"/>
                  <a:pt x="162527" y="147042"/>
                </a:cubicBezTo>
                <a:cubicBezTo>
                  <a:pt x="160317" y="173386"/>
                  <a:pt x="154485" y="180024"/>
                  <a:pt x="140198" y="180024"/>
                </a:cubicBezTo>
                <a:lnTo>
                  <a:pt x="123701" y="180024"/>
                </a:lnTo>
                <a:cubicBezTo>
                  <a:pt x="104800" y="180024"/>
                  <a:pt x="100980" y="173386"/>
                  <a:pt x="100980" y="153473"/>
                </a:cubicBezTo>
                <a:lnTo>
                  <a:pt x="100980" y="109425"/>
                </a:lnTo>
                <a:lnTo>
                  <a:pt x="123103" y="109425"/>
                </a:lnTo>
                <a:lnTo>
                  <a:pt x="123103" y="153277"/>
                </a:lnTo>
                <a:cubicBezTo>
                  <a:pt x="123103" y="158707"/>
                  <a:pt x="123505" y="159512"/>
                  <a:pt x="127129" y="159512"/>
                </a:cubicBezTo>
                <a:close/>
                <a:moveTo>
                  <a:pt x="119273" y="81666"/>
                </a:moveTo>
                <a:cubicBezTo>
                  <a:pt x="132559" y="88221"/>
                  <a:pt x="144709" y="96841"/>
                  <a:pt x="155290" y="107215"/>
                </a:cubicBezTo>
                <a:lnTo>
                  <a:pt x="140394" y="122494"/>
                </a:lnTo>
                <a:cubicBezTo>
                  <a:pt x="130122" y="111840"/>
                  <a:pt x="118323" y="102756"/>
                  <a:pt x="105399" y="95540"/>
                </a:cubicBezTo>
                <a:close/>
                <a:moveTo>
                  <a:pt x="133560" y="21513"/>
                </a:moveTo>
                <a:cubicBezTo>
                  <a:pt x="132383" y="28801"/>
                  <a:pt x="130711" y="35997"/>
                  <a:pt x="128533" y="43037"/>
                </a:cubicBezTo>
                <a:cubicBezTo>
                  <a:pt x="134840" y="46000"/>
                  <a:pt x="140962" y="49355"/>
                  <a:pt x="146835" y="53102"/>
                </a:cubicBezTo>
                <a:lnTo>
                  <a:pt x="137183" y="68597"/>
                </a:lnTo>
                <a:cubicBezTo>
                  <a:pt x="141405" y="68793"/>
                  <a:pt x="144822" y="68793"/>
                  <a:pt x="146835" y="68793"/>
                </a:cubicBezTo>
                <a:cubicBezTo>
                  <a:pt x="149199" y="69278"/>
                  <a:pt x="151615" y="68235"/>
                  <a:pt x="152875" y="66181"/>
                </a:cubicBezTo>
                <a:cubicBezTo>
                  <a:pt x="155682" y="63156"/>
                  <a:pt x="157303" y="51295"/>
                  <a:pt x="158707" y="21513"/>
                </a:cubicBezTo>
                <a:close/>
                <a:moveTo>
                  <a:pt x="168958" y="112645"/>
                </a:moveTo>
                <a:cubicBezTo>
                  <a:pt x="179240" y="127727"/>
                  <a:pt x="186672" y="144564"/>
                  <a:pt x="190884" y="162330"/>
                </a:cubicBezTo>
                <a:lnTo>
                  <a:pt x="169773" y="170971"/>
                </a:lnTo>
                <a:cubicBezTo>
                  <a:pt x="166243" y="152978"/>
                  <a:pt x="159430" y="135800"/>
                  <a:pt x="149654" y="120285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47" name="フリーフォーム: 図形 46">
            <a:extLst>
              <a:ext uri="{FF2B5EF4-FFF2-40B4-BE49-F238E27FC236}">
                <a16:creationId xmlns:a16="http://schemas.microsoft.com/office/drawing/2014/main" id="{F582A2E2-2476-7762-37BE-8888B965C4EF}"/>
              </a:ext>
            </a:extLst>
          </p:cNvPr>
          <p:cNvSpPr/>
          <p:nvPr/>
        </p:nvSpPr>
        <p:spPr>
          <a:xfrm>
            <a:off x="5701627" y="4255252"/>
            <a:ext cx="190687" cy="188092"/>
          </a:xfrm>
          <a:custGeom>
            <a:avLst/>
            <a:gdLst>
              <a:gd name="connsiteX0" fmla="*/ 63157 w 190687"/>
              <a:gd name="connsiteY0" fmla="*/ 51894 h 188092"/>
              <a:gd name="connsiteX1" fmla="*/ 0 w 190687"/>
              <a:gd name="connsiteY1" fmla="*/ 51894 h 188092"/>
              <a:gd name="connsiteX2" fmla="*/ 0 w 190687"/>
              <a:gd name="connsiteY2" fmla="*/ 32992 h 188092"/>
              <a:gd name="connsiteX3" fmla="*/ 63157 w 190687"/>
              <a:gd name="connsiteY3" fmla="*/ 32992 h 188092"/>
              <a:gd name="connsiteX4" fmla="*/ 58935 w 190687"/>
              <a:gd name="connsiteY4" fmla="*/ 176814 h 188092"/>
              <a:gd name="connsiteX5" fmla="*/ 25343 w 190687"/>
              <a:gd name="connsiteY5" fmla="*/ 176814 h 188092"/>
              <a:gd name="connsiteX6" fmla="*/ 25343 w 190687"/>
              <a:gd name="connsiteY6" fmla="*/ 184855 h 188092"/>
              <a:gd name="connsiteX7" fmla="*/ 7247 w 190687"/>
              <a:gd name="connsiteY7" fmla="*/ 184855 h 188092"/>
              <a:gd name="connsiteX8" fmla="*/ 7247 w 190687"/>
              <a:gd name="connsiteY8" fmla="*/ 116268 h 188092"/>
              <a:gd name="connsiteX9" fmla="*/ 58935 w 190687"/>
              <a:gd name="connsiteY9" fmla="*/ 116268 h 188092"/>
              <a:gd name="connsiteX10" fmla="*/ 58336 w 190687"/>
              <a:gd name="connsiteY10" fmla="*/ 79250 h 188092"/>
              <a:gd name="connsiteX11" fmla="*/ 7846 w 190687"/>
              <a:gd name="connsiteY11" fmla="*/ 79250 h 188092"/>
              <a:gd name="connsiteX12" fmla="*/ 7846 w 190687"/>
              <a:gd name="connsiteY12" fmla="*/ 60947 h 188092"/>
              <a:gd name="connsiteX13" fmla="*/ 58336 w 190687"/>
              <a:gd name="connsiteY13" fmla="*/ 60947 h 188092"/>
              <a:gd name="connsiteX14" fmla="*/ 7846 w 190687"/>
              <a:gd name="connsiteY14" fmla="*/ 88510 h 188092"/>
              <a:gd name="connsiteX15" fmla="*/ 58336 w 190687"/>
              <a:gd name="connsiteY15" fmla="*/ 88510 h 188092"/>
              <a:gd name="connsiteX16" fmla="*/ 58336 w 190687"/>
              <a:gd name="connsiteY16" fmla="*/ 106410 h 188092"/>
              <a:gd name="connsiteX17" fmla="*/ 7846 w 190687"/>
              <a:gd name="connsiteY17" fmla="*/ 106410 h 188092"/>
              <a:gd name="connsiteX18" fmla="*/ 58139 w 190687"/>
              <a:gd name="connsiteY18" fmla="*/ 24135 h 188092"/>
              <a:gd name="connsiteX19" fmla="*/ 8857 w 190687"/>
              <a:gd name="connsiteY19" fmla="*/ 24135 h 188092"/>
              <a:gd name="connsiteX20" fmla="*/ 8857 w 190687"/>
              <a:gd name="connsiteY20" fmla="*/ 6039 h 188092"/>
              <a:gd name="connsiteX21" fmla="*/ 58139 w 190687"/>
              <a:gd name="connsiteY21" fmla="*/ 6039 h 188092"/>
              <a:gd name="connsiteX22" fmla="*/ 25343 w 190687"/>
              <a:gd name="connsiteY22" fmla="*/ 134974 h 188092"/>
              <a:gd name="connsiteX23" fmla="*/ 25343 w 190687"/>
              <a:gd name="connsiteY23" fmla="*/ 158108 h 188092"/>
              <a:gd name="connsiteX24" fmla="*/ 40229 w 190687"/>
              <a:gd name="connsiteY24" fmla="*/ 158108 h 188092"/>
              <a:gd name="connsiteX25" fmla="*/ 40229 w 190687"/>
              <a:gd name="connsiteY25" fmla="*/ 134974 h 188092"/>
              <a:gd name="connsiteX26" fmla="*/ 184050 w 190687"/>
              <a:gd name="connsiteY26" fmla="*/ 104800 h 188092"/>
              <a:gd name="connsiteX27" fmla="*/ 160926 w 190687"/>
              <a:gd name="connsiteY27" fmla="*/ 148250 h 188092"/>
              <a:gd name="connsiteX28" fmla="*/ 170579 w 190687"/>
              <a:gd name="connsiteY28" fmla="*/ 162330 h 188092"/>
              <a:gd name="connsiteX29" fmla="*/ 176008 w 190687"/>
              <a:gd name="connsiteY29" fmla="*/ 139392 h 188092"/>
              <a:gd name="connsiteX30" fmla="*/ 190688 w 190687"/>
              <a:gd name="connsiteY30" fmla="*/ 152874 h 188092"/>
              <a:gd name="connsiteX31" fmla="*/ 169371 w 190687"/>
              <a:gd name="connsiteY31" fmla="*/ 188076 h 188092"/>
              <a:gd name="connsiteX32" fmla="*/ 145834 w 190687"/>
              <a:gd name="connsiteY32" fmla="*/ 166150 h 188092"/>
              <a:gd name="connsiteX33" fmla="*/ 119479 w 190687"/>
              <a:gd name="connsiteY33" fmla="*/ 187673 h 188092"/>
              <a:gd name="connsiteX34" fmla="*/ 106008 w 190687"/>
              <a:gd name="connsiteY34" fmla="*/ 174398 h 188092"/>
              <a:gd name="connsiteX35" fmla="*/ 119077 w 190687"/>
              <a:gd name="connsiteY35" fmla="*/ 165345 h 188092"/>
              <a:gd name="connsiteX36" fmla="*/ 87302 w 190687"/>
              <a:gd name="connsiteY36" fmla="*/ 165345 h 188092"/>
              <a:gd name="connsiteX37" fmla="*/ 87302 w 190687"/>
              <a:gd name="connsiteY37" fmla="*/ 172994 h 188092"/>
              <a:gd name="connsiteX38" fmla="*/ 69402 w 190687"/>
              <a:gd name="connsiteY38" fmla="*/ 172994 h 188092"/>
              <a:gd name="connsiteX39" fmla="*/ 69402 w 190687"/>
              <a:gd name="connsiteY39" fmla="*/ 95550 h 188092"/>
              <a:gd name="connsiteX40" fmla="*/ 126323 w 190687"/>
              <a:gd name="connsiteY40" fmla="*/ 95550 h 188092"/>
              <a:gd name="connsiteX41" fmla="*/ 126323 w 190687"/>
              <a:gd name="connsiteY41" fmla="*/ 159110 h 188092"/>
              <a:gd name="connsiteX42" fmla="*/ 140208 w 190687"/>
              <a:gd name="connsiteY42" fmla="*/ 144223 h 188092"/>
              <a:gd name="connsiteX43" fmla="*/ 134778 w 190687"/>
              <a:gd name="connsiteY43" fmla="*/ 86497 h 188092"/>
              <a:gd name="connsiteX44" fmla="*/ 61557 w 190687"/>
              <a:gd name="connsiteY44" fmla="*/ 86497 h 188092"/>
              <a:gd name="connsiteX45" fmla="*/ 61557 w 190687"/>
              <a:gd name="connsiteY45" fmla="*/ 67389 h 188092"/>
              <a:gd name="connsiteX46" fmla="*/ 76639 w 190687"/>
              <a:gd name="connsiteY46" fmla="*/ 67389 h 188092"/>
              <a:gd name="connsiteX47" fmla="*/ 71807 w 190687"/>
              <a:gd name="connsiteY47" fmla="*/ 41643 h 188092"/>
              <a:gd name="connsiteX48" fmla="*/ 87705 w 190687"/>
              <a:gd name="connsiteY48" fmla="*/ 38216 h 188092"/>
              <a:gd name="connsiteX49" fmla="*/ 93537 w 190687"/>
              <a:gd name="connsiteY49" fmla="*/ 64168 h 188092"/>
              <a:gd name="connsiteX50" fmla="*/ 80066 w 190687"/>
              <a:gd name="connsiteY50" fmla="*/ 67389 h 188092"/>
              <a:gd name="connsiteX51" fmla="*/ 112646 w 190687"/>
              <a:gd name="connsiteY51" fmla="*/ 67389 h 188092"/>
              <a:gd name="connsiteX52" fmla="*/ 102188 w 190687"/>
              <a:gd name="connsiteY52" fmla="*/ 65169 h 188092"/>
              <a:gd name="connsiteX53" fmla="*/ 106410 w 190687"/>
              <a:gd name="connsiteY53" fmla="*/ 37617 h 188092"/>
              <a:gd name="connsiteX54" fmla="*/ 65779 w 190687"/>
              <a:gd name="connsiteY54" fmla="*/ 37617 h 188092"/>
              <a:gd name="connsiteX55" fmla="*/ 65779 w 190687"/>
              <a:gd name="connsiteY55" fmla="*/ 19717 h 188092"/>
              <a:gd name="connsiteX56" fmla="*/ 87096 w 190687"/>
              <a:gd name="connsiteY56" fmla="*/ 19717 h 188092"/>
              <a:gd name="connsiteX57" fmla="*/ 87096 w 190687"/>
              <a:gd name="connsiteY57" fmla="*/ 0 h 188092"/>
              <a:gd name="connsiteX58" fmla="*/ 109022 w 190687"/>
              <a:gd name="connsiteY58" fmla="*/ 0 h 188092"/>
              <a:gd name="connsiteX59" fmla="*/ 109022 w 190687"/>
              <a:gd name="connsiteY59" fmla="*/ 19717 h 188092"/>
              <a:gd name="connsiteX60" fmla="*/ 129947 w 190687"/>
              <a:gd name="connsiteY60" fmla="*/ 19717 h 188092"/>
              <a:gd name="connsiteX61" fmla="*/ 129947 w 190687"/>
              <a:gd name="connsiteY61" fmla="*/ 37617 h 188092"/>
              <a:gd name="connsiteX62" fmla="*/ 107618 w 190687"/>
              <a:gd name="connsiteY62" fmla="*/ 37617 h 188092"/>
              <a:gd name="connsiteX63" fmla="*/ 125725 w 190687"/>
              <a:gd name="connsiteY63" fmla="*/ 40425 h 188092"/>
              <a:gd name="connsiteX64" fmla="*/ 118684 w 190687"/>
              <a:gd name="connsiteY64" fmla="*/ 67389 h 188092"/>
              <a:gd name="connsiteX65" fmla="*/ 134169 w 190687"/>
              <a:gd name="connsiteY65" fmla="*/ 67389 h 188092"/>
              <a:gd name="connsiteX66" fmla="*/ 133570 w 190687"/>
              <a:gd name="connsiteY66" fmla="*/ 0 h 188092"/>
              <a:gd name="connsiteX67" fmla="*/ 153886 w 190687"/>
              <a:gd name="connsiteY67" fmla="*/ 0 h 188092"/>
              <a:gd name="connsiteX68" fmla="*/ 153680 w 190687"/>
              <a:gd name="connsiteY68" fmla="*/ 18509 h 188092"/>
              <a:gd name="connsiteX69" fmla="*/ 170579 w 190687"/>
              <a:gd name="connsiteY69" fmla="*/ 12067 h 188092"/>
              <a:gd name="connsiteX70" fmla="*/ 188479 w 190687"/>
              <a:gd name="connsiteY70" fmla="*/ 48074 h 188092"/>
              <a:gd name="connsiteX71" fmla="*/ 169371 w 190687"/>
              <a:gd name="connsiteY71" fmla="*/ 55920 h 188092"/>
              <a:gd name="connsiteX72" fmla="*/ 153680 w 190687"/>
              <a:gd name="connsiteY72" fmla="*/ 20316 h 188092"/>
              <a:gd name="connsiteX73" fmla="*/ 153886 w 190687"/>
              <a:gd name="connsiteY73" fmla="*/ 67389 h 188092"/>
              <a:gd name="connsiteX74" fmla="*/ 186672 w 190687"/>
              <a:gd name="connsiteY74" fmla="*/ 67389 h 188092"/>
              <a:gd name="connsiteX75" fmla="*/ 186672 w 190687"/>
              <a:gd name="connsiteY75" fmla="*/ 86497 h 188092"/>
              <a:gd name="connsiteX76" fmla="*/ 154289 w 190687"/>
              <a:gd name="connsiteY76" fmla="*/ 86497 h 188092"/>
              <a:gd name="connsiteX77" fmla="*/ 156302 w 190687"/>
              <a:gd name="connsiteY77" fmla="*/ 119283 h 188092"/>
              <a:gd name="connsiteX78" fmla="*/ 166356 w 190687"/>
              <a:gd name="connsiteY78" fmla="*/ 94941 h 188092"/>
              <a:gd name="connsiteX79" fmla="*/ 87302 w 190687"/>
              <a:gd name="connsiteY79" fmla="*/ 112046 h 188092"/>
              <a:gd name="connsiteX80" fmla="*/ 87302 w 190687"/>
              <a:gd name="connsiteY80" fmla="*/ 122101 h 188092"/>
              <a:gd name="connsiteX81" fmla="*/ 107019 w 190687"/>
              <a:gd name="connsiteY81" fmla="*/ 122101 h 188092"/>
              <a:gd name="connsiteX82" fmla="*/ 107019 w 190687"/>
              <a:gd name="connsiteY82" fmla="*/ 112046 h 188092"/>
              <a:gd name="connsiteX83" fmla="*/ 107019 w 190687"/>
              <a:gd name="connsiteY83" fmla="*/ 148848 h 188092"/>
              <a:gd name="connsiteX84" fmla="*/ 107019 w 190687"/>
              <a:gd name="connsiteY84" fmla="*/ 138195 h 188092"/>
              <a:gd name="connsiteX85" fmla="*/ 87302 w 190687"/>
              <a:gd name="connsiteY85" fmla="*/ 138195 h 188092"/>
              <a:gd name="connsiteX86" fmla="*/ 87302 w 190687"/>
              <a:gd name="connsiteY86" fmla="*/ 148848 h 188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90687" h="188092">
                <a:moveTo>
                  <a:pt x="63157" y="51894"/>
                </a:moveTo>
                <a:lnTo>
                  <a:pt x="0" y="51894"/>
                </a:lnTo>
                <a:lnTo>
                  <a:pt x="0" y="32992"/>
                </a:lnTo>
                <a:lnTo>
                  <a:pt x="63157" y="32992"/>
                </a:lnTo>
                <a:close/>
                <a:moveTo>
                  <a:pt x="58935" y="176814"/>
                </a:moveTo>
                <a:lnTo>
                  <a:pt x="25343" y="176814"/>
                </a:lnTo>
                <a:lnTo>
                  <a:pt x="25343" y="184855"/>
                </a:lnTo>
                <a:lnTo>
                  <a:pt x="7247" y="184855"/>
                </a:lnTo>
                <a:lnTo>
                  <a:pt x="7247" y="116268"/>
                </a:lnTo>
                <a:lnTo>
                  <a:pt x="58935" y="116268"/>
                </a:lnTo>
                <a:close/>
                <a:moveTo>
                  <a:pt x="58336" y="79250"/>
                </a:moveTo>
                <a:lnTo>
                  <a:pt x="7846" y="79250"/>
                </a:lnTo>
                <a:lnTo>
                  <a:pt x="7846" y="60947"/>
                </a:lnTo>
                <a:lnTo>
                  <a:pt x="58336" y="60947"/>
                </a:lnTo>
                <a:close/>
                <a:moveTo>
                  <a:pt x="7846" y="88510"/>
                </a:moveTo>
                <a:lnTo>
                  <a:pt x="58336" y="88510"/>
                </a:lnTo>
                <a:lnTo>
                  <a:pt x="58336" y="106410"/>
                </a:lnTo>
                <a:lnTo>
                  <a:pt x="7846" y="106410"/>
                </a:lnTo>
                <a:close/>
                <a:moveTo>
                  <a:pt x="58139" y="24135"/>
                </a:moveTo>
                <a:lnTo>
                  <a:pt x="8857" y="24135"/>
                </a:lnTo>
                <a:lnTo>
                  <a:pt x="8857" y="6039"/>
                </a:lnTo>
                <a:lnTo>
                  <a:pt x="58139" y="6039"/>
                </a:lnTo>
                <a:close/>
                <a:moveTo>
                  <a:pt x="25343" y="134974"/>
                </a:moveTo>
                <a:lnTo>
                  <a:pt x="25343" y="158108"/>
                </a:lnTo>
                <a:lnTo>
                  <a:pt x="40229" y="158108"/>
                </a:lnTo>
                <a:lnTo>
                  <a:pt x="40229" y="134974"/>
                </a:lnTo>
                <a:close/>
                <a:moveTo>
                  <a:pt x="184050" y="104800"/>
                </a:moveTo>
                <a:cubicBezTo>
                  <a:pt x="178383" y="120274"/>
                  <a:pt x="170599" y="134902"/>
                  <a:pt x="160926" y="148250"/>
                </a:cubicBezTo>
                <a:cubicBezTo>
                  <a:pt x="163342" y="156900"/>
                  <a:pt x="166553" y="161928"/>
                  <a:pt x="170579" y="162330"/>
                </a:cubicBezTo>
                <a:cubicBezTo>
                  <a:pt x="173190" y="162537"/>
                  <a:pt x="175203" y="153680"/>
                  <a:pt x="176008" y="139392"/>
                </a:cubicBezTo>
                <a:cubicBezTo>
                  <a:pt x="180220" y="144574"/>
                  <a:pt x="185165" y="149117"/>
                  <a:pt x="190688" y="152874"/>
                </a:cubicBezTo>
                <a:cubicBezTo>
                  <a:pt x="185661" y="181438"/>
                  <a:pt x="177010" y="188479"/>
                  <a:pt x="169371" y="188076"/>
                </a:cubicBezTo>
                <a:cubicBezTo>
                  <a:pt x="158707" y="187271"/>
                  <a:pt x="151068" y="179828"/>
                  <a:pt x="145834" y="166150"/>
                </a:cubicBezTo>
                <a:cubicBezTo>
                  <a:pt x="137885" y="174284"/>
                  <a:pt x="129038" y="181510"/>
                  <a:pt x="119479" y="187673"/>
                </a:cubicBezTo>
                <a:cubicBezTo>
                  <a:pt x="115557" y="182708"/>
                  <a:pt x="111035" y="178249"/>
                  <a:pt x="106008" y="174398"/>
                </a:cubicBezTo>
                <a:cubicBezTo>
                  <a:pt x="110581" y="171704"/>
                  <a:pt x="114948" y="168679"/>
                  <a:pt x="119077" y="165345"/>
                </a:cubicBezTo>
                <a:lnTo>
                  <a:pt x="87302" y="165345"/>
                </a:lnTo>
                <a:lnTo>
                  <a:pt x="87302" y="172994"/>
                </a:lnTo>
                <a:lnTo>
                  <a:pt x="69402" y="172994"/>
                </a:lnTo>
                <a:lnTo>
                  <a:pt x="69402" y="95550"/>
                </a:lnTo>
                <a:lnTo>
                  <a:pt x="126323" y="95550"/>
                </a:lnTo>
                <a:lnTo>
                  <a:pt x="126323" y="159110"/>
                </a:lnTo>
                <a:cubicBezTo>
                  <a:pt x="131258" y="154444"/>
                  <a:pt x="135893" y="149468"/>
                  <a:pt x="140208" y="144223"/>
                </a:cubicBezTo>
                <a:cubicBezTo>
                  <a:pt x="137142" y="125116"/>
                  <a:pt x="135325" y="105832"/>
                  <a:pt x="134778" y="86497"/>
                </a:cubicBezTo>
                <a:lnTo>
                  <a:pt x="61557" y="86497"/>
                </a:lnTo>
                <a:lnTo>
                  <a:pt x="61557" y="67389"/>
                </a:lnTo>
                <a:lnTo>
                  <a:pt x="76639" y="67389"/>
                </a:lnTo>
                <a:cubicBezTo>
                  <a:pt x="76029" y="58645"/>
                  <a:pt x="74409" y="50005"/>
                  <a:pt x="71807" y="41643"/>
                </a:cubicBezTo>
                <a:lnTo>
                  <a:pt x="87705" y="38216"/>
                </a:lnTo>
                <a:cubicBezTo>
                  <a:pt x="90967" y="46516"/>
                  <a:pt x="92939" y="55269"/>
                  <a:pt x="93537" y="64168"/>
                </a:cubicBezTo>
                <a:lnTo>
                  <a:pt x="80066" y="67389"/>
                </a:lnTo>
                <a:lnTo>
                  <a:pt x="112646" y="67389"/>
                </a:lnTo>
                <a:lnTo>
                  <a:pt x="102188" y="65169"/>
                </a:lnTo>
                <a:cubicBezTo>
                  <a:pt x="103798" y="57334"/>
                  <a:pt x="105605" y="45659"/>
                  <a:pt x="106410" y="37617"/>
                </a:cubicBezTo>
                <a:lnTo>
                  <a:pt x="65779" y="37617"/>
                </a:lnTo>
                <a:lnTo>
                  <a:pt x="65779" y="19717"/>
                </a:lnTo>
                <a:lnTo>
                  <a:pt x="87096" y="19717"/>
                </a:lnTo>
                <a:lnTo>
                  <a:pt x="87096" y="0"/>
                </a:lnTo>
                <a:lnTo>
                  <a:pt x="109022" y="0"/>
                </a:lnTo>
                <a:lnTo>
                  <a:pt x="109022" y="19717"/>
                </a:lnTo>
                <a:lnTo>
                  <a:pt x="129947" y="19717"/>
                </a:lnTo>
                <a:lnTo>
                  <a:pt x="129947" y="37617"/>
                </a:lnTo>
                <a:lnTo>
                  <a:pt x="107618" y="37617"/>
                </a:lnTo>
                <a:lnTo>
                  <a:pt x="125725" y="40425"/>
                </a:lnTo>
                <a:cubicBezTo>
                  <a:pt x="123113" y="50087"/>
                  <a:pt x="120698" y="60142"/>
                  <a:pt x="118684" y="67389"/>
                </a:cubicBezTo>
                <a:lnTo>
                  <a:pt x="134169" y="67389"/>
                </a:lnTo>
                <a:cubicBezTo>
                  <a:pt x="133766" y="47269"/>
                  <a:pt x="133570" y="24744"/>
                  <a:pt x="133570" y="0"/>
                </a:cubicBezTo>
                <a:lnTo>
                  <a:pt x="153886" y="0"/>
                </a:lnTo>
                <a:lnTo>
                  <a:pt x="153680" y="18509"/>
                </a:lnTo>
                <a:lnTo>
                  <a:pt x="170579" y="12067"/>
                </a:lnTo>
                <a:cubicBezTo>
                  <a:pt x="178445" y="23031"/>
                  <a:pt x="184494" y="35191"/>
                  <a:pt x="188479" y="48074"/>
                </a:cubicBezTo>
                <a:lnTo>
                  <a:pt x="169371" y="55920"/>
                </a:lnTo>
                <a:cubicBezTo>
                  <a:pt x="166098" y="43285"/>
                  <a:pt x="160803" y="31258"/>
                  <a:pt x="153680" y="20316"/>
                </a:cubicBezTo>
                <a:cubicBezTo>
                  <a:pt x="153484" y="37214"/>
                  <a:pt x="153484" y="52906"/>
                  <a:pt x="153886" y="67389"/>
                </a:cubicBezTo>
                <a:lnTo>
                  <a:pt x="186672" y="67389"/>
                </a:lnTo>
                <a:lnTo>
                  <a:pt x="186672" y="86497"/>
                </a:lnTo>
                <a:lnTo>
                  <a:pt x="154289" y="86497"/>
                </a:lnTo>
                <a:cubicBezTo>
                  <a:pt x="154691" y="98761"/>
                  <a:pt x="155486" y="109631"/>
                  <a:pt x="156302" y="119283"/>
                </a:cubicBezTo>
                <a:cubicBezTo>
                  <a:pt x="160256" y="111437"/>
                  <a:pt x="163610" y="103293"/>
                  <a:pt x="166356" y="94941"/>
                </a:cubicBezTo>
                <a:close/>
                <a:moveTo>
                  <a:pt x="87302" y="112046"/>
                </a:moveTo>
                <a:lnTo>
                  <a:pt x="87302" y="122101"/>
                </a:lnTo>
                <a:lnTo>
                  <a:pt x="107019" y="122101"/>
                </a:lnTo>
                <a:lnTo>
                  <a:pt x="107019" y="112046"/>
                </a:lnTo>
                <a:close/>
                <a:moveTo>
                  <a:pt x="107019" y="148848"/>
                </a:moveTo>
                <a:lnTo>
                  <a:pt x="107019" y="138195"/>
                </a:lnTo>
                <a:lnTo>
                  <a:pt x="87302" y="138195"/>
                </a:lnTo>
                <a:lnTo>
                  <a:pt x="87302" y="148848"/>
                </a:ln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48" name="フリーフォーム: 図形 47">
            <a:extLst>
              <a:ext uri="{FF2B5EF4-FFF2-40B4-BE49-F238E27FC236}">
                <a16:creationId xmlns:a16="http://schemas.microsoft.com/office/drawing/2014/main" id="{5B6D5A44-CF66-C316-D789-356F2D6B8A74}"/>
              </a:ext>
            </a:extLst>
          </p:cNvPr>
          <p:cNvSpPr/>
          <p:nvPr/>
        </p:nvSpPr>
        <p:spPr>
          <a:xfrm>
            <a:off x="5938923" y="4266111"/>
            <a:ext cx="140806" cy="171386"/>
          </a:xfrm>
          <a:custGeom>
            <a:avLst/>
            <a:gdLst>
              <a:gd name="connsiteX0" fmla="*/ 32187 w 140806"/>
              <a:gd name="connsiteY0" fmla="*/ 403 h 171386"/>
              <a:gd name="connsiteX1" fmla="*/ 29565 w 140806"/>
              <a:gd name="connsiteY1" fmla="*/ 26964 h 171386"/>
              <a:gd name="connsiteX2" fmla="*/ 27160 w 140806"/>
              <a:gd name="connsiteY2" fmla="*/ 117673 h 171386"/>
              <a:gd name="connsiteX3" fmla="*/ 54516 w 140806"/>
              <a:gd name="connsiteY3" fmla="*/ 144224 h 171386"/>
              <a:gd name="connsiteX4" fmla="*/ 122700 w 140806"/>
              <a:gd name="connsiteY4" fmla="*/ 103592 h 171386"/>
              <a:gd name="connsiteX5" fmla="*/ 140807 w 140806"/>
              <a:gd name="connsiteY5" fmla="*/ 125931 h 171386"/>
              <a:gd name="connsiteX6" fmla="*/ 54310 w 140806"/>
              <a:gd name="connsiteY6" fmla="*/ 171384 h 171386"/>
              <a:gd name="connsiteX7" fmla="*/ 609 w 140806"/>
              <a:gd name="connsiteY7" fmla="*/ 123113 h 171386"/>
              <a:gd name="connsiteX8" fmla="*/ 2622 w 140806"/>
              <a:gd name="connsiteY8" fmla="*/ 26964 h 171386"/>
              <a:gd name="connsiteX9" fmla="*/ 0 w 140806"/>
              <a:gd name="connsiteY9" fmla="*/ 0 h 171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0806" h="171386">
                <a:moveTo>
                  <a:pt x="32187" y="403"/>
                </a:moveTo>
                <a:cubicBezTo>
                  <a:pt x="30742" y="9188"/>
                  <a:pt x="29865" y="18065"/>
                  <a:pt x="29565" y="26964"/>
                </a:cubicBezTo>
                <a:cubicBezTo>
                  <a:pt x="28564" y="48281"/>
                  <a:pt x="27160" y="92939"/>
                  <a:pt x="27160" y="117673"/>
                </a:cubicBezTo>
                <a:cubicBezTo>
                  <a:pt x="27160" y="137793"/>
                  <a:pt x="39228" y="144224"/>
                  <a:pt x="54516" y="144224"/>
                </a:cubicBezTo>
                <a:cubicBezTo>
                  <a:pt x="82863" y="143801"/>
                  <a:pt x="108836" y="128326"/>
                  <a:pt x="122700" y="103592"/>
                </a:cubicBezTo>
                <a:lnTo>
                  <a:pt x="140807" y="125931"/>
                </a:lnTo>
                <a:cubicBezTo>
                  <a:pt x="121368" y="154568"/>
                  <a:pt x="88923" y="171621"/>
                  <a:pt x="54310" y="171384"/>
                </a:cubicBezTo>
                <a:cubicBezTo>
                  <a:pt x="21730" y="171384"/>
                  <a:pt x="609" y="157107"/>
                  <a:pt x="609" y="123113"/>
                </a:cubicBezTo>
                <a:cubicBezTo>
                  <a:pt x="609" y="96356"/>
                  <a:pt x="2622" y="44059"/>
                  <a:pt x="2622" y="26964"/>
                </a:cubicBezTo>
                <a:cubicBezTo>
                  <a:pt x="2725" y="17911"/>
                  <a:pt x="1848" y="886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49" name="フリーフォーム: 図形 48">
            <a:extLst>
              <a:ext uri="{FF2B5EF4-FFF2-40B4-BE49-F238E27FC236}">
                <a16:creationId xmlns:a16="http://schemas.microsoft.com/office/drawing/2014/main" id="{A472625F-5DD3-DCAC-916C-C6C3D9F94EC0}"/>
              </a:ext>
            </a:extLst>
          </p:cNvPr>
          <p:cNvSpPr/>
          <p:nvPr/>
        </p:nvSpPr>
        <p:spPr>
          <a:xfrm>
            <a:off x="6105816" y="4258472"/>
            <a:ext cx="178217" cy="179022"/>
          </a:xfrm>
          <a:custGeom>
            <a:avLst/>
            <a:gdLst>
              <a:gd name="connsiteX0" fmla="*/ 42851 w 178217"/>
              <a:gd name="connsiteY0" fmla="*/ 18096 h 179022"/>
              <a:gd name="connsiteX1" fmla="*/ 50893 w 178217"/>
              <a:gd name="connsiteY1" fmla="*/ 33591 h 179022"/>
              <a:gd name="connsiteX2" fmla="*/ 60142 w 178217"/>
              <a:gd name="connsiteY2" fmla="*/ 52493 h 179022"/>
              <a:gd name="connsiteX3" fmla="*/ 128739 w 178217"/>
              <a:gd name="connsiteY3" fmla="*/ 32383 h 179022"/>
              <a:gd name="connsiteX4" fmla="*/ 178218 w 178217"/>
              <a:gd name="connsiteY4" fmla="*/ 74223 h 179022"/>
              <a:gd name="connsiteX5" fmla="*/ 128533 w 178217"/>
              <a:gd name="connsiteY5" fmla="*/ 119686 h 179022"/>
              <a:gd name="connsiteX6" fmla="*/ 97956 w 178217"/>
              <a:gd name="connsiteY6" fmla="*/ 114049 h 179022"/>
              <a:gd name="connsiteX7" fmla="*/ 98565 w 178217"/>
              <a:gd name="connsiteY7" fmla="*/ 89109 h 179022"/>
              <a:gd name="connsiteX8" fmla="*/ 125921 w 178217"/>
              <a:gd name="connsiteY8" fmla="*/ 95746 h 179022"/>
              <a:gd name="connsiteX9" fmla="*/ 151873 w 178217"/>
              <a:gd name="connsiteY9" fmla="*/ 73418 h 179022"/>
              <a:gd name="connsiteX10" fmla="*/ 128130 w 178217"/>
              <a:gd name="connsiteY10" fmla="*/ 54908 h 179022"/>
              <a:gd name="connsiteX11" fmla="*/ 69598 w 178217"/>
              <a:gd name="connsiteY11" fmla="*/ 73015 h 179022"/>
              <a:gd name="connsiteX12" fmla="*/ 75235 w 178217"/>
              <a:gd name="connsiteY12" fmla="*/ 85289 h 179022"/>
              <a:gd name="connsiteX13" fmla="*/ 106607 w 178217"/>
              <a:gd name="connsiteY13" fmla="*/ 171982 h 179022"/>
              <a:gd name="connsiteX14" fmla="*/ 79054 w 178217"/>
              <a:gd name="connsiteY14" fmla="*/ 179023 h 179022"/>
              <a:gd name="connsiteX15" fmla="*/ 52307 w 178217"/>
              <a:gd name="connsiteY15" fmla="*/ 96345 h 179022"/>
              <a:gd name="connsiteX16" fmla="*/ 47073 w 178217"/>
              <a:gd name="connsiteY16" fmla="*/ 84081 h 179022"/>
              <a:gd name="connsiteX17" fmla="*/ 11676 w 178217"/>
              <a:gd name="connsiteY17" fmla="*/ 101775 h 179022"/>
              <a:gd name="connsiteX18" fmla="*/ 0 w 178217"/>
              <a:gd name="connsiteY18" fmla="*/ 76236 h 179022"/>
              <a:gd name="connsiteX19" fmla="*/ 19717 w 178217"/>
              <a:gd name="connsiteY19" fmla="*/ 69794 h 179022"/>
              <a:gd name="connsiteX20" fmla="*/ 37617 w 178217"/>
              <a:gd name="connsiteY20" fmla="*/ 62362 h 179022"/>
              <a:gd name="connsiteX21" fmla="*/ 28771 w 178217"/>
              <a:gd name="connsiteY21" fmla="*/ 45463 h 179022"/>
              <a:gd name="connsiteX22" fmla="*/ 17095 w 178217"/>
              <a:gd name="connsiteY22" fmla="*/ 27955 h 179022"/>
              <a:gd name="connsiteX23" fmla="*/ 94539 w 178217"/>
              <a:gd name="connsiteY23" fmla="*/ 36606 h 179022"/>
              <a:gd name="connsiteX24" fmla="*/ 68597 w 178217"/>
              <a:gd name="connsiteY24" fmla="*/ 12873 h 179022"/>
              <a:gd name="connsiteX25" fmla="*/ 86900 w 178217"/>
              <a:gd name="connsiteY25" fmla="*/ 0 h 179022"/>
              <a:gd name="connsiteX26" fmla="*/ 113451 w 178217"/>
              <a:gd name="connsiteY26" fmla="*/ 22928 h 179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8217" h="179022">
                <a:moveTo>
                  <a:pt x="42851" y="18096"/>
                </a:moveTo>
                <a:cubicBezTo>
                  <a:pt x="44658" y="21720"/>
                  <a:pt x="48684" y="29968"/>
                  <a:pt x="50893" y="33591"/>
                </a:cubicBezTo>
                <a:cubicBezTo>
                  <a:pt x="53907" y="39424"/>
                  <a:pt x="57128" y="45855"/>
                  <a:pt x="60142" y="52493"/>
                </a:cubicBezTo>
                <a:cubicBezTo>
                  <a:pt x="84288" y="41840"/>
                  <a:pt x="108423" y="32383"/>
                  <a:pt x="128739" y="32383"/>
                </a:cubicBezTo>
                <a:cubicBezTo>
                  <a:pt x="159719" y="32383"/>
                  <a:pt x="178218" y="51089"/>
                  <a:pt x="178218" y="74223"/>
                </a:cubicBezTo>
                <a:cubicBezTo>
                  <a:pt x="178218" y="102178"/>
                  <a:pt x="159110" y="119686"/>
                  <a:pt x="128533" y="119686"/>
                </a:cubicBezTo>
                <a:cubicBezTo>
                  <a:pt x="118106" y="119469"/>
                  <a:pt x="107783" y="117570"/>
                  <a:pt x="97956" y="114049"/>
                </a:cubicBezTo>
                <a:lnTo>
                  <a:pt x="98565" y="89109"/>
                </a:lnTo>
                <a:cubicBezTo>
                  <a:pt x="107174" y="93063"/>
                  <a:pt x="116455" y="95313"/>
                  <a:pt x="125921" y="95746"/>
                </a:cubicBezTo>
                <a:cubicBezTo>
                  <a:pt x="141210" y="95746"/>
                  <a:pt x="151873" y="87705"/>
                  <a:pt x="151873" y="73418"/>
                </a:cubicBezTo>
                <a:cubicBezTo>
                  <a:pt x="151873" y="63157"/>
                  <a:pt x="143223" y="54908"/>
                  <a:pt x="128130" y="54908"/>
                </a:cubicBezTo>
                <a:cubicBezTo>
                  <a:pt x="107649" y="57180"/>
                  <a:pt x="87787" y="63322"/>
                  <a:pt x="69598" y="73015"/>
                </a:cubicBezTo>
                <a:lnTo>
                  <a:pt x="75235" y="85289"/>
                </a:lnTo>
                <a:cubicBezTo>
                  <a:pt x="84484" y="107009"/>
                  <a:pt x="99773" y="149654"/>
                  <a:pt x="106607" y="171982"/>
                </a:cubicBezTo>
                <a:lnTo>
                  <a:pt x="79054" y="179023"/>
                </a:lnTo>
                <a:cubicBezTo>
                  <a:pt x="72148" y="150851"/>
                  <a:pt x="63208" y="123227"/>
                  <a:pt x="52307" y="96345"/>
                </a:cubicBezTo>
                <a:lnTo>
                  <a:pt x="47073" y="84081"/>
                </a:lnTo>
                <a:cubicBezTo>
                  <a:pt x="32786" y="91122"/>
                  <a:pt x="20120" y="97956"/>
                  <a:pt x="11676" y="101775"/>
                </a:cubicBezTo>
                <a:lnTo>
                  <a:pt x="0" y="76236"/>
                </a:lnTo>
                <a:cubicBezTo>
                  <a:pt x="6752" y="74667"/>
                  <a:pt x="13348" y="72520"/>
                  <a:pt x="19717" y="69794"/>
                </a:cubicBezTo>
                <a:cubicBezTo>
                  <a:pt x="25550" y="67585"/>
                  <a:pt x="31579" y="64974"/>
                  <a:pt x="37617" y="62362"/>
                </a:cubicBezTo>
                <a:cubicBezTo>
                  <a:pt x="34603" y="56323"/>
                  <a:pt x="31785" y="50686"/>
                  <a:pt x="28771" y="45463"/>
                </a:cubicBezTo>
                <a:cubicBezTo>
                  <a:pt x="25250" y="39383"/>
                  <a:pt x="21358" y="33540"/>
                  <a:pt x="17095" y="27955"/>
                </a:cubicBezTo>
                <a:close/>
                <a:moveTo>
                  <a:pt x="94539" y="36606"/>
                </a:moveTo>
                <a:cubicBezTo>
                  <a:pt x="86384" y="28172"/>
                  <a:pt x="77723" y="20254"/>
                  <a:pt x="68597" y="12873"/>
                </a:cubicBezTo>
                <a:lnTo>
                  <a:pt x="86900" y="0"/>
                </a:lnTo>
                <a:cubicBezTo>
                  <a:pt x="96180" y="7123"/>
                  <a:pt x="105048" y="14783"/>
                  <a:pt x="113451" y="22928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0" name="フリーフォーム: 図形 49">
            <a:extLst>
              <a:ext uri="{FF2B5EF4-FFF2-40B4-BE49-F238E27FC236}">
                <a16:creationId xmlns:a16="http://schemas.microsoft.com/office/drawing/2014/main" id="{889BEC87-6D57-9D9B-DD29-2096CD81F0FF}"/>
              </a:ext>
            </a:extLst>
          </p:cNvPr>
          <p:cNvSpPr/>
          <p:nvPr/>
        </p:nvSpPr>
        <p:spPr>
          <a:xfrm>
            <a:off x="6316758" y="4263902"/>
            <a:ext cx="168771" cy="175409"/>
          </a:xfrm>
          <a:custGeom>
            <a:avLst/>
            <a:gdLst>
              <a:gd name="connsiteX0" fmla="*/ 168565 w 168771"/>
              <a:gd name="connsiteY0" fmla="*/ 46671 h 175409"/>
              <a:gd name="connsiteX1" fmla="*/ 110839 w 168771"/>
              <a:gd name="connsiteY1" fmla="*/ 45659 h 175409"/>
              <a:gd name="connsiteX2" fmla="*/ 111045 w 168771"/>
              <a:gd name="connsiteY2" fmla="*/ 75235 h 175409"/>
              <a:gd name="connsiteX3" fmla="*/ 118478 w 168771"/>
              <a:gd name="connsiteY3" fmla="*/ 102787 h 175409"/>
              <a:gd name="connsiteX4" fmla="*/ 54516 w 168771"/>
              <a:gd name="connsiteY4" fmla="*/ 175410 h 175409"/>
              <a:gd name="connsiteX5" fmla="*/ 33395 w 168771"/>
              <a:gd name="connsiteY5" fmla="*/ 154082 h 175409"/>
              <a:gd name="connsiteX6" fmla="*/ 82068 w 168771"/>
              <a:gd name="connsiteY6" fmla="*/ 131351 h 175409"/>
              <a:gd name="connsiteX7" fmla="*/ 73015 w 168771"/>
              <a:gd name="connsiteY7" fmla="*/ 132362 h 175409"/>
              <a:gd name="connsiteX8" fmla="*/ 38598 w 168771"/>
              <a:gd name="connsiteY8" fmla="*/ 96603 h 175409"/>
              <a:gd name="connsiteX9" fmla="*/ 38619 w 168771"/>
              <a:gd name="connsiteY9" fmla="*/ 95746 h 175409"/>
              <a:gd name="connsiteX10" fmla="*/ 76370 w 168771"/>
              <a:gd name="connsiteY10" fmla="*/ 58460 h 175409"/>
              <a:gd name="connsiteX11" fmla="*/ 78455 w 168771"/>
              <a:gd name="connsiteY11" fmla="*/ 58532 h 175409"/>
              <a:gd name="connsiteX12" fmla="*/ 86301 w 168771"/>
              <a:gd name="connsiteY12" fmla="*/ 59141 h 175409"/>
              <a:gd name="connsiteX13" fmla="*/ 86094 w 168771"/>
              <a:gd name="connsiteY13" fmla="*/ 45865 h 175409"/>
              <a:gd name="connsiteX14" fmla="*/ 609 w 168771"/>
              <a:gd name="connsiteY14" fmla="*/ 48880 h 175409"/>
              <a:gd name="connsiteX15" fmla="*/ 0 w 168771"/>
              <a:gd name="connsiteY15" fmla="*/ 24744 h 175409"/>
              <a:gd name="connsiteX16" fmla="*/ 85692 w 168771"/>
              <a:gd name="connsiteY16" fmla="*/ 23330 h 175409"/>
              <a:gd name="connsiteX17" fmla="*/ 85496 w 168771"/>
              <a:gd name="connsiteY17" fmla="*/ 17301 h 175409"/>
              <a:gd name="connsiteX18" fmla="*/ 83679 w 168771"/>
              <a:gd name="connsiteY18" fmla="*/ 0 h 175409"/>
              <a:gd name="connsiteX19" fmla="*/ 112645 w 168771"/>
              <a:gd name="connsiteY19" fmla="*/ 0 h 175409"/>
              <a:gd name="connsiteX20" fmla="*/ 111241 w 168771"/>
              <a:gd name="connsiteY20" fmla="*/ 17095 h 175409"/>
              <a:gd name="connsiteX21" fmla="*/ 111045 w 168771"/>
              <a:gd name="connsiteY21" fmla="*/ 23134 h 175409"/>
              <a:gd name="connsiteX22" fmla="*/ 168772 w 168771"/>
              <a:gd name="connsiteY22" fmla="*/ 23134 h 175409"/>
              <a:gd name="connsiteX23" fmla="*/ 77846 w 168771"/>
              <a:gd name="connsiteY23" fmla="*/ 110230 h 175409"/>
              <a:gd name="connsiteX24" fmla="*/ 90925 w 168771"/>
              <a:gd name="connsiteY24" fmla="*/ 86693 h 175409"/>
              <a:gd name="connsiteX25" fmla="*/ 77846 w 168771"/>
              <a:gd name="connsiteY25" fmla="*/ 79653 h 175409"/>
              <a:gd name="connsiteX26" fmla="*/ 62444 w 168771"/>
              <a:gd name="connsiteY26" fmla="*/ 94828 h 175409"/>
              <a:gd name="connsiteX27" fmla="*/ 77609 w 168771"/>
              <a:gd name="connsiteY27" fmla="*/ 110230 h 175409"/>
              <a:gd name="connsiteX28" fmla="*/ 77846 w 168771"/>
              <a:gd name="connsiteY28" fmla="*/ 110230 h 175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68771" h="175409">
                <a:moveTo>
                  <a:pt x="168565" y="46671"/>
                </a:moveTo>
                <a:cubicBezTo>
                  <a:pt x="156498" y="46062"/>
                  <a:pt x="137792" y="45659"/>
                  <a:pt x="110839" y="45659"/>
                </a:cubicBezTo>
                <a:cubicBezTo>
                  <a:pt x="111045" y="55714"/>
                  <a:pt x="111045" y="66584"/>
                  <a:pt x="111045" y="75235"/>
                </a:cubicBezTo>
                <a:cubicBezTo>
                  <a:pt x="116196" y="83472"/>
                  <a:pt x="118777" y="93063"/>
                  <a:pt x="118478" y="102787"/>
                </a:cubicBezTo>
                <a:cubicBezTo>
                  <a:pt x="118478" y="128739"/>
                  <a:pt x="103189" y="161721"/>
                  <a:pt x="54516" y="175410"/>
                </a:cubicBezTo>
                <a:lnTo>
                  <a:pt x="33395" y="154082"/>
                </a:lnTo>
                <a:cubicBezTo>
                  <a:pt x="51543" y="151574"/>
                  <a:pt x="68504" y="143646"/>
                  <a:pt x="82068" y="131351"/>
                </a:cubicBezTo>
                <a:cubicBezTo>
                  <a:pt x="79095" y="132011"/>
                  <a:pt x="76060" y="132342"/>
                  <a:pt x="73015" y="132362"/>
                </a:cubicBezTo>
                <a:cubicBezTo>
                  <a:pt x="53639" y="131991"/>
                  <a:pt x="38226" y="115980"/>
                  <a:pt x="38598" y="96603"/>
                </a:cubicBezTo>
                <a:cubicBezTo>
                  <a:pt x="38598" y="96314"/>
                  <a:pt x="38608" y="96036"/>
                  <a:pt x="38619" y="95746"/>
                </a:cubicBezTo>
                <a:cubicBezTo>
                  <a:pt x="38753" y="75028"/>
                  <a:pt x="55652" y="58336"/>
                  <a:pt x="76370" y="58460"/>
                </a:cubicBezTo>
                <a:cubicBezTo>
                  <a:pt x="77062" y="58470"/>
                  <a:pt x="77764" y="58491"/>
                  <a:pt x="78455" y="58532"/>
                </a:cubicBezTo>
                <a:cubicBezTo>
                  <a:pt x="81077" y="58522"/>
                  <a:pt x="83700" y="58718"/>
                  <a:pt x="86301" y="59141"/>
                </a:cubicBezTo>
                <a:lnTo>
                  <a:pt x="86094" y="45865"/>
                </a:lnTo>
                <a:cubicBezTo>
                  <a:pt x="55920" y="46268"/>
                  <a:pt x="25147" y="47476"/>
                  <a:pt x="609" y="48880"/>
                </a:cubicBezTo>
                <a:lnTo>
                  <a:pt x="0" y="24744"/>
                </a:lnTo>
                <a:cubicBezTo>
                  <a:pt x="22731" y="24744"/>
                  <a:pt x="58945" y="23733"/>
                  <a:pt x="85692" y="23330"/>
                </a:cubicBezTo>
                <a:cubicBezTo>
                  <a:pt x="85743" y="21317"/>
                  <a:pt x="85681" y="19304"/>
                  <a:pt x="85496" y="17301"/>
                </a:cubicBezTo>
                <a:cubicBezTo>
                  <a:pt x="85268" y="11500"/>
                  <a:pt x="84659" y="5719"/>
                  <a:pt x="83679" y="0"/>
                </a:cubicBezTo>
                <a:lnTo>
                  <a:pt x="112645" y="0"/>
                </a:lnTo>
                <a:cubicBezTo>
                  <a:pt x="112047" y="3221"/>
                  <a:pt x="111437" y="13885"/>
                  <a:pt x="111241" y="17095"/>
                </a:cubicBezTo>
                <a:cubicBezTo>
                  <a:pt x="111241" y="18706"/>
                  <a:pt x="111045" y="20718"/>
                  <a:pt x="111045" y="23134"/>
                </a:cubicBezTo>
                <a:cubicBezTo>
                  <a:pt x="131155" y="23134"/>
                  <a:pt x="158315" y="22938"/>
                  <a:pt x="168772" y="23134"/>
                </a:cubicBezTo>
                <a:close/>
                <a:moveTo>
                  <a:pt x="77846" y="110230"/>
                </a:moveTo>
                <a:cubicBezTo>
                  <a:pt x="86094" y="110230"/>
                  <a:pt x="93537" y="103995"/>
                  <a:pt x="90925" y="86693"/>
                </a:cubicBezTo>
                <a:cubicBezTo>
                  <a:pt x="88242" y="82079"/>
                  <a:pt x="83183" y="79354"/>
                  <a:pt x="77846" y="79653"/>
                </a:cubicBezTo>
                <a:cubicBezTo>
                  <a:pt x="69402" y="79591"/>
                  <a:pt x="62506" y="86384"/>
                  <a:pt x="62444" y="94828"/>
                </a:cubicBezTo>
                <a:cubicBezTo>
                  <a:pt x="62372" y="103272"/>
                  <a:pt x="69164" y="110168"/>
                  <a:pt x="77609" y="110230"/>
                </a:cubicBezTo>
                <a:cubicBezTo>
                  <a:pt x="77691" y="110230"/>
                  <a:pt x="77774" y="110230"/>
                  <a:pt x="77846" y="11023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1" name="フリーフォーム: 図形 50">
            <a:extLst>
              <a:ext uri="{FF2B5EF4-FFF2-40B4-BE49-F238E27FC236}">
                <a16:creationId xmlns:a16="http://schemas.microsoft.com/office/drawing/2014/main" id="{8477C418-EC98-A800-A9A7-AF5F25C3CCBF}"/>
              </a:ext>
            </a:extLst>
          </p:cNvPr>
          <p:cNvSpPr/>
          <p:nvPr/>
        </p:nvSpPr>
        <p:spPr>
          <a:xfrm>
            <a:off x="6528309" y="4261486"/>
            <a:ext cx="143821" cy="174199"/>
          </a:xfrm>
          <a:custGeom>
            <a:avLst/>
            <a:gdLst>
              <a:gd name="connsiteX0" fmla="*/ 143821 w 143821"/>
              <a:gd name="connsiteY0" fmla="*/ 45463 h 174199"/>
              <a:gd name="connsiteX1" fmla="*/ 110034 w 143821"/>
              <a:gd name="connsiteY1" fmla="*/ 53505 h 174199"/>
              <a:gd name="connsiteX2" fmla="*/ 135780 w 143821"/>
              <a:gd name="connsiteY2" fmla="*/ 104397 h 174199"/>
              <a:gd name="connsiteX3" fmla="*/ 121699 w 143821"/>
              <a:gd name="connsiteY3" fmla="*/ 119490 h 174199"/>
              <a:gd name="connsiteX4" fmla="*/ 76442 w 143821"/>
              <a:gd name="connsiteY4" fmla="*/ 112243 h 174199"/>
              <a:gd name="connsiteX5" fmla="*/ 78652 w 143821"/>
              <a:gd name="connsiteY5" fmla="*/ 91731 h 174199"/>
              <a:gd name="connsiteX6" fmla="*/ 102188 w 143821"/>
              <a:gd name="connsiteY6" fmla="*/ 93940 h 174199"/>
              <a:gd name="connsiteX7" fmla="*/ 84680 w 143821"/>
              <a:gd name="connsiteY7" fmla="*/ 57530 h 174199"/>
              <a:gd name="connsiteX8" fmla="*/ 805 w 143821"/>
              <a:gd name="connsiteY8" fmla="*/ 57530 h 174199"/>
              <a:gd name="connsiteX9" fmla="*/ 0 w 143821"/>
              <a:gd name="connsiteY9" fmla="*/ 31981 h 174199"/>
              <a:gd name="connsiteX10" fmla="*/ 74430 w 143821"/>
              <a:gd name="connsiteY10" fmla="*/ 33994 h 174199"/>
              <a:gd name="connsiteX11" fmla="*/ 70207 w 143821"/>
              <a:gd name="connsiteY11" fmla="*/ 24538 h 174199"/>
              <a:gd name="connsiteX12" fmla="*/ 60349 w 143821"/>
              <a:gd name="connsiteY12" fmla="*/ 5430 h 174199"/>
              <a:gd name="connsiteX13" fmla="*/ 88510 w 143821"/>
              <a:gd name="connsiteY13" fmla="*/ 0 h 174199"/>
              <a:gd name="connsiteX14" fmla="*/ 100175 w 143821"/>
              <a:gd name="connsiteY14" fmla="*/ 30371 h 174199"/>
              <a:gd name="connsiteX15" fmla="*/ 139196 w 143821"/>
              <a:gd name="connsiteY15" fmla="*/ 20316 h 174199"/>
              <a:gd name="connsiteX16" fmla="*/ 34995 w 143821"/>
              <a:gd name="connsiteY16" fmla="*/ 100774 h 174199"/>
              <a:gd name="connsiteX17" fmla="*/ 29576 w 143821"/>
              <a:gd name="connsiteY17" fmla="*/ 124517 h 174199"/>
              <a:gd name="connsiteX18" fmla="*/ 65170 w 143821"/>
              <a:gd name="connsiteY18" fmla="*/ 148849 h 174199"/>
              <a:gd name="connsiteX19" fmla="*/ 119490 w 143821"/>
              <a:gd name="connsiteY19" fmla="*/ 143026 h 174199"/>
              <a:gd name="connsiteX20" fmla="*/ 118881 w 143821"/>
              <a:gd name="connsiteY20" fmla="*/ 169371 h 174199"/>
              <a:gd name="connsiteX21" fmla="*/ 65170 w 143821"/>
              <a:gd name="connsiteY21" fmla="*/ 174192 h 174199"/>
              <a:gd name="connsiteX22" fmla="*/ 3624 w 143821"/>
              <a:gd name="connsiteY22" fmla="*/ 131351 h 174199"/>
              <a:gd name="connsiteX23" fmla="*/ 9249 w 143821"/>
              <a:gd name="connsiteY23" fmla="*/ 98565 h 174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43821" h="174199">
                <a:moveTo>
                  <a:pt x="143821" y="45463"/>
                </a:moveTo>
                <a:cubicBezTo>
                  <a:pt x="133766" y="48281"/>
                  <a:pt x="122101" y="51099"/>
                  <a:pt x="110034" y="53505"/>
                </a:cubicBezTo>
                <a:cubicBezTo>
                  <a:pt x="117673" y="69598"/>
                  <a:pt x="127129" y="88510"/>
                  <a:pt x="135780" y="104397"/>
                </a:cubicBezTo>
                <a:lnTo>
                  <a:pt x="121699" y="119490"/>
                </a:lnTo>
                <a:cubicBezTo>
                  <a:pt x="110839" y="117270"/>
                  <a:pt x="91122" y="114049"/>
                  <a:pt x="76442" y="112243"/>
                </a:cubicBezTo>
                <a:lnTo>
                  <a:pt x="78652" y="91731"/>
                </a:lnTo>
                <a:cubicBezTo>
                  <a:pt x="85289" y="92330"/>
                  <a:pt x="96149" y="93537"/>
                  <a:pt x="102188" y="93940"/>
                </a:cubicBezTo>
                <a:cubicBezTo>
                  <a:pt x="97357" y="83875"/>
                  <a:pt x="90513" y="70001"/>
                  <a:pt x="84680" y="57530"/>
                </a:cubicBezTo>
                <a:cubicBezTo>
                  <a:pt x="56787" y="60153"/>
                  <a:pt x="28709" y="60153"/>
                  <a:pt x="805" y="57530"/>
                </a:cubicBezTo>
                <a:lnTo>
                  <a:pt x="0" y="31981"/>
                </a:lnTo>
                <a:cubicBezTo>
                  <a:pt x="24662" y="35388"/>
                  <a:pt x="49623" y="36059"/>
                  <a:pt x="74430" y="33994"/>
                </a:cubicBezTo>
                <a:cubicBezTo>
                  <a:pt x="72819" y="30773"/>
                  <a:pt x="71405" y="27563"/>
                  <a:pt x="70207" y="24538"/>
                </a:cubicBezTo>
                <a:cubicBezTo>
                  <a:pt x="67358" y="17952"/>
                  <a:pt x="64065" y="11572"/>
                  <a:pt x="60349" y="5430"/>
                </a:cubicBezTo>
                <a:lnTo>
                  <a:pt x="88510" y="0"/>
                </a:lnTo>
                <a:cubicBezTo>
                  <a:pt x="91927" y="10468"/>
                  <a:pt x="95747" y="19913"/>
                  <a:pt x="100175" y="30371"/>
                </a:cubicBezTo>
                <a:cubicBezTo>
                  <a:pt x="113399" y="27924"/>
                  <a:pt x="126437" y="24569"/>
                  <a:pt x="139196" y="20316"/>
                </a:cubicBezTo>
                <a:close/>
                <a:moveTo>
                  <a:pt x="34995" y="100774"/>
                </a:moveTo>
                <a:cubicBezTo>
                  <a:pt x="32115" y="108403"/>
                  <a:pt x="30288" y="116393"/>
                  <a:pt x="29576" y="124517"/>
                </a:cubicBezTo>
                <a:cubicBezTo>
                  <a:pt x="29576" y="139001"/>
                  <a:pt x="37008" y="148849"/>
                  <a:pt x="65170" y="148849"/>
                </a:cubicBezTo>
                <a:cubicBezTo>
                  <a:pt x="83452" y="149169"/>
                  <a:pt x="101693" y="147207"/>
                  <a:pt x="119490" y="143026"/>
                </a:cubicBezTo>
                <a:lnTo>
                  <a:pt x="118881" y="169371"/>
                </a:lnTo>
                <a:cubicBezTo>
                  <a:pt x="101176" y="172705"/>
                  <a:pt x="83194" y="174326"/>
                  <a:pt x="65170" y="174192"/>
                </a:cubicBezTo>
                <a:cubicBezTo>
                  <a:pt x="25147" y="174192"/>
                  <a:pt x="3624" y="159110"/>
                  <a:pt x="3624" y="131351"/>
                </a:cubicBezTo>
                <a:cubicBezTo>
                  <a:pt x="4140" y="120233"/>
                  <a:pt x="6029" y="109218"/>
                  <a:pt x="9249" y="98565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2" name="フリーフォーム: 図形 51">
            <a:extLst>
              <a:ext uri="{FF2B5EF4-FFF2-40B4-BE49-F238E27FC236}">
                <a16:creationId xmlns:a16="http://schemas.microsoft.com/office/drawing/2014/main" id="{6E5A7592-F9BB-39FE-74D3-6BE829068A23}"/>
              </a:ext>
            </a:extLst>
          </p:cNvPr>
          <p:cNvSpPr/>
          <p:nvPr/>
        </p:nvSpPr>
        <p:spPr>
          <a:xfrm>
            <a:off x="5364206" y="4577352"/>
            <a:ext cx="141550" cy="151191"/>
          </a:xfrm>
          <a:custGeom>
            <a:avLst/>
            <a:gdLst>
              <a:gd name="connsiteX0" fmla="*/ 141550 w 141550"/>
              <a:gd name="connsiteY0" fmla="*/ 100660 h 151191"/>
              <a:gd name="connsiteX1" fmla="*/ 77155 w 141550"/>
              <a:gd name="connsiteY1" fmla="*/ 100660 h 151191"/>
              <a:gd name="connsiteX2" fmla="*/ 77155 w 141550"/>
              <a:gd name="connsiteY2" fmla="*/ 136089 h 151191"/>
              <a:gd name="connsiteX3" fmla="*/ 69371 w 141550"/>
              <a:gd name="connsiteY3" fmla="*/ 148993 h 151191"/>
              <a:gd name="connsiteX4" fmla="*/ 41231 w 141550"/>
              <a:gd name="connsiteY4" fmla="*/ 150985 h 151191"/>
              <a:gd name="connsiteX5" fmla="*/ 35604 w 141550"/>
              <a:gd name="connsiteY5" fmla="*/ 138897 h 151191"/>
              <a:gd name="connsiteX6" fmla="*/ 60431 w 141550"/>
              <a:gd name="connsiteY6" fmla="*/ 139062 h 151191"/>
              <a:gd name="connsiteX7" fmla="*/ 64241 w 141550"/>
              <a:gd name="connsiteY7" fmla="*/ 135924 h 151191"/>
              <a:gd name="connsiteX8" fmla="*/ 64241 w 141550"/>
              <a:gd name="connsiteY8" fmla="*/ 100660 h 151191"/>
              <a:gd name="connsiteX9" fmla="*/ 0 w 141550"/>
              <a:gd name="connsiteY9" fmla="*/ 100660 h 151191"/>
              <a:gd name="connsiteX10" fmla="*/ 0 w 141550"/>
              <a:gd name="connsiteY10" fmla="*/ 88902 h 151191"/>
              <a:gd name="connsiteX11" fmla="*/ 64241 w 141550"/>
              <a:gd name="connsiteY11" fmla="*/ 88902 h 151191"/>
              <a:gd name="connsiteX12" fmla="*/ 64241 w 141550"/>
              <a:gd name="connsiteY12" fmla="*/ 76649 h 151191"/>
              <a:gd name="connsiteX13" fmla="*/ 70362 w 141550"/>
              <a:gd name="connsiteY13" fmla="*/ 76649 h 151191"/>
              <a:gd name="connsiteX14" fmla="*/ 93703 w 141550"/>
              <a:gd name="connsiteY14" fmla="*/ 59099 h 151191"/>
              <a:gd name="connsiteX15" fmla="*/ 26654 w 141550"/>
              <a:gd name="connsiteY15" fmla="*/ 59099 h 151191"/>
              <a:gd name="connsiteX16" fmla="*/ 26654 w 141550"/>
              <a:gd name="connsiteY16" fmla="*/ 47682 h 151191"/>
              <a:gd name="connsiteX17" fmla="*/ 105130 w 141550"/>
              <a:gd name="connsiteY17" fmla="*/ 47682 h 151191"/>
              <a:gd name="connsiteX18" fmla="*/ 107783 w 141550"/>
              <a:gd name="connsiteY18" fmla="*/ 47022 h 151191"/>
              <a:gd name="connsiteX19" fmla="*/ 115887 w 141550"/>
              <a:gd name="connsiteY19" fmla="*/ 53143 h 151191"/>
              <a:gd name="connsiteX20" fmla="*/ 77155 w 141550"/>
              <a:gd name="connsiteY20" fmla="*/ 83772 h 151191"/>
              <a:gd name="connsiteX21" fmla="*/ 77155 w 141550"/>
              <a:gd name="connsiteY21" fmla="*/ 88902 h 151191"/>
              <a:gd name="connsiteX22" fmla="*/ 141550 w 141550"/>
              <a:gd name="connsiteY22" fmla="*/ 88902 h 151191"/>
              <a:gd name="connsiteX23" fmla="*/ 13585 w 141550"/>
              <a:gd name="connsiteY23" fmla="*/ 56787 h 151191"/>
              <a:gd name="connsiteX24" fmla="*/ 1497 w 141550"/>
              <a:gd name="connsiteY24" fmla="*/ 56787 h 151191"/>
              <a:gd name="connsiteX25" fmla="*/ 1497 w 141550"/>
              <a:gd name="connsiteY25" fmla="*/ 18045 h 151191"/>
              <a:gd name="connsiteX26" fmla="*/ 63910 w 141550"/>
              <a:gd name="connsiteY26" fmla="*/ 18045 h 151191"/>
              <a:gd name="connsiteX27" fmla="*/ 63910 w 141550"/>
              <a:gd name="connsiteY27" fmla="*/ 0 h 151191"/>
              <a:gd name="connsiteX28" fmla="*/ 76659 w 141550"/>
              <a:gd name="connsiteY28" fmla="*/ 0 h 151191"/>
              <a:gd name="connsiteX29" fmla="*/ 76659 w 141550"/>
              <a:gd name="connsiteY29" fmla="*/ 18045 h 151191"/>
              <a:gd name="connsiteX30" fmla="*/ 139403 w 141550"/>
              <a:gd name="connsiteY30" fmla="*/ 18045 h 151191"/>
              <a:gd name="connsiteX31" fmla="*/ 139403 w 141550"/>
              <a:gd name="connsiteY31" fmla="*/ 56787 h 151191"/>
              <a:gd name="connsiteX32" fmla="*/ 126819 w 141550"/>
              <a:gd name="connsiteY32" fmla="*/ 56787 h 151191"/>
              <a:gd name="connsiteX33" fmla="*/ 126819 w 141550"/>
              <a:gd name="connsiteY33" fmla="*/ 29638 h 151191"/>
              <a:gd name="connsiteX34" fmla="*/ 13585 w 141550"/>
              <a:gd name="connsiteY34" fmla="*/ 29638 h 15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1550" h="151191">
                <a:moveTo>
                  <a:pt x="141550" y="100660"/>
                </a:moveTo>
                <a:lnTo>
                  <a:pt x="77155" y="100660"/>
                </a:lnTo>
                <a:lnTo>
                  <a:pt x="77155" y="136089"/>
                </a:lnTo>
                <a:cubicBezTo>
                  <a:pt x="77155" y="143367"/>
                  <a:pt x="75162" y="147011"/>
                  <a:pt x="69371" y="148993"/>
                </a:cubicBezTo>
                <a:cubicBezTo>
                  <a:pt x="60122" y="150903"/>
                  <a:pt x="50655" y="151574"/>
                  <a:pt x="41231" y="150985"/>
                </a:cubicBezTo>
                <a:cubicBezTo>
                  <a:pt x="39868" y="146732"/>
                  <a:pt x="37979" y="142675"/>
                  <a:pt x="35604" y="138897"/>
                </a:cubicBezTo>
                <a:cubicBezTo>
                  <a:pt x="46856" y="139227"/>
                  <a:pt x="57613" y="139227"/>
                  <a:pt x="60431" y="139062"/>
                </a:cubicBezTo>
                <a:cubicBezTo>
                  <a:pt x="63415" y="138897"/>
                  <a:pt x="64241" y="138236"/>
                  <a:pt x="64241" y="135924"/>
                </a:cubicBezTo>
                <a:lnTo>
                  <a:pt x="64241" y="100660"/>
                </a:lnTo>
                <a:lnTo>
                  <a:pt x="0" y="100660"/>
                </a:lnTo>
                <a:lnTo>
                  <a:pt x="0" y="88902"/>
                </a:lnTo>
                <a:lnTo>
                  <a:pt x="64241" y="88902"/>
                </a:lnTo>
                <a:lnTo>
                  <a:pt x="64241" y="76649"/>
                </a:lnTo>
                <a:lnTo>
                  <a:pt x="70362" y="76649"/>
                </a:lnTo>
                <a:cubicBezTo>
                  <a:pt x="78776" y="71694"/>
                  <a:pt x="86611" y="65810"/>
                  <a:pt x="93703" y="59099"/>
                </a:cubicBezTo>
                <a:lnTo>
                  <a:pt x="26654" y="59099"/>
                </a:lnTo>
                <a:lnTo>
                  <a:pt x="26654" y="47682"/>
                </a:lnTo>
                <a:lnTo>
                  <a:pt x="105130" y="47682"/>
                </a:lnTo>
                <a:lnTo>
                  <a:pt x="107783" y="47022"/>
                </a:lnTo>
                <a:lnTo>
                  <a:pt x="115887" y="53143"/>
                </a:lnTo>
                <a:cubicBezTo>
                  <a:pt x="104707" y="65366"/>
                  <a:pt x="91628" y="75699"/>
                  <a:pt x="77155" y="83772"/>
                </a:cubicBezTo>
                <a:lnTo>
                  <a:pt x="77155" y="88902"/>
                </a:lnTo>
                <a:lnTo>
                  <a:pt x="141550" y="88902"/>
                </a:lnTo>
                <a:close/>
                <a:moveTo>
                  <a:pt x="13585" y="56787"/>
                </a:moveTo>
                <a:lnTo>
                  <a:pt x="1497" y="56787"/>
                </a:lnTo>
                <a:lnTo>
                  <a:pt x="1497" y="18045"/>
                </a:lnTo>
                <a:lnTo>
                  <a:pt x="63910" y="18045"/>
                </a:lnTo>
                <a:lnTo>
                  <a:pt x="63910" y="0"/>
                </a:lnTo>
                <a:lnTo>
                  <a:pt x="76659" y="0"/>
                </a:lnTo>
                <a:lnTo>
                  <a:pt x="76659" y="18045"/>
                </a:lnTo>
                <a:lnTo>
                  <a:pt x="139403" y="18045"/>
                </a:lnTo>
                <a:lnTo>
                  <a:pt x="139403" y="56787"/>
                </a:lnTo>
                <a:lnTo>
                  <a:pt x="126819" y="56787"/>
                </a:lnTo>
                <a:lnTo>
                  <a:pt x="126819" y="29638"/>
                </a:lnTo>
                <a:lnTo>
                  <a:pt x="13585" y="29638"/>
                </a:ln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3" name="フリーフォーム: 図形 52">
            <a:extLst>
              <a:ext uri="{FF2B5EF4-FFF2-40B4-BE49-F238E27FC236}">
                <a16:creationId xmlns:a16="http://schemas.microsoft.com/office/drawing/2014/main" id="{5B784664-A91F-6065-DB59-BA9A511BA327}"/>
              </a:ext>
            </a:extLst>
          </p:cNvPr>
          <p:cNvSpPr/>
          <p:nvPr/>
        </p:nvSpPr>
        <p:spPr>
          <a:xfrm>
            <a:off x="5532627" y="4597455"/>
            <a:ext cx="134763" cy="122933"/>
          </a:xfrm>
          <a:custGeom>
            <a:avLst/>
            <a:gdLst>
              <a:gd name="connsiteX0" fmla="*/ 65397 w 134763"/>
              <a:gd name="connsiteY0" fmla="*/ 110514 h 122933"/>
              <a:gd name="connsiteX1" fmla="*/ 79467 w 134763"/>
              <a:gd name="connsiteY1" fmla="*/ 108533 h 122933"/>
              <a:gd name="connsiteX2" fmla="*/ 121017 w 134763"/>
              <a:gd name="connsiteY2" fmla="*/ 60024 h 122933"/>
              <a:gd name="connsiteX3" fmla="*/ 77733 w 134763"/>
              <a:gd name="connsiteY3" fmla="*/ 12518 h 122933"/>
              <a:gd name="connsiteX4" fmla="*/ 77485 w 134763"/>
              <a:gd name="connsiteY4" fmla="*/ 12507 h 122933"/>
              <a:gd name="connsiteX5" fmla="*/ 67709 w 134763"/>
              <a:gd name="connsiteY5" fmla="*/ 59694 h 122933"/>
              <a:gd name="connsiteX6" fmla="*/ 29307 w 134763"/>
              <a:gd name="connsiteY6" fmla="*/ 110680 h 122933"/>
              <a:gd name="connsiteX7" fmla="*/ 0 w 134763"/>
              <a:gd name="connsiteY7" fmla="*/ 66817 h 122933"/>
              <a:gd name="connsiteX8" fmla="*/ 71849 w 134763"/>
              <a:gd name="connsiteY8" fmla="*/ 99 h 122933"/>
              <a:gd name="connsiteX9" fmla="*/ 134675 w 134763"/>
              <a:gd name="connsiteY9" fmla="*/ 56122 h 122933"/>
              <a:gd name="connsiteX10" fmla="*/ 134758 w 134763"/>
              <a:gd name="connsiteY10" fmla="*/ 60355 h 122933"/>
              <a:gd name="connsiteX11" fmla="*/ 73015 w 134763"/>
              <a:gd name="connsiteY11" fmla="*/ 122933 h 122933"/>
              <a:gd name="connsiteX12" fmla="*/ 54630 w 134763"/>
              <a:gd name="connsiteY12" fmla="*/ 56876 h 122933"/>
              <a:gd name="connsiteX13" fmla="*/ 63745 w 134763"/>
              <a:gd name="connsiteY13" fmla="*/ 12672 h 122933"/>
              <a:gd name="connsiteX14" fmla="*/ 13079 w 134763"/>
              <a:gd name="connsiteY14" fmla="*/ 65650 h 122933"/>
              <a:gd name="connsiteX15" fmla="*/ 29803 w 134763"/>
              <a:gd name="connsiteY15" fmla="*/ 95453 h 122933"/>
              <a:gd name="connsiteX16" fmla="*/ 54630 w 134763"/>
              <a:gd name="connsiteY16" fmla="*/ 56876 h 122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4763" h="122933">
                <a:moveTo>
                  <a:pt x="65397" y="110514"/>
                </a:moveTo>
                <a:cubicBezTo>
                  <a:pt x="70125" y="110184"/>
                  <a:pt x="74832" y="109513"/>
                  <a:pt x="79467" y="108533"/>
                </a:cubicBezTo>
                <a:cubicBezTo>
                  <a:pt x="103365" y="104796"/>
                  <a:pt x="120997" y="84211"/>
                  <a:pt x="121017" y="60024"/>
                </a:cubicBezTo>
                <a:cubicBezTo>
                  <a:pt x="122184" y="34949"/>
                  <a:pt x="102808" y="13684"/>
                  <a:pt x="77733" y="12518"/>
                </a:cubicBezTo>
                <a:cubicBezTo>
                  <a:pt x="77650" y="12518"/>
                  <a:pt x="77568" y="12518"/>
                  <a:pt x="77485" y="12507"/>
                </a:cubicBezTo>
                <a:cubicBezTo>
                  <a:pt x="75327" y="28446"/>
                  <a:pt x="72055" y="44209"/>
                  <a:pt x="67709" y="59694"/>
                </a:cubicBezTo>
                <a:cubicBezTo>
                  <a:pt x="57613" y="93306"/>
                  <a:pt x="44534" y="110680"/>
                  <a:pt x="29307" y="110680"/>
                </a:cubicBezTo>
                <a:cubicBezTo>
                  <a:pt x="14731" y="110680"/>
                  <a:pt x="0" y="93791"/>
                  <a:pt x="0" y="66817"/>
                </a:cubicBezTo>
                <a:cubicBezTo>
                  <a:pt x="1786" y="28715"/>
                  <a:pt x="33725" y="-944"/>
                  <a:pt x="71849" y="99"/>
                </a:cubicBezTo>
                <a:cubicBezTo>
                  <a:pt x="104666" y="-1780"/>
                  <a:pt x="132796" y="23305"/>
                  <a:pt x="134675" y="56122"/>
                </a:cubicBezTo>
                <a:cubicBezTo>
                  <a:pt x="134747" y="57526"/>
                  <a:pt x="134778" y="58940"/>
                  <a:pt x="134758" y="60355"/>
                </a:cubicBezTo>
                <a:cubicBezTo>
                  <a:pt x="134758" y="94792"/>
                  <a:pt x="112078" y="117803"/>
                  <a:pt x="73015" y="122933"/>
                </a:cubicBezTo>
                <a:close/>
                <a:moveTo>
                  <a:pt x="54630" y="56876"/>
                </a:moveTo>
                <a:cubicBezTo>
                  <a:pt x="58924" y="42434"/>
                  <a:pt x="61969" y="27641"/>
                  <a:pt x="63745" y="12672"/>
                </a:cubicBezTo>
                <a:cubicBezTo>
                  <a:pt x="36265" y="15759"/>
                  <a:pt x="14927" y="38067"/>
                  <a:pt x="13079" y="65650"/>
                </a:cubicBezTo>
                <a:cubicBezTo>
                  <a:pt x="13079" y="86348"/>
                  <a:pt x="22680" y="95453"/>
                  <a:pt x="29803" y="95453"/>
                </a:cubicBezTo>
                <a:cubicBezTo>
                  <a:pt x="37091" y="95453"/>
                  <a:pt x="46185" y="84521"/>
                  <a:pt x="54630" y="56876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4" name="フリーフォーム: 図形 53">
            <a:extLst>
              <a:ext uri="{FF2B5EF4-FFF2-40B4-BE49-F238E27FC236}">
                <a16:creationId xmlns:a16="http://schemas.microsoft.com/office/drawing/2014/main" id="{F5F495A5-8580-6F49-D985-6D75B5ACB1A5}"/>
              </a:ext>
            </a:extLst>
          </p:cNvPr>
          <p:cNvSpPr/>
          <p:nvPr/>
        </p:nvSpPr>
        <p:spPr>
          <a:xfrm>
            <a:off x="5688630" y="4578178"/>
            <a:ext cx="154629" cy="151315"/>
          </a:xfrm>
          <a:custGeom>
            <a:avLst/>
            <a:gdLst>
              <a:gd name="connsiteX0" fmla="*/ 103468 w 154629"/>
              <a:gd name="connsiteY0" fmla="*/ 69371 h 151315"/>
              <a:gd name="connsiteX1" fmla="*/ 103468 w 154629"/>
              <a:gd name="connsiteY1" fmla="*/ 94033 h 151315"/>
              <a:gd name="connsiteX2" fmla="*/ 142706 w 154629"/>
              <a:gd name="connsiteY2" fmla="*/ 94033 h 151315"/>
              <a:gd name="connsiteX3" fmla="*/ 142706 w 154629"/>
              <a:gd name="connsiteY3" fmla="*/ 105461 h 151315"/>
              <a:gd name="connsiteX4" fmla="*/ 103468 w 154629"/>
              <a:gd name="connsiteY4" fmla="*/ 105461 h 151315"/>
              <a:gd name="connsiteX5" fmla="*/ 103468 w 154629"/>
              <a:gd name="connsiteY5" fmla="*/ 132115 h 151315"/>
              <a:gd name="connsiteX6" fmla="*/ 110096 w 154629"/>
              <a:gd name="connsiteY6" fmla="*/ 138236 h 151315"/>
              <a:gd name="connsiteX7" fmla="*/ 128966 w 154629"/>
              <a:gd name="connsiteY7" fmla="*/ 138236 h 151315"/>
              <a:gd name="connsiteX8" fmla="*/ 135583 w 154629"/>
              <a:gd name="connsiteY8" fmla="*/ 117219 h 151315"/>
              <a:gd name="connsiteX9" fmla="*/ 146681 w 154629"/>
              <a:gd name="connsiteY9" fmla="*/ 122349 h 151315"/>
              <a:gd name="connsiteX10" fmla="*/ 129957 w 154629"/>
              <a:gd name="connsiteY10" fmla="*/ 149158 h 151315"/>
              <a:gd name="connsiteX11" fmla="*/ 108268 w 154629"/>
              <a:gd name="connsiteY11" fmla="*/ 149158 h 151315"/>
              <a:gd name="connsiteX12" fmla="*/ 90719 w 154629"/>
              <a:gd name="connsiteY12" fmla="*/ 131950 h 151315"/>
              <a:gd name="connsiteX13" fmla="*/ 90719 w 154629"/>
              <a:gd name="connsiteY13" fmla="*/ 105461 h 151315"/>
              <a:gd name="connsiteX14" fmla="*/ 60916 w 154629"/>
              <a:gd name="connsiteY14" fmla="*/ 105461 h 151315"/>
              <a:gd name="connsiteX15" fmla="*/ 16063 w 154629"/>
              <a:gd name="connsiteY15" fmla="*/ 151316 h 151315"/>
              <a:gd name="connsiteX16" fmla="*/ 8279 w 154629"/>
              <a:gd name="connsiteY16" fmla="*/ 141550 h 151315"/>
              <a:gd name="connsiteX17" fmla="*/ 48343 w 154629"/>
              <a:gd name="connsiteY17" fmla="*/ 105461 h 151315"/>
              <a:gd name="connsiteX18" fmla="*/ 11593 w 154629"/>
              <a:gd name="connsiteY18" fmla="*/ 105461 h 151315"/>
              <a:gd name="connsiteX19" fmla="*/ 11593 w 154629"/>
              <a:gd name="connsiteY19" fmla="*/ 94033 h 151315"/>
              <a:gd name="connsiteX20" fmla="*/ 49664 w 154629"/>
              <a:gd name="connsiteY20" fmla="*/ 94033 h 151315"/>
              <a:gd name="connsiteX21" fmla="*/ 49664 w 154629"/>
              <a:gd name="connsiteY21" fmla="*/ 69371 h 151315"/>
              <a:gd name="connsiteX22" fmla="*/ 32280 w 154629"/>
              <a:gd name="connsiteY22" fmla="*/ 69371 h 151315"/>
              <a:gd name="connsiteX23" fmla="*/ 32280 w 154629"/>
              <a:gd name="connsiteY23" fmla="*/ 63084 h 151315"/>
              <a:gd name="connsiteX24" fmla="*/ 7618 w 154629"/>
              <a:gd name="connsiteY24" fmla="*/ 77650 h 151315"/>
              <a:gd name="connsiteX25" fmla="*/ 0 w 154629"/>
              <a:gd name="connsiteY25" fmla="*/ 68380 h 151315"/>
              <a:gd name="connsiteX26" fmla="*/ 33602 w 154629"/>
              <a:gd name="connsiteY26" fmla="*/ 46856 h 151315"/>
              <a:gd name="connsiteX27" fmla="*/ 13740 w 154629"/>
              <a:gd name="connsiteY27" fmla="*/ 29472 h 151315"/>
              <a:gd name="connsiteX28" fmla="*/ 21358 w 154629"/>
              <a:gd name="connsiteY28" fmla="*/ 23010 h 151315"/>
              <a:gd name="connsiteX29" fmla="*/ 41385 w 154629"/>
              <a:gd name="connsiteY29" fmla="*/ 39238 h 151315"/>
              <a:gd name="connsiteX30" fmla="*/ 56787 w 154629"/>
              <a:gd name="connsiteY30" fmla="*/ 17384 h 151315"/>
              <a:gd name="connsiteX31" fmla="*/ 15722 w 154629"/>
              <a:gd name="connsiteY31" fmla="*/ 17384 h 151315"/>
              <a:gd name="connsiteX32" fmla="*/ 15722 w 154629"/>
              <a:gd name="connsiteY32" fmla="*/ 6462 h 151315"/>
              <a:gd name="connsiteX33" fmla="*/ 62909 w 154629"/>
              <a:gd name="connsiteY33" fmla="*/ 6462 h 151315"/>
              <a:gd name="connsiteX34" fmla="*/ 65056 w 154629"/>
              <a:gd name="connsiteY34" fmla="*/ 5967 h 151315"/>
              <a:gd name="connsiteX35" fmla="*/ 73170 w 154629"/>
              <a:gd name="connsiteY35" fmla="*/ 9941 h 151315"/>
              <a:gd name="connsiteX36" fmla="*/ 38732 w 154629"/>
              <a:gd name="connsiteY36" fmla="*/ 57943 h 151315"/>
              <a:gd name="connsiteX37" fmla="*/ 116548 w 154629"/>
              <a:gd name="connsiteY37" fmla="*/ 57943 h 151315"/>
              <a:gd name="connsiteX38" fmla="*/ 79632 w 154629"/>
              <a:gd name="connsiteY38" fmla="*/ 3148 h 151315"/>
              <a:gd name="connsiteX39" fmla="*/ 90224 w 154629"/>
              <a:gd name="connsiteY39" fmla="*/ 0 h 151315"/>
              <a:gd name="connsiteX40" fmla="*/ 100660 w 154629"/>
              <a:gd name="connsiteY40" fmla="*/ 20698 h 151315"/>
              <a:gd name="connsiteX41" fmla="*/ 121017 w 154629"/>
              <a:gd name="connsiteY41" fmla="*/ 1156 h 151315"/>
              <a:gd name="connsiteX42" fmla="*/ 130288 w 154629"/>
              <a:gd name="connsiteY42" fmla="*/ 7784 h 151315"/>
              <a:gd name="connsiteX43" fmla="*/ 106121 w 154629"/>
              <a:gd name="connsiteY43" fmla="*/ 28646 h 151315"/>
              <a:gd name="connsiteX44" fmla="*/ 116878 w 154629"/>
              <a:gd name="connsiteY44" fmla="*/ 41385 h 151315"/>
              <a:gd name="connsiteX45" fmla="*/ 140383 w 154629"/>
              <a:gd name="connsiteY45" fmla="*/ 20037 h 151315"/>
              <a:gd name="connsiteX46" fmla="*/ 149664 w 154629"/>
              <a:gd name="connsiteY46" fmla="*/ 26489 h 151315"/>
              <a:gd name="connsiteX47" fmla="*/ 123671 w 154629"/>
              <a:gd name="connsiteY47" fmla="*/ 48013 h 151315"/>
              <a:gd name="connsiteX48" fmla="*/ 154629 w 154629"/>
              <a:gd name="connsiteY48" fmla="*/ 67214 h 151315"/>
              <a:gd name="connsiteX49" fmla="*/ 146185 w 154629"/>
              <a:gd name="connsiteY49" fmla="*/ 77485 h 151315"/>
              <a:gd name="connsiteX50" fmla="*/ 122504 w 154629"/>
              <a:gd name="connsiteY50" fmla="*/ 63084 h 151315"/>
              <a:gd name="connsiteX51" fmla="*/ 122504 w 154629"/>
              <a:gd name="connsiteY51" fmla="*/ 69371 h 151315"/>
              <a:gd name="connsiteX52" fmla="*/ 90719 w 154629"/>
              <a:gd name="connsiteY52" fmla="*/ 69371 h 151315"/>
              <a:gd name="connsiteX53" fmla="*/ 61918 w 154629"/>
              <a:gd name="connsiteY53" fmla="*/ 69371 h 151315"/>
              <a:gd name="connsiteX54" fmla="*/ 61918 w 154629"/>
              <a:gd name="connsiteY54" fmla="*/ 94033 h 151315"/>
              <a:gd name="connsiteX55" fmla="*/ 90719 w 154629"/>
              <a:gd name="connsiteY55" fmla="*/ 94033 h 151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54629" h="151315">
                <a:moveTo>
                  <a:pt x="103468" y="69371"/>
                </a:moveTo>
                <a:lnTo>
                  <a:pt x="103468" y="94033"/>
                </a:lnTo>
                <a:lnTo>
                  <a:pt x="142706" y="94033"/>
                </a:lnTo>
                <a:lnTo>
                  <a:pt x="142706" y="105461"/>
                </a:lnTo>
                <a:lnTo>
                  <a:pt x="103468" y="105461"/>
                </a:lnTo>
                <a:lnTo>
                  <a:pt x="103468" y="132115"/>
                </a:lnTo>
                <a:cubicBezTo>
                  <a:pt x="103468" y="137245"/>
                  <a:pt x="104459" y="138236"/>
                  <a:pt x="110096" y="138236"/>
                </a:cubicBezTo>
                <a:lnTo>
                  <a:pt x="128966" y="138236"/>
                </a:lnTo>
                <a:cubicBezTo>
                  <a:pt x="134097" y="138236"/>
                  <a:pt x="134923" y="134933"/>
                  <a:pt x="135583" y="117219"/>
                </a:cubicBezTo>
                <a:cubicBezTo>
                  <a:pt x="138949" y="119583"/>
                  <a:pt x="142696" y="121317"/>
                  <a:pt x="146681" y="122349"/>
                </a:cubicBezTo>
                <a:cubicBezTo>
                  <a:pt x="145514" y="143367"/>
                  <a:pt x="142046" y="149158"/>
                  <a:pt x="129957" y="149158"/>
                </a:cubicBezTo>
                <a:lnTo>
                  <a:pt x="108268" y="149158"/>
                </a:lnTo>
                <a:cubicBezTo>
                  <a:pt x="94363" y="149158"/>
                  <a:pt x="90719" y="145525"/>
                  <a:pt x="90719" y="131950"/>
                </a:cubicBezTo>
                <a:lnTo>
                  <a:pt x="90719" y="105461"/>
                </a:lnTo>
                <a:lnTo>
                  <a:pt x="60916" y="105461"/>
                </a:lnTo>
                <a:cubicBezTo>
                  <a:pt x="58274" y="123175"/>
                  <a:pt x="48508" y="140063"/>
                  <a:pt x="16063" y="151316"/>
                </a:cubicBezTo>
                <a:cubicBezTo>
                  <a:pt x="13905" y="147734"/>
                  <a:pt x="11283" y="144451"/>
                  <a:pt x="8279" y="141550"/>
                </a:cubicBezTo>
                <a:cubicBezTo>
                  <a:pt x="35924" y="132280"/>
                  <a:pt x="45360" y="119201"/>
                  <a:pt x="48343" y="105461"/>
                </a:cubicBezTo>
                <a:lnTo>
                  <a:pt x="11593" y="105461"/>
                </a:lnTo>
                <a:lnTo>
                  <a:pt x="11593" y="94033"/>
                </a:lnTo>
                <a:lnTo>
                  <a:pt x="49664" y="94033"/>
                </a:lnTo>
                <a:lnTo>
                  <a:pt x="49664" y="69371"/>
                </a:lnTo>
                <a:lnTo>
                  <a:pt x="32280" y="69371"/>
                </a:lnTo>
                <a:lnTo>
                  <a:pt x="32280" y="63084"/>
                </a:lnTo>
                <a:cubicBezTo>
                  <a:pt x="24600" y="68793"/>
                  <a:pt x="16331" y="73676"/>
                  <a:pt x="7618" y="77650"/>
                </a:cubicBezTo>
                <a:cubicBezTo>
                  <a:pt x="5368" y="74336"/>
                  <a:pt x="2818" y="71229"/>
                  <a:pt x="0" y="68380"/>
                </a:cubicBezTo>
                <a:cubicBezTo>
                  <a:pt x="12377" y="63229"/>
                  <a:pt x="23753" y="55941"/>
                  <a:pt x="33602" y="46856"/>
                </a:cubicBezTo>
                <a:cubicBezTo>
                  <a:pt x="27429" y="40570"/>
                  <a:pt x="20791" y="34758"/>
                  <a:pt x="13740" y="29472"/>
                </a:cubicBezTo>
                <a:lnTo>
                  <a:pt x="21358" y="23010"/>
                </a:lnTo>
                <a:cubicBezTo>
                  <a:pt x="28327" y="28048"/>
                  <a:pt x="35016" y="33457"/>
                  <a:pt x="41385" y="39238"/>
                </a:cubicBezTo>
                <a:cubicBezTo>
                  <a:pt x="47342" y="32569"/>
                  <a:pt x="52514" y="25240"/>
                  <a:pt x="56787" y="17384"/>
                </a:cubicBezTo>
                <a:lnTo>
                  <a:pt x="15722" y="17384"/>
                </a:lnTo>
                <a:lnTo>
                  <a:pt x="15722" y="6462"/>
                </a:lnTo>
                <a:lnTo>
                  <a:pt x="62909" y="6462"/>
                </a:lnTo>
                <a:lnTo>
                  <a:pt x="65056" y="5967"/>
                </a:lnTo>
                <a:lnTo>
                  <a:pt x="73170" y="9941"/>
                </a:lnTo>
                <a:cubicBezTo>
                  <a:pt x="66047" y="28657"/>
                  <a:pt x="54186" y="45194"/>
                  <a:pt x="38732" y="57943"/>
                </a:cubicBezTo>
                <a:lnTo>
                  <a:pt x="116548" y="57943"/>
                </a:lnTo>
                <a:cubicBezTo>
                  <a:pt x="100124" y="42820"/>
                  <a:pt x="87478" y="24053"/>
                  <a:pt x="79632" y="3148"/>
                </a:cubicBezTo>
                <a:lnTo>
                  <a:pt x="90224" y="0"/>
                </a:lnTo>
                <a:cubicBezTo>
                  <a:pt x="93031" y="7216"/>
                  <a:pt x="96531" y="14153"/>
                  <a:pt x="100660" y="20698"/>
                </a:cubicBezTo>
                <a:cubicBezTo>
                  <a:pt x="107907" y="14690"/>
                  <a:pt x="114710" y="8155"/>
                  <a:pt x="121017" y="1156"/>
                </a:cubicBezTo>
                <a:lnTo>
                  <a:pt x="130288" y="7784"/>
                </a:lnTo>
                <a:cubicBezTo>
                  <a:pt x="122669" y="15237"/>
                  <a:pt x="114597" y="22195"/>
                  <a:pt x="106121" y="28646"/>
                </a:cubicBezTo>
                <a:cubicBezTo>
                  <a:pt x="109383" y="33158"/>
                  <a:pt x="112986" y="37411"/>
                  <a:pt x="116878" y="41385"/>
                </a:cubicBezTo>
                <a:cubicBezTo>
                  <a:pt x="125229" y="34861"/>
                  <a:pt x="133085" y="27717"/>
                  <a:pt x="140383" y="20037"/>
                </a:cubicBezTo>
                <a:lnTo>
                  <a:pt x="149664" y="26489"/>
                </a:lnTo>
                <a:cubicBezTo>
                  <a:pt x="141498" y="34252"/>
                  <a:pt x="132817" y="41447"/>
                  <a:pt x="123671" y="48013"/>
                </a:cubicBezTo>
                <a:cubicBezTo>
                  <a:pt x="132817" y="56127"/>
                  <a:pt x="143284" y="62620"/>
                  <a:pt x="154629" y="67214"/>
                </a:cubicBezTo>
                <a:cubicBezTo>
                  <a:pt x="151419" y="70300"/>
                  <a:pt x="148580" y="73738"/>
                  <a:pt x="146185" y="77485"/>
                </a:cubicBezTo>
                <a:cubicBezTo>
                  <a:pt x="137689" y="73738"/>
                  <a:pt x="129730" y="68896"/>
                  <a:pt x="122504" y="63084"/>
                </a:cubicBezTo>
                <a:lnTo>
                  <a:pt x="122504" y="69371"/>
                </a:lnTo>
                <a:close/>
                <a:moveTo>
                  <a:pt x="90719" y="69371"/>
                </a:moveTo>
                <a:lnTo>
                  <a:pt x="61918" y="69371"/>
                </a:lnTo>
                <a:lnTo>
                  <a:pt x="61918" y="94033"/>
                </a:lnTo>
                <a:lnTo>
                  <a:pt x="90719" y="94033"/>
                </a:ln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5" name="フリーフォーム: 図形 54">
            <a:extLst>
              <a:ext uri="{FF2B5EF4-FFF2-40B4-BE49-F238E27FC236}">
                <a16:creationId xmlns:a16="http://schemas.microsoft.com/office/drawing/2014/main" id="{5BF493A9-340A-7A00-B721-E1C53251508D}"/>
              </a:ext>
            </a:extLst>
          </p:cNvPr>
          <p:cNvSpPr/>
          <p:nvPr/>
        </p:nvSpPr>
        <p:spPr>
          <a:xfrm>
            <a:off x="5855884" y="4583309"/>
            <a:ext cx="151645" cy="145524"/>
          </a:xfrm>
          <a:custGeom>
            <a:avLst/>
            <a:gdLst>
              <a:gd name="connsiteX0" fmla="*/ 131619 w 151645"/>
              <a:gd name="connsiteY0" fmla="*/ 132445 h 145524"/>
              <a:gd name="connsiteX1" fmla="*/ 140229 w 151645"/>
              <a:gd name="connsiteY1" fmla="*/ 109105 h 145524"/>
              <a:gd name="connsiteX2" fmla="*/ 151646 w 151645"/>
              <a:gd name="connsiteY2" fmla="*/ 114070 h 145524"/>
              <a:gd name="connsiteX3" fmla="*/ 132610 w 151645"/>
              <a:gd name="connsiteY3" fmla="*/ 144028 h 145524"/>
              <a:gd name="connsiteX4" fmla="*/ 105956 w 151645"/>
              <a:gd name="connsiteY4" fmla="*/ 144028 h 145524"/>
              <a:gd name="connsiteX5" fmla="*/ 86260 w 151645"/>
              <a:gd name="connsiteY5" fmla="*/ 126984 h 145524"/>
              <a:gd name="connsiteX6" fmla="*/ 86260 w 151645"/>
              <a:gd name="connsiteY6" fmla="*/ 93878 h 145524"/>
              <a:gd name="connsiteX7" fmla="*/ 59100 w 151645"/>
              <a:gd name="connsiteY7" fmla="*/ 93878 h 145524"/>
              <a:gd name="connsiteX8" fmla="*/ 6958 w 151645"/>
              <a:gd name="connsiteY8" fmla="*/ 145524 h 145524"/>
              <a:gd name="connsiteX9" fmla="*/ 0 w 151645"/>
              <a:gd name="connsiteY9" fmla="*/ 134768 h 145524"/>
              <a:gd name="connsiteX10" fmla="*/ 46196 w 151645"/>
              <a:gd name="connsiteY10" fmla="*/ 93878 h 145524"/>
              <a:gd name="connsiteX11" fmla="*/ 23846 w 151645"/>
              <a:gd name="connsiteY11" fmla="*/ 93878 h 145524"/>
              <a:gd name="connsiteX12" fmla="*/ 23846 w 151645"/>
              <a:gd name="connsiteY12" fmla="*/ 0 h 145524"/>
              <a:gd name="connsiteX13" fmla="*/ 127975 w 151645"/>
              <a:gd name="connsiteY13" fmla="*/ 0 h 145524"/>
              <a:gd name="connsiteX14" fmla="*/ 127975 w 151645"/>
              <a:gd name="connsiteY14" fmla="*/ 93878 h 145524"/>
              <a:gd name="connsiteX15" fmla="*/ 98668 w 151645"/>
              <a:gd name="connsiteY15" fmla="*/ 93878 h 145524"/>
              <a:gd name="connsiteX16" fmla="*/ 98668 w 151645"/>
              <a:gd name="connsiteY16" fmla="*/ 126819 h 145524"/>
              <a:gd name="connsiteX17" fmla="*/ 107112 w 151645"/>
              <a:gd name="connsiteY17" fmla="*/ 132445 h 145524"/>
              <a:gd name="connsiteX18" fmla="*/ 35769 w 151645"/>
              <a:gd name="connsiteY18" fmla="*/ 27986 h 145524"/>
              <a:gd name="connsiteX19" fmla="*/ 115557 w 151645"/>
              <a:gd name="connsiteY19" fmla="*/ 27986 h 145524"/>
              <a:gd name="connsiteX20" fmla="*/ 115557 w 151645"/>
              <a:gd name="connsiteY20" fmla="*/ 11097 h 145524"/>
              <a:gd name="connsiteX21" fmla="*/ 35769 w 151645"/>
              <a:gd name="connsiteY21" fmla="*/ 11097 h 145524"/>
              <a:gd name="connsiteX22" fmla="*/ 35769 w 151645"/>
              <a:gd name="connsiteY22" fmla="*/ 55301 h 145524"/>
              <a:gd name="connsiteX23" fmla="*/ 115557 w 151645"/>
              <a:gd name="connsiteY23" fmla="*/ 55301 h 145524"/>
              <a:gd name="connsiteX24" fmla="*/ 115557 w 151645"/>
              <a:gd name="connsiteY24" fmla="*/ 38247 h 145524"/>
              <a:gd name="connsiteX25" fmla="*/ 35769 w 151645"/>
              <a:gd name="connsiteY25" fmla="*/ 38247 h 145524"/>
              <a:gd name="connsiteX26" fmla="*/ 35769 w 151645"/>
              <a:gd name="connsiteY26" fmla="*/ 82946 h 145524"/>
              <a:gd name="connsiteX27" fmla="*/ 115557 w 151645"/>
              <a:gd name="connsiteY27" fmla="*/ 82946 h 145524"/>
              <a:gd name="connsiteX28" fmla="*/ 115557 w 151645"/>
              <a:gd name="connsiteY28" fmla="*/ 65727 h 145524"/>
              <a:gd name="connsiteX29" fmla="*/ 35769 w 151645"/>
              <a:gd name="connsiteY29" fmla="*/ 65727 h 14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1645" h="145524">
                <a:moveTo>
                  <a:pt x="131619" y="132445"/>
                </a:moveTo>
                <a:cubicBezTo>
                  <a:pt x="138237" y="132445"/>
                  <a:pt x="139568" y="129462"/>
                  <a:pt x="140229" y="109105"/>
                </a:cubicBezTo>
                <a:cubicBezTo>
                  <a:pt x="143697" y="111448"/>
                  <a:pt x="147569" y="113141"/>
                  <a:pt x="151646" y="114070"/>
                </a:cubicBezTo>
                <a:cubicBezTo>
                  <a:pt x="150160" y="138071"/>
                  <a:pt x="146516" y="144028"/>
                  <a:pt x="132610" y="144028"/>
                </a:cubicBezTo>
                <a:lnTo>
                  <a:pt x="105956" y="144028"/>
                </a:lnTo>
                <a:cubicBezTo>
                  <a:pt x="90399" y="144028"/>
                  <a:pt x="86260" y="140394"/>
                  <a:pt x="86260" y="126984"/>
                </a:cubicBezTo>
                <a:lnTo>
                  <a:pt x="86260" y="93878"/>
                </a:lnTo>
                <a:lnTo>
                  <a:pt x="59100" y="93878"/>
                </a:lnTo>
                <a:cubicBezTo>
                  <a:pt x="55136" y="120367"/>
                  <a:pt x="44534" y="136915"/>
                  <a:pt x="6958" y="145524"/>
                </a:cubicBezTo>
                <a:cubicBezTo>
                  <a:pt x="5337" y="141529"/>
                  <a:pt x="2973" y="137885"/>
                  <a:pt x="0" y="134768"/>
                </a:cubicBezTo>
                <a:cubicBezTo>
                  <a:pt x="33943" y="127975"/>
                  <a:pt x="42717" y="115061"/>
                  <a:pt x="46196" y="93878"/>
                </a:cubicBezTo>
                <a:lnTo>
                  <a:pt x="23846" y="93878"/>
                </a:lnTo>
                <a:lnTo>
                  <a:pt x="23846" y="0"/>
                </a:lnTo>
                <a:lnTo>
                  <a:pt x="127975" y="0"/>
                </a:lnTo>
                <a:lnTo>
                  <a:pt x="127975" y="93878"/>
                </a:lnTo>
                <a:lnTo>
                  <a:pt x="98668" y="93878"/>
                </a:lnTo>
                <a:lnTo>
                  <a:pt x="98668" y="126819"/>
                </a:lnTo>
                <a:cubicBezTo>
                  <a:pt x="98668" y="131619"/>
                  <a:pt x="100000" y="132445"/>
                  <a:pt x="107112" y="132445"/>
                </a:cubicBezTo>
                <a:close/>
                <a:moveTo>
                  <a:pt x="35769" y="27986"/>
                </a:moveTo>
                <a:lnTo>
                  <a:pt x="115557" y="27986"/>
                </a:lnTo>
                <a:lnTo>
                  <a:pt x="115557" y="11097"/>
                </a:lnTo>
                <a:lnTo>
                  <a:pt x="35769" y="11097"/>
                </a:lnTo>
                <a:close/>
                <a:moveTo>
                  <a:pt x="35769" y="55301"/>
                </a:moveTo>
                <a:lnTo>
                  <a:pt x="115557" y="55301"/>
                </a:lnTo>
                <a:lnTo>
                  <a:pt x="115557" y="38247"/>
                </a:lnTo>
                <a:lnTo>
                  <a:pt x="35769" y="38247"/>
                </a:lnTo>
                <a:close/>
                <a:moveTo>
                  <a:pt x="35769" y="82946"/>
                </a:moveTo>
                <a:lnTo>
                  <a:pt x="115557" y="82946"/>
                </a:lnTo>
                <a:lnTo>
                  <a:pt x="115557" y="65727"/>
                </a:lnTo>
                <a:lnTo>
                  <a:pt x="35769" y="65727"/>
                </a:ln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6" name="フリーフォーム: 図形 55">
            <a:extLst>
              <a:ext uri="{FF2B5EF4-FFF2-40B4-BE49-F238E27FC236}">
                <a16:creationId xmlns:a16="http://schemas.microsoft.com/office/drawing/2014/main" id="{3CD2D86F-038B-33E4-535F-969FB9254511}"/>
              </a:ext>
            </a:extLst>
          </p:cNvPr>
          <p:cNvSpPr/>
          <p:nvPr/>
        </p:nvSpPr>
        <p:spPr>
          <a:xfrm>
            <a:off x="6054108" y="4587448"/>
            <a:ext cx="108103" cy="136256"/>
          </a:xfrm>
          <a:custGeom>
            <a:avLst/>
            <a:gdLst>
              <a:gd name="connsiteX0" fmla="*/ 16889 w 108103"/>
              <a:gd name="connsiteY0" fmla="*/ 165 h 136256"/>
              <a:gd name="connsiteX1" fmla="*/ 15227 w 108103"/>
              <a:gd name="connsiteY1" fmla="*/ 16558 h 136256"/>
              <a:gd name="connsiteX2" fmla="*/ 13245 w 108103"/>
              <a:gd name="connsiteY2" fmla="*/ 98348 h 136256"/>
              <a:gd name="connsiteX3" fmla="*/ 40064 w 108103"/>
              <a:gd name="connsiteY3" fmla="*/ 122679 h 136256"/>
              <a:gd name="connsiteX4" fmla="*/ 98999 w 108103"/>
              <a:gd name="connsiteY4" fmla="*/ 88737 h 136256"/>
              <a:gd name="connsiteX5" fmla="*/ 108103 w 108103"/>
              <a:gd name="connsiteY5" fmla="*/ 100165 h 136256"/>
              <a:gd name="connsiteX6" fmla="*/ 39734 w 108103"/>
              <a:gd name="connsiteY6" fmla="*/ 136254 h 136256"/>
              <a:gd name="connsiteX7" fmla="*/ 0 w 108103"/>
              <a:gd name="connsiteY7" fmla="*/ 99659 h 136256"/>
              <a:gd name="connsiteX8" fmla="*/ 1652 w 108103"/>
              <a:gd name="connsiteY8" fmla="*/ 16558 h 136256"/>
              <a:gd name="connsiteX9" fmla="*/ 165 w 108103"/>
              <a:gd name="connsiteY9" fmla="*/ 0 h 136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103" h="136256">
                <a:moveTo>
                  <a:pt x="16889" y="165"/>
                </a:moveTo>
                <a:cubicBezTo>
                  <a:pt x="16053" y="5461"/>
                  <a:pt x="15557" y="11263"/>
                  <a:pt x="15227" y="16558"/>
                </a:cubicBezTo>
                <a:cubicBezTo>
                  <a:pt x="14566" y="35098"/>
                  <a:pt x="13245" y="73841"/>
                  <a:pt x="13245" y="98348"/>
                </a:cubicBezTo>
                <a:cubicBezTo>
                  <a:pt x="13245" y="116393"/>
                  <a:pt x="24827" y="122679"/>
                  <a:pt x="40064" y="122679"/>
                </a:cubicBezTo>
                <a:cubicBezTo>
                  <a:pt x="64334" y="122607"/>
                  <a:pt x="86755" y="109693"/>
                  <a:pt x="98999" y="88737"/>
                </a:cubicBezTo>
                <a:lnTo>
                  <a:pt x="108103" y="100165"/>
                </a:lnTo>
                <a:cubicBezTo>
                  <a:pt x="92805" y="122896"/>
                  <a:pt x="67131" y="136450"/>
                  <a:pt x="39734" y="136254"/>
                </a:cubicBezTo>
                <a:cubicBezTo>
                  <a:pt x="16218" y="136254"/>
                  <a:pt x="0" y="126313"/>
                  <a:pt x="0" y="99659"/>
                </a:cubicBezTo>
                <a:cubicBezTo>
                  <a:pt x="0" y="75327"/>
                  <a:pt x="1652" y="33942"/>
                  <a:pt x="1652" y="16558"/>
                </a:cubicBezTo>
                <a:cubicBezTo>
                  <a:pt x="1703" y="11004"/>
                  <a:pt x="1198" y="5461"/>
                  <a:pt x="165" y="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7" name="フリーフォーム: 図形 56">
            <a:extLst>
              <a:ext uri="{FF2B5EF4-FFF2-40B4-BE49-F238E27FC236}">
                <a16:creationId xmlns:a16="http://schemas.microsoft.com/office/drawing/2014/main" id="{F8A5EF67-E2E8-8536-45C9-73D886FDA1C8}"/>
              </a:ext>
            </a:extLst>
          </p:cNvPr>
          <p:cNvSpPr/>
          <p:nvPr/>
        </p:nvSpPr>
        <p:spPr>
          <a:xfrm>
            <a:off x="6190569" y="4582988"/>
            <a:ext cx="139887" cy="140879"/>
          </a:xfrm>
          <a:custGeom>
            <a:avLst/>
            <a:gdLst>
              <a:gd name="connsiteX0" fmla="*/ 29142 w 139887"/>
              <a:gd name="connsiteY0" fmla="*/ 14225 h 140879"/>
              <a:gd name="connsiteX1" fmla="*/ 34933 w 139887"/>
              <a:gd name="connsiteY1" fmla="*/ 24992 h 140879"/>
              <a:gd name="connsiteX2" fmla="*/ 44369 w 139887"/>
              <a:gd name="connsiteY2" fmla="*/ 43863 h 140879"/>
              <a:gd name="connsiteX3" fmla="*/ 103303 w 139887"/>
              <a:gd name="connsiteY3" fmla="*/ 26314 h 140879"/>
              <a:gd name="connsiteX4" fmla="*/ 139888 w 139887"/>
              <a:gd name="connsiteY4" fmla="*/ 57272 h 140879"/>
              <a:gd name="connsiteX5" fmla="*/ 102147 w 139887"/>
              <a:gd name="connsiteY5" fmla="*/ 90544 h 140879"/>
              <a:gd name="connsiteX6" fmla="*/ 77650 w 139887"/>
              <a:gd name="connsiteY6" fmla="*/ 85919 h 140879"/>
              <a:gd name="connsiteX7" fmla="*/ 78135 w 139887"/>
              <a:gd name="connsiteY7" fmla="*/ 72675 h 140879"/>
              <a:gd name="connsiteX8" fmla="*/ 101321 w 139887"/>
              <a:gd name="connsiteY8" fmla="*/ 78135 h 140879"/>
              <a:gd name="connsiteX9" fmla="*/ 126643 w 139887"/>
              <a:gd name="connsiteY9" fmla="*/ 56777 h 140879"/>
              <a:gd name="connsiteX10" fmla="*/ 102807 w 139887"/>
              <a:gd name="connsiteY10" fmla="*/ 38071 h 140879"/>
              <a:gd name="connsiteX11" fmla="*/ 49499 w 139887"/>
              <a:gd name="connsiteY11" fmla="*/ 54630 h 140879"/>
              <a:gd name="connsiteX12" fmla="*/ 55786 w 139887"/>
              <a:gd name="connsiteY12" fmla="*/ 68194 h 140879"/>
              <a:gd name="connsiteX13" fmla="*/ 80623 w 139887"/>
              <a:gd name="connsiteY13" fmla="*/ 137070 h 140879"/>
              <a:gd name="connsiteX14" fmla="*/ 66388 w 139887"/>
              <a:gd name="connsiteY14" fmla="*/ 140879 h 140879"/>
              <a:gd name="connsiteX15" fmla="*/ 44038 w 139887"/>
              <a:gd name="connsiteY15" fmla="*/ 73665 h 140879"/>
              <a:gd name="connsiteX16" fmla="*/ 37917 w 139887"/>
              <a:gd name="connsiteY16" fmla="*/ 60091 h 140879"/>
              <a:gd name="connsiteX17" fmla="*/ 6462 w 139887"/>
              <a:gd name="connsiteY17" fmla="*/ 75482 h 140879"/>
              <a:gd name="connsiteX18" fmla="*/ 0 w 139887"/>
              <a:gd name="connsiteY18" fmla="*/ 61908 h 140879"/>
              <a:gd name="connsiteX19" fmla="*/ 13575 w 139887"/>
              <a:gd name="connsiteY19" fmla="*/ 57438 h 140879"/>
              <a:gd name="connsiteX20" fmla="*/ 32776 w 139887"/>
              <a:gd name="connsiteY20" fmla="*/ 49158 h 140879"/>
              <a:gd name="connsiteX21" fmla="*/ 23516 w 139887"/>
              <a:gd name="connsiteY21" fmla="*/ 31114 h 140879"/>
              <a:gd name="connsiteX22" fmla="*/ 15567 w 139887"/>
              <a:gd name="connsiteY22" fmla="*/ 19531 h 140879"/>
              <a:gd name="connsiteX23" fmla="*/ 78311 w 139887"/>
              <a:gd name="connsiteY23" fmla="*/ 25983 h 140879"/>
              <a:gd name="connsiteX24" fmla="*/ 56952 w 139887"/>
              <a:gd name="connsiteY24" fmla="*/ 6947 h 140879"/>
              <a:gd name="connsiteX25" fmla="*/ 66553 w 139887"/>
              <a:gd name="connsiteY25" fmla="*/ 0 h 140879"/>
              <a:gd name="connsiteX26" fmla="*/ 87911 w 139887"/>
              <a:gd name="connsiteY26" fmla="*/ 18530 h 140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39887" h="140879">
                <a:moveTo>
                  <a:pt x="29142" y="14225"/>
                </a:moveTo>
                <a:cubicBezTo>
                  <a:pt x="30463" y="16878"/>
                  <a:pt x="33282" y="22174"/>
                  <a:pt x="34933" y="24992"/>
                </a:cubicBezTo>
                <a:cubicBezTo>
                  <a:pt x="37741" y="30453"/>
                  <a:pt x="41055" y="37081"/>
                  <a:pt x="44369" y="43863"/>
                </a:cubicBezTo>
                <a:cubicBezTo>
                  <a:pt x="62744" y="34386"/>
                  <a:pt x="82739" y="28440"/>
                  <a:pt x="103303" y="26314"/>
                </a:cubicBezTo>
                <a:cubicBezTo>
                  <a:pt x="125983" y="26314"/>
                  <a:pt x="139888" y="39393"/>
                  <a:pt x="139888" y="57272"/>
                </a:cubicBezTo>
                <a:cubicBezTo>
                  <a:pt x="139888" y="76143"/>
                  <a:pt x="127810" y="90544"/>
                  <a:pt x="102147" y="90544"/>
                </a:cubicBezTo>
                <a:cubicBezTo>
                  <a:pt x="93775" y="90409"/>
                  <a:pt x="85485" y="88851"/>
                  <a:pt x="77650" y="85919"/>
                </a:cubicBezTo>
                <a:lnTo>
                  <a:pt x="78135" y="72675"/>
                </a:lnTo>
                <a:cubicBezTo>
                  <a:pt x="85372" y="76184"/>
                  <a:pt x="93279" y="78053"/>
                  <a:pt x="101321" y="78135"/>
                </a:cubicBezTo>
                <a:cubicBezTo>
                  <a:pt x="119366" y="78135"/>
                  <a:pt x="126643" y="68370"/>
                  <a:pt x="126643" y="56777"/>
                </a:cubicBezTo>
                <a:cubicBezTo>
                  <a:pt x="126643" y="46846"/>
                  <a:pt x="119035" y="38071"/>
                  <a:pt x="102807" y="38071"/>
                </a:cubicBezTo>
                <a:cubicBezTo>
                  <a:pt x="84153" y="40167"/>
                  <a:pt x="66057" y="45783"/>
                  <a:pt x="49499" y="54630"/>
                </a:cubicBezTo>
                <a:cubicBezTo>
                  <a:pt x="51657" y="59100"/>
                  <a:pt x="53804" y="63724"/>
                  <a:pt x="55786" y="68194"/>
                </a:cubicBezTo>
                <a:cubicBezTo>
                  <a:pt x="64736" y="88396"/>
                  <a:pt x="74997" y="119025"/>
                  <a:pt x="80623" y="137070"/>
                </a:cubicBezTo>
                <a:lnTo>
                  <a:pt x="66388" y="140879"/>
                </a:lnTo>
                <a:cubicBezTo>
                  <a:pt x="60586" y="117962"/>
                  <a:pt x="53123" y="95488"/>
                  <a:pt x="44038" y="73665"/>
                </a:cubicBezTo>
                <a:cubicBezTo>
                  <a:pt x="42046" y="69031"/>
                  <a:pt x="39899" y="64395"/>
                  <a:pt x="37917" y="60091"/>
                </a:cubicBezTo>
                <a:cubicBezTo>
                  <a:pt x="25333" y="66212"/>
                  <a:pt x="13905" y="72169"/>
                  <a:pt x="6462" y="75482"/>
                </a:cubicBezTo>
                <a:lnTo>
                  <a:pt x="0" y="61908"/>
                </a:lnTo>
                <a:cubicBezTo>
                  <a:pt x="4800" y="60586"/>
                  <a:pt x="10602" y="58594"/>
                  <a:pt x="13575" y="57438"/>
                </a:cubicBezTo>
                <a:cubicBezTo>
                  <a:pt x="19036" y="55290"/>
                  <a:pt x="25663" y="52307"/>
                  <a:pt x="32776" y="49158"/>
                </a:cubicBezTo>
                <a:cubicBezTo>
                  <a:pt x="30040" y="42975"/>
                  <a:pt x="26943" y="36946"/>
                  <a:pt x="23516" y="31114"/>
                </a:cubicBezTo>
                <a:cubicBezTo>
                  <a:pt x="21131" y="27077"/>
                  <a:pt x="18468" y="23206"/>
                  <a:pt x="15567" y="19531"/>
                </a:cubicBezTo>
                <a:close/>
                <a:moveTo>
                  <a:pt x="78311" y="25983"/>
                </a:moveTo>
                <a:cubicBezTo>
                  <a:pt x="71673" y="19118"/>
                  <a:pt x="64529" y="12759"/>
                  <a:pt x="56952" y="6947"/>
                </a:cubicBezTo>
                <a:lnTo>
                  <a:pt x="66553" y="0"/>
                </a:lnTo>
                <a:cubicBezTo>
                  <a:pt x="74099" y="5667"/>
                  <a:pt x="81232" y="11861"/>
                  <a:pt x="87911" y="1853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8" name="フリーフォーム: 図形 57">
            <a:extLst>
              <a:ext uri="{FF2B5EF4-FFF2-40B4-BE49-F238E27FC236}">
                <a16:creationId xmlns:a16="http://schemas.microsoft.com/office/drawing/2014/main" id="{07C04B82-56D7-B10D-FE3C-A16B81B915D7}"/>
              </a:ext>
            </a:extLst>
          </p:cNvPr>
          <p:cNvSpPr/>
          <p:nvPr/>
        </p:nvSpPr>
        <p:spPr>
          <a:xfrm>
            <a:off x="6362128" y="4585466"/>
            <a:ext cx="136584" cy="138731"/>
          </a:xfrm>
          <a:custGeom>
            <a:avLst/>
            <a:gdLst>
              <a:gd name="connsiteX0" fmla="*/ 86094 w 136584"/>
              <a:gd name="connsiteY0" fmla="*/ 32611 h 138731"/>
              <a:gd name="connsiteX1" fmla="*/ 86425 w 136584"/>
              <a:gd name="connsiteY1" fmla="*/ 59430 h 138731"/>
              <a:gd name="connsiteX2" fmla="*/ 91721 w 136584"/>
              <a:gd name="connsiteY2" fmla="*/ 80458 h 138731"/>
              <a:gd name="connsiteX3" fmla="*/ 42882 w 136584"/>
              <a:gd name="connsiteY3" fmla="*/ 138732 h 138731"/>
              <a:gd name="connsiteX4" fmla="*/ 31465 w 136584"/>
              <a:gd name="connsiteY4" fmla="*/ 127645 h 138731"/>
              <a:gd name="connsiteX5" fmla="*/ 74997 w 136584"/>
              <a:gd name="connsiteY5" fmla="*/ 99164 h 138731"/>
              <a:gd name="connsiteX6" fmla="*/ 60927 w 136584"/>
              <a:gd name="connsiteY6" fmla="*/ 103303 h 138731"/>
              <a:gd name="connsiteX7" fmla="*/ 33767 w 136584"/>
              <a:gd name="connsiteY7" fmla="*/ 77671 h 138731"/>
              <a:gd name="connsiteX8" fmla="*/ 33777 w 136584"/>
              <a:gd name="connsiteY8" fmla="*/ 75823 h 138731"/>
              <a:gd name="connsiteX9" fmla="*/ 62744 w 136584"/>
              <a:gd name="connsiteY9" fmla="*/ 47187 h 138731"/>
              <a:gd name="connsiteX10" fmla="*/ 73676 w 136584"/>
              <a:gd name="connsiteY10" fmla="*/ 49004 h 138731"/>
              <a:gd name="connsiteX11" fmla="*/ 73511 w 136584"/>
              <a:gd name="connsiteY11" fmla="*/ 32776 h 138731"/>
              <a:gd name="connsiteX12" fmla="*/ 330 w 136584"/>
              <a:gd name="connsiteY12" fmla="*/ 35594 h 138731"/>
              <a:gd name="connsiteX13" fmla="*/ 0 w 136584"/>
              <a:gd name="connsiteY13" fmla="*/ 22680 h 138731"/>
              <a:gd name="connsiteX14" fmla="*/ 73346 w 136584"/>
              <a:gd name="connsiteY14" fmla="*/ 21018 h 138731"/>
              <a:gd name="connsiteX15" fmla="*/ 73005 w 136584"/>
              <a:gd name="connsiteY15" fmla="*/ 10261 h 138731"/>
              <a:gd name="connsiteX16" fmla="*/ 72014 w 136584"/>
              <a:gd name="connsiteY16" fmla="*/ 0 h 138731"/>
              <a:gd name="connsiteX17" fmla="*/ 87086 w 136584"/>
              <a:gd name="connsiteY17" fmla="*/ 0 h 138731"/>
              <a:gd name="connsiteX18" fmla="*/ 86259 w 136584"/>
              <a:gd name="connsiteY18" fmla="*/ 10261 h 138731"/>
              <a:gd name="connsiteX19" fmla="*/ 86094 w 136584"/>
              <a:gd name="connsiteY19" fmla="*/ 20863 h 138731"/>
              <a:gd name="connsiteX20" fmla="*/ 88572 w 136584"/>
              <a:gd name="connsiteY20" fmla="*/ 20863 h 138731"/>
              <a:gd name="connsiteX21" fmla="*/ 136584 w 136584"/>
              <a:gd name="connsiteY21" fmla="*/ 21018 h 138731"/>
              <a:gd name="connsiteX22" fmla="*/ 136419 w 136584"/>
              <a:gd name="connsiteY22" fmla="*/ 33437 h 138731"/>
              <a:gd name="connsiteX23" fmla="*/ 88242 w 136584"/>
              <a:gd name="connsiteY23" fmla="*/ 32611 h 138731"/>
              <a:gd name="connsiteX24" fmla="*/ 77320 w 136584"/>
              <a:gd name="connsiteY24" fmla="*/ 68535 h 138731"/>
              <a:gd name="connsiteX25" fmla="*/ 62744 w 136584"/>
              <a:gd name="connsiteY25" fmla="*/ 58439 h 138731"/>
              <a:gd name="connsiteX26" fmla="*/ 46185 w 136584"/>
              <a:gd name="connsiteY26" fmla="*/ 75173 h 138731"/>
              <a:gd name="connsiteX27" fmla="*/ 46196 w 136584"/>
              <a:gd name="connsiteY27" fmla="*/ 75658 h 138731"/>
              <a:gd name="connsiteX28" fmla="*/ 61474 w 136584"/>
              <a:gd name="connsiteY28" fmla="*/ 91907 h 138731"/>
              <a:gd name="connsiteX29" fmla="*/ 62919 w 136584"/>
              <a:gd name="connsiteY29" fmla="*/ 91886 h 138731"/>
              <a:gd name="connsiteX30" fmla="*/ 77320 w 136584"/>
              <a:gd name="connsiteY30" fmla="*/ 68535 h 138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36584" h="138731">
                <a:moveTo>
                  <a:pt x="86094" y="32611"/>
                </a:moveTo>
                <a:cubicBezTo>
                  <a:pt x="86094" y="41881"/>
                  <a:pt x="86259" y="51977"/>
                  <a:pt x="86425" y="59430"/>
                </a:cubicBezTo>
                <a:cubicBezTo>
                  <a:pt x="90089" y="65820"/>
                  <a:pt x="91927" y="73098"/>
                  <a:pt x="91721" y="80458"/>
                </a:cubicBezTo>
                <a:cubicBezTo>
                  <a:pt x="91721" y="102643"/>
                  <a:pt x="80964" y="127304"/>
                  <a:pt x="42882" y="138732"/>
                </a:cubicBezTo>
                <a:lnTo>
                  <a:pt x="31465" y="127645"/>
                </a:lnTo>
                <a:cubicBezTo>
                  <a:pt x="52978" y="122669"/>
                  <a:pt x="68215" y="113729"/>
                  <a:pt x="74997" y="99164"/>
                </a:cubicBezTo>
                <a:cubicBezTo>
                  <a:pt x="70868" y="102002"/>
                  <a:pt x="65944" y="103458"/>
                  <a:pt x="60927" y="103303"/>
                </a:cubicBezTo>
                <a:cubicBezTo>
                  <a:pt x="46351" y="103726"/>
                  <a:pt x="34190" y="92247"/>
                  <a:pt x="33767" y="77671"/>
                </a:cubicBezTo>
                <a:cubicBezTo>
                  <a:pt x="33746" y="77052"/>
                  <a:pt x="33756" y="76442"/>
                  <a:pt x="33777" y="75823"/>
                </a:cubicBezTo>
                <a:cubicBezTo>
                  <a:pt x="33880" y="59915"/>
                  <a:pt x="46846" y="47104"/>
                  <a:pt x="62744" y="47187"/>
                </a:cubicBezTo>
                <a:cubicBezTo>
                  <a:pt x="66470" y="47166"/>
                  <a:pt x="70166" y="47785"/>
                  <a:pt x="73676" y="49004"/>
                </a:cubicBezTo>
                <a:cubicBezTo>
                  <a:pt x="73676" y="44204"/>
                  <a:pt x="73676" y="38402"/>
                  <a:pt x="73511" y="32776"/>
                </a:cubicBezTo>
                <a:cubicBezTo>
                  <a:pt x="48673" y="32941"/>
                  <a:pt x="20863" y="34097"/>
                  <a:pt x="330" y="35594"/>
                </a:cubicBezTo>
                <a:lnTo>
                  <a:pt x="0" y="22680"/>
                </a:lnTo>
                <a:cubicBezTo>
                  <a:pt x="18210" y="22350"/>
                  <a:pt x="49004" y="21358"/>
                  <a:pt x="73346" y="21018"/>
                </a:cubicBezTo>
                <a:cubicBezTo>
                  <a:pt x="73346" y="16393"/>
                  <a:pt x="73180" y="12574"/>
                  <a:pt x="73005" y="10261"/>
                </a:cubicBezTo>
                <a:cubicBezTo>
                  <a:pt x="72850" y="6782"/>
                  <a:pt x="72344" y="1982"/>
                  <a:pt x="72014" y="0"/>
                </a:cubicBezTo>
                <a:lnTo>
                  <a:pt x="87086" y="0"/>
                </a:lnTo>
                <a:lnTo>
                  <a:pt x="86259" y="10261"/>
                </a:lnTo>
                <a:cubicBezTo>
                  <a:pt x="86259" y="12749"/>
                  <a:pt x="86094" y="16558"/>
                  <a:pt x="86094" y="20863"/>
                </a:cubicBezTo>
                <a:lnTo>
                  <a:pt x="88572" y="20863"/>
                </a:lnTo>
                <a:cubicBezTo>
                  <a:pt x="108444" y="20863"/>
                  <a:pt x="128636" y="21018"/>
                  <a:pt x="136584" y="21018"/>
                </a:cubicBezTo>
                <a:lnTo>
                  <a:pt x="136419" y="33437"/>
                </a:lnTo>
                <a:cubicBezTo>
                  <a:pt x="127149" y="32941"/>
                  <a:pt x="112243" y="32611"/>
                  <a:pt x="88242" y="32611"/>
                </a:cubicBezTo>
                <a:close/>
                <a:moveTo>
                  <a:pt x="77320" y="68535"/>
                </a:moveTo>
                <a:cubicBezTo>
                  <a:pt x="75307" y="62259"/>
                  <a:pt x="69330" y="58119"/>
                  <a:pt x="62744" y="58439"/>
                </a:cubicBezTo>
                <a:cubicBezTo>
                  <a:pt x="53556" y="58480"/>
                  <a:pt x="46134" y="65975"/>
                  <a:pt x="46185" y="75173"/>
                </a:cubicBezTo>
                <a:cubicBezTo>
                  <a:pt x="46185" y="75327"/>
                  <a:pt x="46185" y="75493"/>
                  <a:pt x="46196" y="75658"/>
                </a:cubicBezTo>
                <a:cubicBezTo>
                  <a:pt x="45927" y="84360"/>
                  <a:pt x="52761" y="91638"/>
                  <a:pt x="61474" y="91907"/>
                </a:cubicBezTo>
                <a:cubicBezTo>
                  <a:pt x="61949" y="91917"/>
                  <a:pt x="62434" y="91917"/>
                  <a:pt x="62919" y="91886"/>
                </a:cubicBezTo>
                <a:cubicBezTo>
                  <a:pt x="72520" y="91886"/>
                  <a:pt x="78806" y="84102"/>
                  <a:pt x="77320" y="68535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9" name="フリーフォーム: 図形 58">
            <a:extLst>
              <a:ext uri="{FF2B5EF4-FFF2-40B4-BE49-F238E27FC236}">
                <a16:creationId xmlns:a16="http://schemas.microsoft.com/office/drawing/2014/main" id="{6DCC7E11-31A9-A8BA-5D25-F96D8B957170}"/>
              </a:ext>
            </a:extLst>
          </p:cNvPr>
          <p:cNvSpPr/>
          <p:nvPr/>
        </p:nvSpPr>
        <p:spPr>
          <a:xfrm>
            <a:off x="6537166" y="4584640"/>
            <a:ext cx="114070" cy="137750"/>
          </a:xfrm>
          <a:custGeom>
            <a:avLst/>
            <a:gdLst>
              <a:gd name="connsiteX0" fmla="*/ 114070 w 114070"/>
              <a:gd name="connsiteY0" fmla="*/ 31785 h 137750"/>
              <a:gd name="connsiteX1" fmla="*/ 83111 w 114070"/>
              <a:gd name="connsiteY1" fmla="*/ 38577 h 137750"/>
              <a:gd name="connsiteX2" fmla="*/ 105130 w 114070"/>
              <a:gd name="connsiteY2" fmla="*/ 84422 h 137750"/>
              <a:gd name="connsiteX3" fmla="*/ 97512 w 114070"/>
              <a:gd name="connsiteY3" fmla="*/ 92371 h 137750"/>
              <a:gd name="connsiteX4" fmla="*/ 63580 w 114070"/>
              <a:gd name="connsiteY4" fmla="*/ 87571 h 137750"/>
              <a:gd name="connsiteX5" fmla="*/ 64901 w 114070"/>
              <a:gd name="connsiteY5" fmla="*/ 76814 h 137750"/>
              <a:gd name="connsiteX6" fmla="*/ 88077 w 114070"/>
              <a:gd name="connsiteY6" fmla="*/ 79126 h 137750"/>
              <a:gd name="connsiteX7" fmla="*/ 70197 w 114070"/>
              <a:gd name="connsiteY7" fmla="*/ 40559 h 137750"/>
              <a:gd name="connsiteX8" fmla="*/ 506 w 114070"/>
              <a:gd name="connsiteY8" fmla="*/ 40890 h 137750"/>
              <a:gd name="connsiteX9" fmla="*/ 0 w 114070"/>
              <a:gd name="connsiteY9" fmla="*/ 27645 h 137750"/>
              <a:gd name="connsiteX10" fmla="*/ 65066 w 114070"/>
              <a:gd name="connsiteY10" fmla="*/ 28636 h 137750"/>
              <a:gd name="connsiteX11" fmla="*/ 59606 w 114070"/>
              <a:gd name="connsiteY11" fmla="*/ 16548 h 137750"/>
              <a:gd name="connsiteX12" fmla="*/ 52648 w 114070"/>
              <a:gd name="connsiteY12" fmla="*/ 2808 h 137750"/>
              <a:gd name="connsiteX13" fmla="*/ 67389 w 114070"/>
              <a:gd name="connsiteY13" fmla="*/ 0 h 137750"/>
              <a:gd name="connsiteX14" fmla="*/ 77981 w 114070"/>
              <a:gd name="connsiteY14" fmla="*/ 26984 h 137750"/>
              <a:gd name="connsiteX15" fmla="*/ 111582 w 114070"/>
              <a:gd name="connsiteY15" fmla="*/ 18705 h 137750"/>
              <a:gd name="connsiteX16" fmla="*/ 21524 w 114070"/>
              <a:gd name="connsiteY16" fmla="*/ 80954 h 137750"/>
              <a:gd name="connsiteX17" fmla="*/ 16899 w 114070"/>
              <a:gd name="connsiteY17" fmla="*/ 101641 h 137750"/>
              <a:gd name="connsiteX18" fmla="*/ 51161 w 114070"/>
              <a:gd name="connsiteY18" fmla="*/ 124651 h 137750"/>
              <a:gd name="connsiteX19" fmla="*/ 94208 w 114070"/>
              <a:gd name="connsiteY19" fmla="*/ 120192 h 137750"/>
              <a:gd name="connsiteX20" fmla="*/ 94043 w 114070"/>
              <a:gd name="connsiteY20" fmla="*/ 133932 h 137750"/>
              <a:gd name="connsiteX21" fmla="*/ 50996 w 114070"/>
              <a:gd name="connsiteY21" fmla="*/ 137731 h 137750"/>
              <a:gd name="connsiteX22" fmla="*/ 3644 w 114070"/>
              <a:gd name="connsiteY22" fmla="*/ 104955 h 137750"/>
              <a:gd name="connsiteX23" fmla="*/ 8114 w 114070"/>
              <a:gd name="connsiteY23" fmla="*/ 79797 h 13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14070" h="137750">
                <a:moveTo>
                  <a:pt x="114070" y="31785"/>
                </a:moveTo>
                <a:cubicBezTo>
                  <a:pt x="103974" y="34438"/>
                  <a:pt x="93207" y="36915"/>
                  <a:pt x="83111" y="38577"/>
                </a:cubicBezTo>
                <a:cubicBezTo>
                  <a:pt x="89068" y="51646"/>
                  <a:pt x="98007" y="70682"/>
                  <a:pt x="105130" y="84422"/>
                </a:cubicBezTo>
                <a:lnTo>
                  <a:pt x="97512" y="92371"/>
                </a:lnTo>
                <a:cubicBezTo>
                  <a:pt x="90399" y="90884"/>
                  <a:pt x="74171" y="88562"/>
                  <a:pt x="63580" y="87571"/>
                </a:cubicBezTo>
                <a:lnTo>
                  <a:pt x="64901" y="76814"/>
                </a:lnTo>
                <a:cubicBezTo>
                  <a:pt x="71188" y="77309"/>
                  <a:pt x="82616" y="78631"/>
                  <a:pt x="88077" y="79126"/>
                </a:cubicBezTo>
                <a:cubicBezTo>
                  <a:pt x="83441" y="69030"/>
                  <a:pt x="75173" y="51977"/>
                  <a:pt x="70197" y="40559"/>
                </a:cubicBezTo>
                <a:cubicBezTo>
                  <a:pt x="47032" y="42996"/>
                  <a:pt x="23692" y="43109"/>
                  <a:pt x="506" y="40890"/>
                </a:cubicBezTo>
                <a:lnTo>
                  <a:pt x="0" y="27645"/>
                </a:lnTo>
                <a:cubicBezTo>
                  <a:pt x="21575" y="30515"/>
                  <a:pt x="43419" y="30845"/>
                  <a:pt x="65066" y="28636"/>
                </a:cubicBezTo>
                <a:lnTo>
                  <a:pt x="59606" y="16548"/>
                </a:lnTo>
                <a:cubicBezTo>
                  <a:pt x="57551" y="11841"/>
                  <a:pt x="55239" y="7247"/>
                  <a:pt x="52648" y="2808"/>
                </a:cubicBezTo>
                <a:lnTo>
                  <a:pt x="67389" y="0"/>
                </a:lnTo>
                <a:cubicBezTo>
                  <a:pt x="71353" y="10922"/>
                  <a:pt x="74337" y="18210"/>
                  <a:pt x="77981" y="26984"/>
                </a:cubicBezTo>
                <a:cubicBezTo>
                  <a:pt x="89357" y="25002"/>
                  <a:pt x="100588" y="22236"/>
                  <a:pt x="111582" y="18705"/>
                </a:cubicBezTo>
                <a:close/>
                <a:moveTo>
                  <a:pt x="21524" y="80954"/>
                </a:moveTo>
                <a:cubicBezTo>
                  <a:pt x="18871" y="87550"/>
                  <a:pt x="17301" y="94539"/>
                  <a:pt x="16899" y="101641"/>
                </a:cubicBezTo>
                <a:cubicBezTo>
                  <a:pt x="16899" y="116052"/>
                  <a:pt x="26654" y="124651"/>
                  <a:pt x="51161" y="124651"/>
                </a:cubicBezTo>
                <a:cubicBezTo>
                  <a:pt x="65634" y="124971"/>
                  <a:pt x="80097" y="123464"/>
                  <a:pt x="94208" y="120192"/>
                </a:cubicBezTo>
                <a:lnTo>
                  <a:pt x="94043" y="133932"/>
                </a:lnTo>
                <a:cubicBezTo>
                  <a:pt x="79859" y="136657"/>
                  <a:pt x="65438" y="137927"/>
                  <a:pt x="50996" y="137731"/>
                </a:cubicBezTo>
                <a:cubicBezTo>
                  <a:pt x="20533" y="137731"/>
                  <a:pt x="3644" y="125487"/>
                  <a:pt x="3644" y="104955"/>
                </a:cubicBezTo>
                <a:cubicBezTo>
                  <a:pt x="3995" y="96407"/>
                  <a:pt x="5502" y="87942"/>
                  <a:pt x="8114" y="79797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0" name="フリーフォーム: 図形 59">
            <a:extLst>
              <a:ext uri="{FF2B5EF4-FFF2-40B4-BE49-F238E27FC236}">
                <a16:creationId xmlns:a16="http://schemas.microsoft.com/office/drawing/2014/main" id="{E540CF35-D806-47CA-019E-228C62D3B707}"/>
              </a:ext>
            </a:extLst>
          </p:cNvPr>
          <p:cNvSpPr/>
          <p:nvPr/>
        </p:nvSpPr>
        <p:spPr>
          <a:xfrm>
            <a:off x="6687377" y="4582988"/>
            <a:ext cx="139888" cy="140879"/>
          </a:xfrm>
          <a:custGeom>
            <a:avLst/>
            <a:gdLst>
              <a:gd name="connsiteX0" fmla="*/ 29142 w 139888"/>
              <a:gd name="connsiteY0" fmla="*/ 14225 h 140879"/>
              <a:gd name="connsiteX1" fmla="*/ 34933 w 139888"/>
              <a:gd name="connsiteY1" fmla="*/ 24992 h 140879"/>
              <a:gd name="connsiteX2" fmla="*/ 44369 w 139888"/>
              <a:gd name="connsiteY2" fmla="*/ 43863 h 140879"/>
              <a:gd name="connsiteX3" fmla="*/ 103303 w 139888"/>
              <a:gd name="connsiteY3" fmla="*/ 26314 h 140879"/>
              <a:gd name="connsiteX4" fmla="*/ 139888 w 139888"/>
              <a:gd name="connsiteY4" fmla="*/ 57272 h 140879"/>
              <a:gd name="connsiteX5" fmla="*/ 102147 w 139888"/>
              <a:gd name="connsiteY5" fmla="*/ 90544 h 140879"/>
              <a:gd name="connsiteX6" fmla="*/ 77650 w 139888"/>
              <a:gd name="connsiteY6" fmla="*/ 85919 h 140879"/>
              <a:gd name="connsiteX7" fmla="*/ 78135 w 139888"/>
              <a:gd name="connsiteY7" fmla="*/ 72675 h 140879"/>
              <a:gd name="connsiteX8" fmla="*/ 101321 w 139888"/>
              <a:gd name="connsiteY8" fmla="*/ 78135 h 140879"/>
              <a:gd name="connsiteX9" fmla="*/ 126644 w 139888"/>
              <a:gd name="connsiteY9" fmla="*/ 56777 h 140879"/>
              <a:gd name="connsiteX10" fmla="*/ 102808 w 139888"/>
              <a:gd name="connsiteY10" fmla="*/ 38071 h 140879"/>
              <a:gd name="connsiteX11" fmla="*/ 49499 w 139888"/>
              <a:gd name="connsiteY11" fmla="*/ 54630 h 140879"/>
              <a:gd name="connsiteX12" fmla="*/ 55786 w 139888"/>
              <a:gd name="connsiteY12" fmla="*/ 68194 h 140879"/>
              <a:gd name="connsiteX13" fmla="*/ 80623 w 139888"/>
              <a:gd name="connsiteY13" fmla="*/ 137070 h 140879"/>
              <a:gd name="connsiteX14" fmla="*/ 66388 w 139888"/>
              <a:gd name="connsiteY14" fmla="*/ 140879 h 140879"/>
              <a:gd name="connsiteX15" fmla="*/ 44038 w 139888"/>
              <a:gd name="connsiteY15" fmla="*/ 73665 h 140879"/>
              <a:gd name="connsiteX16" fmla="*/ 37907 w 139888"/>
              <a:gd name="connsiteY16" fmla="*/ 60091 h 140879"/>
              <a:gd name="connsiteX17" fmla="*/ 6462 w 139888"/>
              <a:gd name="connsiteY17" fmla="*/ 75482 h 140879"/>
              <a:gd name="connsiteX18" fmla="*/ 0 w 139888"/>
              <a:gd name="connsiteY18" fmla="*/ 61908 h 140879"/>
              <a:gd name="connsiteX19" fmla="*/ 13575 w 139888"/>
              <a:gd name="connsiteY19" fmla="*/ 57438 h 140879"/>
              <a:gd name="connsiteX20" fmla="*/ 32776 w 139888"/>
              <a:gd name="connsiteY20" fmla="*/ 49158 h 140879"/>
              <a:gd name="connsiteX21" fmla="*/ 23506 w 139888"/>
              <a:gd name="connsiteY21" fmla="*/ 31114 h 140879"/>
              <a:gd name="connsiteX22" fmla="*/ 15557 w 139888"/>
              <a:gd name="connsiteY22" fmla="*/ 19531 h 140879"/>
              <a:gd name="connsiteX23" fmla="*/ 78311 w 139888"/>
              <a:gd name="connsiteY23" fmla="*/ 25983 h 140879"/>
              <a:gd name="connsiteX24" fmla="*/ 56952 w 139888"/>
              <a:gd name="connsiteY24" fmla="*/ 6947 h 140879"/>
              <a:gd name="connsiteX25" fmla="*/ 66553 w 139888"/>
              <a:gd name="connsiteY25" fmla="*/ 0 h 140879"/>
              <a:gd name="connsiteX26" fmla="*/ 87912 w 139888"/>
              <a:gd name="connsiteY26" fmla="*/ 18530 h 140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39888" h="140879">
                <a:moveTo>
                  <a:pt x="29142" y="14225"/>
                </a:moveTo>
                <a:cubicBezTo>
                  <a:pt x="30464" y="16878"/>
                  <a:pt x="33282" y="22174"/>
                  <a:pt x="34933" y="24992"/>
                </a:cubicBezTo>
                <a:cubicBezTo>
                  <a:pt x="37741" y="30453"/>
                  <a:pt x="41055" y="37081"/>
                  <a:pt x="44369" y="43863"/>
                </a:cubicBezTo>
                <a:cubicBezTo>
                  <a:pt x="62744" y="34386"/>
                  <a:pt x="82740" y="28440"/>
                  <a:pt x="103303" y="26314"/>
                </a:cubicBezTo>
                <a:cubicBezTo>
                  <a:pt x="125983" y="26314"/>
                  <a:pt x="139888" y="39393"/>
                  <a:pt x="139888" y="57272"/>
                </a:cubicBezTo>
                <a:cubicBezTo>
                  <a:pt x="139888" y="76143"/>
                  <a:pt x="127800" y="90544"/>
                  <a:pt x="102147" y="90544"/>
                </a:cubicBezTo>
                <a:cubicBezTo>
                  <a:pt x="93775" y="90409"/>
                  <a:pt x="85485" y="88851"/>
                  <a:pt x="77650" y="85919"/>
                </a:cubicBezTo>
                <a:lnTo>
                  <a:pt x="78135" y="72675"/>
                </a:lnTo>
                <a:cubicBezTo>
                  <a:pt x="85362" y="76184"/>
                  <a:pt x="93279" y="78053"/>
                  <a:pt x="101321" y="78135"/>
                </a:cubicBezTo>
                <a:cubicBezTo>
                  <a:pt x="119366" y="78135"/>
                  <a:pt x="126644" y="68370"/>
                  <a:pt x="126644" y="56777"/>
                </a:cubicBezTo>
                <a:cubicBezTo>
                  <a:pt x="126644" y="46846"/>
                  <a:pt x="119035" y="38071"/>
                  <a:pt x="102808" y="38071"/>
                </a:cubicBezTo>
                <a:cubicBezTo>
                  <a:pt x="84154" y="40167"/>
                  <a:pt x="66058" y="45783"/>
                  <a:pt x="49499" y="54630"/>
                </a:cubicBezTo>
                <a:cubicBezTo>
                  <a:pt x="51647" y="59100"/>
                  <a:pt x="53804" y="63724"/>
                  <a:pt x="55786" y="68194"/>
                </a:cubicBezTo>
                <a:cubicBezTo>
                  <a:pt x="64736" y="88396"/>
                  <a:pt x="74997" y="119025"/>
                  <a:pt x="80623" y="137070"/>
                </a:cubicBezTo>
                <a:lnTo>
                  <a:pt x="66388" y="140879"/>
                </a:lnTo>
                <a:cubicBezTo>
                  <a:pt x="60586" y="117962"/>
                  <a:pt x="53123" y="95488"/>
                  <a:pt x="44038" y="73665"/>
                </a:cubicBezTo>
                <a:cubicBezTo>
                  <a:pt x="42046" y="69031"/>
                  <a:pt x="39899" y="64395"/>
                  <a:pt x="37907" y="60091"/>
                </a:cubicBezTo>
                <a:cubicBezTo>
                  <a:pt x="25333" y="66212"/>
                  <a:pt x="13905" y="72169"/>
                  <a:pt x="6462" y="75482"/>
                </a:cubicBezTo>
                <a:lnTo>
                  <a:pt x="0" y="61908"/>
                </a:lnTo>
                <a:cubicBezTo>
                  <a:pt x="4801" y="60586"/>
                  <a:pt x="10591" y="58594"/>
                  <a:pt x="13575" y="57438"/>
                </a:cubicBezTo>
                <a:cubicBezTo>
                  <a:pt x="19036" y="55290"/>
                  <a:pt x="25663" y="52307"/>
                  <a:pt x="32776" y="49158"/>
                </a:cubicBezTo>
                <a:cubicBezTo>
                  <a:pt x="30040" y="42975"/>
                  <a:pt x="26943" y="36946"/>
                  <a:pt x="23506" y="31114"/>
                </a:cubicBezTo>
                <a:cubicBezTo>
                  <a:pt x="21132" y="27077"/>
                  <a:pt x="18468" y="23206"/>
                  <a:pt x="15557" y="19531"/>
                </a:cubicBezTo>
                <a:close/>
                <a:moveTo>
                  <a:pt x="78311" y="25983"/>
                </a:moveTo>
                <a:cubicBezTo>
                  <a:pt x="71673" y="19118"/>
                  <a:pt x="64530" y="12759"/>
                  <a:pt x="56952" y="6947"/>
                </a:cubicBezTo>
                <a:lnTo>
                  <a:pt x="66553" y="0"/>
                </a:lnTo>
                <a:cubicBezTo>
                  <a:pt x="74099" y="5667"/>
                  <a:pt x="81232" y="11861"/>
                  <a:pt x="87912" y="1853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1" name="フリーフォーム: 図形 60">
            <a:extLst>
              <a:ext uri="{FF2B5EF4-FFF2-40B4-BE49-F238E27FC236}">
                <a16:creationId xmlns:a16="http://schemas.microsoft.com/office/drawing/2014/main" id="{C8A01FD0-5BE1-622D-8830-297D60EC4E1D}"/>
              </a:ext>
            </a:extLst>
          </p:cNvPr>
          <p:cNvSpPr/>
          <p:nvPr/>
        </p:nvSpPr>
        <p:spPr>
          <a:xfrm>
            <a:off x="5544220" y="4856189"/>
            <a:ext cx="111416" cy="139887"/>
          </a:xfrm>
          <a:custGeom>
            <a:avLst/>
            <a:gdLst>
              <a:gd name="connsiteX0" fmla="*/ 111417 w 111416"/>
              <a:gd name="connsiteY0" fmla="*/ 0 h 139887"/>
              <a:gd name="connsiteX1" fmla="*/ 111417 w 111416"/>
              <a:gd name="connsiteY1" fmla="*/ 139888 h 139887"/>
              <a:gd name="connsiteX2" fmla="*/ 98668 w 111416"/>
              <a:gd name="connsiteY2" fmla="*/ 139888 h 139887"/>
              <a:gd name="connsiteX3" fmla="*/ 98668 w 111416"/>
              <a:gd name="connsiteY3" fmla="*/ 128636 h 139887"/>
              <a:gd name="connsiteX4" fmla="*/ 12078 w 111416"/>
              <a:gd name="connsiteY4" fmla="*/ 128636 h 139887"/>
              <a:gd name="connsiteX5" fmla="*/ 12078 w 111416"/>
              <a:gd name="connsiteY5" fmla="*/ 139888 h 139887"/>
              <a:gd name="connsiteX6" fmla="*/ 0 w 111416"/>
              <a:gd name="connsiteY6" fmla="*/ 139888 h 139887"/>
              <a:gd name="connsiteX7" fmla="*/ 0 w 111416"/>
              <a:gd name="connsiteY7" fmla="*/ 0 h 139887"/>
              <a:gd name="connsiteX8" fmla="*/ 12078 w 111416"/>
              <a:gd name="connsiteY8" fmla="*/ 11923 h 139887"/>
              <a:gd name="connsiteX9" fmla="*/ 12078 w 111416"/>
              <a:gd name="connsiteY9" fmla="*/ 38732 h 139887"/>
              <a:gd name="connsiteX10" fmla="*/ 98668 w 111416"/>
              <a:gd name="connsiteY10" fmla="*/ 38732 h 139887"/>
              <a:gd name="connsiteX11" fmla="*/ 98668 w 111416"/>
              <a:gd name="connsiteY11" fmla="*/ 11923 h 139887"/>
              <a:gd name="connsiteX12" fmla="*/ 12078 w 111416"/>
              <a:gd name="connsiteY12" fmla="*/ 50490 h 139887"/>
              <a:gd name="connsiteX13" fmla="*/ 12078 w 111416"/>
              <a:gd name="connsiteY13" fmla="*/ 77640 h 139887"/>
              <a:gd name="connsiteX14" fmla="*/ 98668 w 111416"/>
              <a:gd name="connsiteY14" fmla="*/ 77640 h 139887"/>
              <a:gd name="connsiteX15" fmla="*/ 98668 w 111416"/>
              <a:gd name="connsiteY15" fmla="*/ 50490 h 139887"/>
              <a:gd name="connsiteX16" fmla="*/ 98668 w 111416"/>
              <a:gd name="connsiteY16" fmla="*/ 116548 h 139887"/>
              <a:gd name="connsiteX17" fmla="*/ 98668 w 111416"/>
              <a:gd name="connsiteY17" fmla="*/ 89398 h 139887"/>
              <a:gd name="connsiteX18" fmla="*/ 12078 w 111416"/>
              <a:gd name="connsiteY18" fmla="*/ 89398 h 139887"/>
              <a:gd name="connsiteX19" fmla="*/ 12078 w 111416"/>
              <a:gd name="connsiteY19" fmla="*/ 116548 h 139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1416" h="139887">
                <a:moveTo>
                  <a:pt x="111417" y="0"/>
                </a:moveTo>
                <a:lnTo>
                  <a:pt x="111417" y="139888"/>
                </a:lnTo>
                <a:lnTo>
                  <a:pt x="98668" y="139888"/>
                </a:lnTo>
                <a:lnTo>
                  <a:pt x="98668" y="128636"/>
                </a:lnTo>
                <a:lnTo>
                  <a:pt x="12078" y="128636"/>
                </a:lnTo>
                <a:lnTo>
                  <a:pt x="12078" y="139888"/>
                </a:lnTo>
                <a:lnTo>
                  <a:pt x="0" y="139888"/>
                </a:lnTo>
                <a:lnTo>
                  <a:pt x="0" y="0"/>
                </a:lnTo>
                <a:close/>
                <a:moveTo>
                  <a:pt x="12078" y="11923"/>
                </a:moveTo>
                <a:lnTo>
                  <a:pt x="12078" y="38732"/>
                </a:lnTo>
                <a:lnTo>
                  <a:pt x="98668" y="38732"/>
                </a:lnTo>
                <a:lnTo>
                  <a:pt x="98668" y="11923"/>
                </a:lnTo>
                <a:close/>
                <a:moveTo>
                  <a:pt x="12078" y="50490"/>
                </a:moveTo>
                <a:lnTo>
                  <a:pt x="12078" y="77640"/>
                </a:lnTo>
                <a:lnTo>
                  <a:pt x="98668" y="77640"/>
                </a:lnTo>
                <a:lnTo>
                  <a:pt x="98668" y="50490"/>
                </a:lnTo>
                <a:close/>
                <a:moveTo>
                  <a:pt x="98668" y="116548"/>
                </a:moveTo>
                <a:lnTo>
                  <a:pt x="98668" y="89398"/>
                </a:lnTo>
                <a:lnTo>
                  <a:pt x="12078" y="89398"/>
                </a:lnTo>
                <a:lnTo>
                  <a:pt x="12078" y="116548"/>
                </a:ln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2" name="フリーフォーム: 図形 61">
            <a:extLst>
              <a:ext uri="{FF2B5EF4-FFF2-40B4-BE49-F238E27FC236}">
                <a16:creationId xmlns:a16="http://schemas.microsoft.com/office/drawing/2014/main" id="{1DA1AB54-66C7-4C26-E091-71ED7A29BEF0}"/>
              </a:ext>
            </a:extLst>
          </p:cNvPr>
          <p:cNvSpPr/>
          <p:nvPr/>
        </p:nvSpPr>
        <p:spPr>
          <a:xfrm>
            <a:off x="5692439" y="4845928"/>
            <a:ext cx="147341" cy="143862"/>
          </a:xfrm>
          <a:custGeom>
            <a:avLst/>
            <a:gdLst>
              <a:gd name="connsiteX0" fmla="*/ 147341 w 147341"/>
              <a:gd name="connsiteY0" fmla="*/ 131774 h 143862"/>
              <a:gd name="connsiteX1" fmla="*/ 147341 w 147341"/>
              <a:gd name="connsiteY1" fmla="*/ 143862 h 143862"/>
              <a:gd name="connsiteX2" fmla="*/ 0 w 147341"/>
              <a:gd name="connsiteY2" fmla="*/ 143862 h 143862"/>
              <a:gd name="connsiteX3" fmla="*/ 0 w 147341"/>
              <a:gd name="connsiteY3" fmla="*/ 131774 h 143862"/>
              <a:gd name="connsiteX4" fmla="*/ 83596 w 147341"/>
              <a:gd name="connsiteY4" fmla="*/ 131774 h 143862"/>
              <a:gd name="connsiteX5" fmla="*/ 105946 w 147341"/>
              <a:gd name="connsiteY5" fmla="*/ 51977 h 143862"/>
              <a:gd name="connsiteX6" fmla="*/ 119861 w 147341"/>
              <a:gd name="connsiteY6" fmla="*/ 54630 h 143862"/>
              <a:gd name="connsiteX7" fmla="*/ 96345 w 147341"/>
              <a:gd name="connsiteY7" fmla="*/ 131774 h 143862"/>
              <a:gd name="connsiteX8" fmla="*/ 142541 w 147341"/>
              <a:gd name="connsiteY8" fmla="*/ 44203 h 143862"/>
              <a:gd name="connsiteX9" fmla="*/ 5461 w 147341"/>
              <a:gd name="connsiteY9" fmla="*/ 44203 h 143862"/>
              <a:gd name="connsiteX10" fmla="*/ 5461 w 147341"/>
              <a:gd name="connsiteY10" fmla="*/ 32280 h 143862"/>
              <a:gd name="connsiteX11" fmla="*/ 66883 w 147341"/>
              <a:gd name="connsiteY11" fmla="*/ 32280 h 143862"/>
              <a:gd name="connsiteX12" fmla="*/ 66883 w 147341"/>
              <a:gd name="connsiteY12" fmla="*/ 0 h 143862"/>
              <a:gd name="connsiteX13" fmla="*/ 79457 w 147341"/>
              <a:gd name="connsiteY13" fmla="*/ 0 h 143862"/>
              <a:gd name="connsiteX14" fmla="*/ 79457 w 147341"/>
              <a:gd name="connsiteY14" fmla="*/ 32280 h 143862"/>
              <a:gd name="connsiteX15" fmla="*/ 142541 w 147341"/>
              <a:gd name="connsiteY15" fmla="*/ 32280 h 143862"/>
              <a:gd name="connsiteX16" fmla="*/ 42882 w 147341"/>
              <a:gd name="connsiteY16" fmla="*/ 123495 h 143862"/>
              <a:gd name="connsiteX17" fmla="*/ 27645 w 147341"/>
              <a:gd name="connsiteY17" fmla="*/ 55951 h 143862"/>
              <a:gd name="connsiteX18" fmla="*/ 39062 w 147341"/>
              <a:gd name="connsiteY18" fmla="*/ 52978 h 143862"/>
              <a:gd name="connsiteX19" fmla="*/ 55290 w 147341"/>
              <a:gd name="connsiteY19" fmla="*/ 120522 h 143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7341" h="143862">
                <a:moveTo>
                  <a:pt x="147341" y="131774"/>
                </a:moveTo>
                <a:lnTo>
                  <a:pt x="147341" y="143862"/>
                </a:lnTo>
                <a:lnTo>
                  <a:pt x="0" y="143862"/>
                </a:lnTo>
                <a:lnTo>
                  <a:pt x="0" y="131774"/>
                </a:lnTo>
                <a:lnTo>
                  <a:pt x="83596" y="131774"/>
                </a:lnTo>
                <a:cubicBezTo>
                  <a:pt x="93062" y="105780"/>
                  <a:pt x="100536" y="79106"/>
                  <a:pt x="105946" y="51977"/>
                </a:cubicBezTo>
                <a:lnTo>
                  <a:pt x="119861" y="54630"/>
                </a:lnTo>
                <a:cubicBezTo>
                  <a:pt x="113388" y="80737"/>
                  <a:pt x="105543" y="106493"/>
                  <a:pt x="96345" y="131774"/>
                </a:cubicBezTo>
                <a:close/>
                <a:moveTo>
                  <a:pt x="142541" y="44203"/>
                </a:moveTo>
                <a:lnTo>
                  <a:pt x="5461" y="44203"/>
                </a:lnTo>
                <a:lnTo>
                  <a:pt x="5461" y="32280"/>
                </a:lnTo>
                <a:lnTo>
                  <a:pt x="66883" y="32280"/>
                </a:lnTo>
                <a:lnTo>
                  <a:pt x="66883" y="0"/>
                </a:lnTo>
                <a:lnTo>
                  <a:pt x="79457" y="0"/>
                </a:lnTo>
                <a:lnTo>
                  <a:pt x="79457" y="32280"/>
                </a:lnTo>
                <a:lnTo>
                  <a:pt x="142541" y="32280"/>
                </a:lnTo>
                <a:close/>
                <a:moveTo>
                  <a:pt x="42882" y="123495"/>
                </a:moveTo>
                <a:cubicBezTo>
                  <a:pt x="40962" y="100382"/>
                  <a:pt x="35831" y="77650"/>
                  <a:pt x="27645" y="55951"/>
                </a:cubicBezTo>
                <a:lnTo>
                  <a:pt x="39062" y="52978"/>
                </a:lnTo>
                <a:cubicBezTo>
                  <a:pt x="47620" y="74615"/>
                  <a:pt x="53081" y="97357"/>
                  <a:pt x="55290" y="120522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3" name="フリーフォーム: 図形 62">
            <a:extLst>
              <a:ext uri="{FF2B5EF4-FFF2-40B4-BE49-F238E27FC236}">
                <a16:creationId xmlns:a16="http://schemas.microsoft.com/office/drawing/2014/main" id="{0C5B1664-93C2-35F8-C717-2C9B873A5924}"/>
              </a:ext>
            </a:extLst>
          </p:cNvPr>
          <p:cNvSpPr/>
          <p:nvPr/>
        </p:nvSpPr>
        <p:spPr>
          <a:xfrm>
            <a:off x="5867973" y="4854372"/>
            <a:ext cx="120852" cy="135635"/>
          </a:xfrm>
          <a:custGeom>
            <a:avLst/>
            <a:gdLst>
              <a:gd name="connsiteX0" fmla="*/ 110261 w 120852"/>
              <a:gd name="connsiteY0" fmla="*/ 28801 h 135635"/>
              <a:gd name="connsiteX1" fmla="*/ 43873 w 120852"/>
              <a:gd name="connsiteY1" fmla="*/ 35759 h 135635"/>
              <a:gd name="connsiteX2" fmla="*/ 33601 w 120852"/>
              <a:gd name="connsiteY2" fmla="*/ 74491 h 135635"/>
              <a:gd name="connsiteX3" fmla="*/ 79467 w 120852"/>
              <a:gd name="connsiteY3" fmla="*/ 60256 h 135635"/>
              <a:gd name="connsiteX4" fmla="*/ 120852 w 120852"/>
              <a:gd name="connsiteY4" fmla="*/ 92866 h 135635"/>
              <a:gd name="connsiteX5" fmla="*/ 36420 w 120852"/>
              <a:gd name="connsiteY5" fmla="*/ 134427 h 135635"/>
              <a:gd name="connsiteX6" fmla="*/ 32776 w 120852"/>
              <a:gd name="connsiteY6" fmla="*/ 121337 h 135635"/>
              <a:gd name="connsiteX7" fmla="*/ 107277 w 120852"/>
              <a:gd name="connsiteY7" fmla="*/ 93197 h 135635"/>
              <a:gd name="connsiteX8" fmla="*/ 78135 w 120852"/>
              <a:gd name="connsiteY8" fmla="*/ 71673 h 135635"/>
              <a:gd name="connsiteX9" fmla="*/ 29803 w 120852"/>
              <a:gd name="connsiteY9" fmla="*/ 91215 h 135635"/>
              <a:gd name="connsiteX10" fmla="*/ 24672 w 120852"/>
              <a:gd name="connsiteY10" fmla="*/ 98823 h 135635"/>
              <a:gd name="connsiteX11" fmla="*/ 12419 w 120852"/>
              <a:gd name="connsiteY11" fmla="*/ 94363 h 135635"/>
              <a:gd name="connsiteX12" fmla="*/ 31454 w 120852"/>
              <a:gd name="connsiteY12" fmla="*/ 36089 h 135635"/>
              <a:gd name="connsiteX13" fmla="*/ 31289 w 120852"/>
              <a:gd name="connsiteY13" fmla="*/ 36089 h 135635"/>
              <a:gd name="connsiteX14" fmla="*/ 165 w 120852"/>
              <a:gd name="connsiteY14" fmla="*/ 34592 h 135635"/>
              <a:gd name="connsiteX15" fmla="*/ 0 w 120852"/>
              <a:gd name="connsiteY15" fmla="*/ 21513 h 135635"/>
              <a:gd name="connsiteX16" fmla="*/ 31124 w 120852"/>
              <a:gd name="connsiteY16" fmla="*/ 24331 h 135635"/>
              <a:gd name="connsiteX17" fmla="*/ 33777 w 120852"/>
              <a:gd name="connsiteY17" fmla="*/ 24331 h 135635"/>
              <a:gd name="connsiteX18" fmla="*/ 35429 w 120852"/>
              <a:gd name="connsiteY18" fmla="*/ 13575 h 135635"/>
              <a:gd name="connsiteX19" fmla="*/ 36255 w 120852"/>
              <a:gd name="connsiteY19" fmla="*/ 0 h 135635"/>
              <a:gd name="connsiteX20" fmla="*/ 50996 w 120852"/>
              <a:gd name="connsiteY20" fmla="*/ 826 h 135635"/>
              <a:gd name="connsiteX21" fmla="*/ 48013 w 120852"/>
              <a:gd name="connsiteY21" fmla="*/ 14566 h 135635"/>
              <a:gd name="connsiteX22" fmla="*/ 46185 w 120852"/>
              <a:gd name="connsiteY22" fmla="*/ 24001 h 135635"/>
              <a:gd name="connsiteX23" fmla="*/ 110095 w 120852"/>
              <a:gd name="connsiteY23" fmla="*/ 16052 h 135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0852" h="135635">
                <a:moveTo>
                  <a:pt x="110261" y="28801"/>
                </a:moveTo>
                <a:cubicBezTo>
                  <a:pt x="88293" y="32518"/>
                  <a:pt x="66119" y="34840"/>
                  <a:pt x="43873" y="35759"/>
                </a:cubicBezTo>
                <a:cubicBezTo>
                  <a:pt x="41220" y="48859"/>
                  <a:pt x="37793" y="61794"/>
                  <a:pt x="33601" y="74491"/>
                </a:cubicBezTo>
                <a:cubicBezTo>
                  <a:pt x="46856" y="64715"/>
                  <a:pt x="63012" y="59698"/>
                  <a:pt x="79467" y="60256"/>
                </a:cubicBezTo>
                <a:cubicBezTo>
                  <a:pt x="105626" y="60256"/>
                  <a:pt x="120852" y="73665"/>
                  <a:pt x="120852" y="92866"/>
                </a:cubicBezTo>
                <a:cubicBezTo>
                  <a:pt x="120852" y="126974"/>
                  <a:pt x="86084" y="139888"/>
                  <a:pt x="36420" y="134427"/>
                </a:cubicBezTo>
                <a:lnTo>
                  <a:pt x="32776" y="121337"/>
                </a:lnTo>
                <a:cubicBezTo>
                  <a:pt x="70527" y="126644"/>
                  <a:pt x="107277" y="120016"/>
                  <a:pt x="107277" y="93197"/>
                </a:cubicBezTo>
                <a:cubicBezTo>
                  <a:pt x="107277" y="80943"/>
                  <a:pt x="97347" y="71673"/>
                  <a:pt x="78135" y="71673"/>
                </a:cubicBezTo>
                <a:cubicBezTo>
                  <a:pt x="59925" y="70713"/>
                  <a:pt x="42221" y="77867"/>
                  <a:pt x="29803" y="91215"/>
                </a:cubicBezTo>
                <a:cubicBezTo>
                  <a:pt x="27759" y="93506"/>
                  <a:pt x="26024" y="96067"/>
                  <a:pt x="24672" y="98823"/>
                </a:cubicBezTo>
                <a:lnTo>
                  <a:pt x="12419" y="94363"/>
                </a:lnTo>
                <a:cubicBezTo>
                  <a:pt x="20956" y="75720"/>
                  <a:pt x="27335" y="56168"/>
                  <a:pt x="31454" y="36089"/>
                </a:cubicBezTo>
                <a:lnTo>
                  <a:pt x="31289" y="36089"/>
                </a:lnTo>
                <a:cubicBezTo>
                  <a:pt x="20202" y="36089"/>
                  <a:pt x="9600" y="35418"/>
                  <a:pt x="165" y="34592"/>
                </a:cubicBezTo>
                <a:lnTo>
                  <a:pt x="0" y="21513"/>
                </a:lnTo>
                <a:cubicBezTo>
                  <a:pt x="10292" y="23247"/>
                  <a:pt x="20698" y="24197"/>
                  <a:pt x="31124" y="24331"/>
                </a:cubicBezTo>
                <a:lnTo>
                  <a:pt x="33777" y="24331"/>
                </a:lnTo>
                <a:cubicBezTo>
                  <a:pt x="34603" y="20027"/>
                  <a:pt x="35098" y="16383"/>
                  <a:pt x="35429" y="13575"/>
                </a:cubicBezTo>
                <a:cubicBezTo>
                  <a:pt x="36172" y="9084"/>
                  <a:pt x="36451" y="4542"/>
                  <a:pt x="36255" y="0"/>
                </a:cubicBezTo>
                <a:lnTo>
                  <a:pt x="50996" y="826"/>
                </a:lnTo>
                <a:cubicBezTo>
                  <a:pt x="49829" y="5131"/>
                  <a:pt x="48838" y="10261"/>
                  <a:pt x="48013" y="14566"/>
                </a:cubicBezTo>
                <a:cubicBezTo>
                  <a:pt x="47517" y="17054"/>
                  <a:pt x="47011" y="20357"/>
                  <a:pt x="46185" y="24001"/>
                </a:cubicBezTo>
                <a:cubicBezTo>
                  <a:pt x="67678" y="23134"/>
                  <a:pt x="89047" y="20471"/>
                  <a:pt x="110095" y="16052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4" name="フリーフォーム: 図形 63">
            <a:extLst>
              <a:ext uri="{FF2B5EF4-FFF2-40B4-BE49-F238E27FC236}">
                <a16:creationId xmlns:a16="http://schemas.microsoft.com/office/drawing/2014/main" id="{C82FD329-0AA5-E805-C8BB-ABFA33210DA6}"/>
              </a:ext>
            </a:extLst>
          </p:cNvPr>
          <p:cNvSpPr/>
          <p:nvPr/>
        </p:nvSpPr>
        <p:spPr>
          <a:xfrm>
            <a:off x="6024966" y="4851223"/>
            <a:ext cx="139888" cy="140879"/>
          </a:xfrm>
          <a:custGeom>
            <a:avLst/>
            <a:gdLst>
              <a:gd name="connsiteX0" fmla="*/ 29142 w 139888"/>
              <a:gd name="connsiteY0" fmla="*/ 14235 h 140879"/>
              <a:gd name="connsiteX1" fmla="*/ 34933 w 139888"/>
              <a:gd name="connsiteY1" fmla="*/ 24992 h 140879"/>
              <a:gd name="connsiteX2" fmla="*/ 44369 w 139888"/>
              <a:gd name="connsiteY2" fmla="*/ 43863 h 140879"/>
              <a:gd name="connsiteX3" fmla="*/ 103303 w 139888"/>
              <a:gd name="connsiteY3" fmla="*/ 26324 h 140879"/>
              <a:gd name="connsiteX4" fmla="*/ 139888 w 139888"/>
              <a:gd name="connsiteY4" fmla="*/ 57283 h 140879"/>
              <a:gd name="connsiteX5" fmla="*/ 102147 w 139888"/>
              <a:gd name="connsiteY5" fmla="*/ 90554 h 140879"/>
              <a:gd name="connsiteX6" fmla="*/ 77650 w 139888"/>
              <a:gd name="connsiteY6" fmla="*/ 85919 h 140879"/>
              <a:gd name="connsiteX7" fmla="*/ 78135 w 139888"/>
              <a:gd name="connsiteY7" fmla="*/ 72674 h 140879"/>
              <a:gd name="connsiteX8" fmla="*/ 101321 w 139888"/>
              <a:gd name="connsiteY8" fmla="*/ 78135 h 140879"/>
              <a:gd name="connsiteX9" fmla="*/ 126644 w 139888"/>
              <a:gd name="connsiteY9" fmla="*/ 56777 h 140879"/>
              <a:gd name="connsiteX10" fmla="*/ 102808 w 139888"/>
              <a:gd name="connsiteY10" fmla="*/ 38071 h 140879"/>
              <a:gd name="connsiteX11" fmla="*/ 49499 w 139888"/>
              <a:gd name="connsiteY11" fmla="*/ 54630 h 140879"/>
              <a:gd name="connsiteX12" fmla="*/ 55786 w 139888"/>
              <a:gd name="connsiteY12" fmla="*/ 68205 h 140879"/>
              <a:gd name="connsiteX13" fmla="*/ 80623 w 139888"/>
              <a:gd name="connsiteY13" fmla="*/ 137070 h 140879"/>
              <a:gd name="connsiteX14" fmla="*/ 66388 w 139888"/>
              <a:gd name="connsiteY14" fmla="*/ 140879 h 140879"/>
              <a:gd name="connsiteX15" fmla="*/ 44038 w 139888"/>
              <a:gd name="connsiteY15" fmla="*/ 73665 h 140879"/>
              <a:gd name="connsiteX16" fmla="*/ 37917 w 139888"/>
              <a:gd name="connsiteY16" fmla="*/ 60090 h 140879"/>
              <a:gd name="connsiteX17" fmla="*/ 6462 w 139888"/>
              <a:gd name="connsiteY17" fmla="*/ 75482 h 140879"/>
              <a:gd name="connsiteX18" fmla="*/ 0 w 139888"/>
              <a:gd name="connsiteY18" fmla="*/ 61907 h 140879"/>
              <a:gd name="connsiteX19" fmla="*/ 13575 w 139888"/>
              <a:gd name="connsiteY19" fmla="*/ 57438 h 140879"/>
              <a:gd name="connsiteX20" fmla="*/ 32776 w 139888"/>
              <a:gd name="connsiteY20" fmla="*/ 49169 h 140879"/>
              <a:gd name="connsiteX21" fmla="*/ 23516 w 139888"/>
              <a:gd name="connsiteY21" fmla="*/ 31124 h 140879"/>
              <a:gd name="connsiteX22" fmla="*/ 15567 w 139888"/>
              <a:gd name="connsiteY22" fmla="*/ 19531 h 140879"/>
              <a:gd name="connsiteX23" fmla="*/ 78311 w 139888"/>
              <a:gd name="connsiteY23" fmla="*/ 25983 h 140879"/>
              <a:gd name="connsiteX24" fmla="*/ 56952 w 139888"/>
              <a:gd name="connsiteY24" fmla="*/ 6947 h 140879"/>
              <a:gd name="connsiteX25" fmla="*/ 66553 w 139888"/>
              <a:gd name="connsiteY25" fmla="*/ 0 h 140879"/>
              <a:gd name="connsiteX26" fmla="*/ 87912 w 139888"/>
              <a:gd name="connsiteY26" fmla="*/ 18540 h 140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39888" h="140879">
                <a:moveTo>
                  <a:pt x="29142" y="14235"/>
                </a:moveTo>
                <a:cubicBezTo>
                  <a:pt x="30464" y="16888"/>
                  <a:pt x="33282" y="22184"/>
                  <a:pt x="34933" y="24992"/>
                </a:cubicBezTo>
                <a:cubicBezTo>
                  <a:pt x="37741" y="30463"/>
                  <a:pt x="41055" y="37080"/>
                  <a:pt x="44369" y="43863"/>
                </a:cubicBezTo>
                <a:cubicBezTo>
                  <a:pt x="62744" y="34386"/>
                  <a:pt x="82740" y="28440"/>
                  <a:pt x="103303" y="26324"/>
                </a:cubicBezTo>
                <a:cubicBezTo>
                  <a:pt x="125983" y="26324"/>
                  <a:pt x="139888" y="39393"/>
                  <a:pt x="139888" y="57283"/>
                </a:cubicBezTo>
                <a:cubicBezTo>
                  <a:pt x="139888" y="76153"/>
                  <a:pt x="127800" y="90554"/>
                  <a:pt x="102147" y="90554"/>
                </a:cubicBezTo>
                <a:cubicBezTo>
                  <a:pt x="93775" y="90420"/>
                  <a:pt x="85485" y="88851"/>
                  <a:pt x="77650" y="85919"/>
                </a:cubicBezTo>
                <a:lnTo>
                  <a:pt x="78135" y="72674"/>
                </a:lnTo>
                <a:cubicBezTo>
                  <a:pt x="85362" y="76184"/>
                  <a:pt x="93279" y="78053"/>
                  <a:pt x="101321" y="78135"/>
                </a:cubicBezTo>
                <a:cubicBezTo>
                  <a:pt x="119366" y="78135"/>
                  <a:pt x="126644" y="68370"/>
                  <a:pt x="126644" y="56777"/>
                </a:cubicBezTo>
                <a:cubicBezTo>
                  <a:pt x="126644" y="46846"/>
                  <a:pt x="119035" y="38071"/>
                  <a:pt x="102808" y="38071"/>
                </a:cubicBezTo>
                <a:cubicBezTo>
                  <a:pt x="84154" y="40167"/>
                  <a:pt x="66058" y="45783"/>
                  <a:pt x="49499" y="54630"/>
                </a:cubicBezTo>
                <a:cubicBezTo>
                  <a:pt x="51647" y="59099"/>
                  <a:pt x="53804" y="63734"/>
                  <a:pt x="55786" y="68205"/>
                </a:cubicBezTo>
                <a:cubicBezTo>
                  <a:pt x="64736" y="88396"/>
                  <a:pt x="74997" y="119025"/>
                  <a:pt x="80623" y="137070"/>
                </a:cubicBezTo>
                <a:lnTo>
                  <a:pt x="66388" y="140879"/>
                </a:lnTo>
                <a:cubicBezTo>
                  <a:pt x="60586" y="117962"/>
                  <a:pt x="53123" y="95499"/>
                  <a:pt x="44038" y="73665"/>
                </a:cubicBezTo>
                <a:cubicBezTo>
                  <a:pt x="42046" y="69030"/>
                  <a:pt x="39899" y="64395"/>
                  <a:pt x="37917" y="60090"/>
                </a:cubicBezTo>
                <a:cubicBezTo>
                  <a:pt x="25333" y="66212"/>
                  <a:pt x="13905" y="72179"/>
                  <a:pt x="6462" y="75482"/>
                </a:cubicBezTo>
                <a:lnTo>
                  <a:pt x="0" y="61907"/>
                </a:lnTo>
                <a:cubicBezTo>
                  <a:pt x="4801" y="60586"/>
                  <a:pt x="10602" y="58604"/>
                  <a:pt x="13575" y="57438"/>
                </a:cubicBezTo>
                <a:cubicBezTo>
                  <a:pt x="19036" y="55290"/>
                  <a:pt x="25663" y="52307"/>
                  <a:pt x="32776" y="49169"/>
                </a:cubicBezTo>
                <a:cubicBezTo>
                  <a:pt x="30040" y="42975"/>
                  <a:pt x="26943" y="36956"/>
                  <a:pt x="23516" y="31124"/>
                </a:cubicBezTo>
                <a:cubicBezTo>
                  <a:pt x="21131" y="27077"/>
                  <a:pt x="18468" y="23206"/>
                  <a:pt x="15567" y="19531"/>
                </a:cubicBezTo>
                <a:close/>
                <a:moveTo>
                  <a:pt x="78311" y="25983"/>
                </a:moveTo>
                <a:cubicBezTo>
                  <a:pt x="71673" y="19118"/>
                  <a:pt x="64530" y="12759"/>
                  <a:pt x="56952" y="6947"/>
                </a:cubicBezTo>
                <a:lnTo>
                  <a:pt x="66553" y="0"/>
                </a:lnTo>
                <a:cubicBezTo>
                  <a:pt x="74099" y="5667"/>
                  <a:pt x="81232" y="11871"/>
                  <a:pt x="87912" y="1854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5" name="フリーフォーム: 図形 64">
            <a:extLst>
              <a:ext uri="{FF2B5EF4-FFF2-40B4-BE49-F238E27FC236}">
                <a16:creationId xmlns:a16="http://schemas.microsoft.com/office/drawing/2014/main" id="{3AAC8C55-0F18-1D3B-8345-066AEF67BE59}"/>
              </a:ext>
            </a:extLst>
          </p:cNvPr>
          <p:cNvSpPr/>
          <p:nvPr/>
        </p:nvSpPr>
        <p:spPr>
          <a:xfrm>
            <a:off x="6196525" y="4853701"/>
            <a:ext cx="136584" cy="138731"/>
          </a:xfrm>
          <a:custGeom>
            <a:avLst/>
            <a:gdLst>
              <a:gd name="connsiteX0" fmla="*/ 86094 w 136584"/>
              <a:gd name="connsiteY0" fmla="*/ 32621 h 138731"/>
              <a:gd name="connsiteX1" fmla="*/ 86425 w 136584"/>
              <a:gd name="connsiteY1" fmla="*/ 59430 h 138731"/>
              <a:gd name="connsiteX2" fmla="*/ 91720 w 136584"/>
              <a:gd name="connsiteY2" fmla="*/ 80458 h 138731"/>
              <a:gd name="connsiteX3" fmla="*/ 42882 w 136584"/>
              <a:gd name="connsiteY3" fmla="*/ 138732 h 138731"/>
              <a:gd name="connsiteX4" fmla="*/ 31465 w 136584"/>
              <a:gd name="connsiteY4" fmla="*/ 127645 h 138731"/>
              <a:gd name="connsiteX5" fmla="*/ 74997 w 136584"/>
              <a:gd name="connsiteY5" fmla="*/ 99174 h 138731"/>
              <a:gd name="connsiteX6" fmla="*/ 60927 w 136584"/>
              <a:gd name="connsiteY6" fmla="*/ 103303 h 138731"/>
              <a:gd name="connsiteX7" fmla="*/ 33767 w 136584"/>
              <a:gd name="connsiteY7" fmla="*/ 77671 h 138731"/>
              <a:gd name="connsiteX8" fmla="*/ 33777 w 136584"/>
              <a:gd name="connsiteY8" fmla="*/ 75823 h 138731"/>
              <a:gd name="connsiteX9" fmla="*/ 62744 w 136584"/>
              <a:gd name="connsiteY9" fmla="*/ 47187 h 138731"/>
              <a:gd name="connsiteX10" fmla="*/ 73676 w 136584"/>
              <a:gd name="connsiteY10" fmla="*/ 49004 h 138731"/>
              <a:gd name="connsiteX11" fmla="*/ 73511 w 136584"/>
              <a:gd name="connsiteY11" fmla="*/ 32776 h 138731"/>
              <a:gd name="connsiteX12" fmla="*/ 330 w 136584"/>
              <a:gd name="connsiteY12" fmla="*/ 35594 h 138731"/>
              <a:gd name="connsiteX13" fmla="*/ 0 w 136584"/>
              <a:gd name="connsiteY13" fmla="*/ 22680 h 138731"/>
              <a:gd name="connsiteX14" fmla="*/ 73345 w 136584"/>
              <a:gd name="connsiteY14" fmla="*/ 21028 h 138731"/>
              <a:gd name="connsiteX15" fmla="*/ 73005 w 136584"/>
              <a:gd name="connsiteY15" fmla="*/ 10271 h 138731"/>
              <a:gd name="connsiteX16" fmla="*/ 72014 w 136584"/>
              <a:gd name="connsiteY16" fmla="*/ 0 h 138731"/>
              <a:gd name="connsiteX17" fmla="*/ 87086 w 136584"/>
              <a:gd name="connsiteY17" fmla="*/ 0 h 138731"/>
              <a:gd name="connsiteX18" fmla="*/ 86259 w 136584"/>
              <a:gd name="connsiteY18" fmla="*/ 10271 h 138731"/>
              <a:gd name="connsiteX19" fmla="*/ 86094 w 136584"/>
              <a:gd name="connsiteY19" fmla="*/ 20863 h 138731"/>
              <a:gd name="connsiteX20" fmla="*/ 88572 w 136584"/>
              <a:gd name="connsiteY20" fmla="*/ 20863 h 138731"/>
              <a:gd name="connsiteX21" fmla="*/ 136584 w 136584"/>
              <a:gd name="connsiteY21" fmla="*/ 21028 h 138731"/>
              <a:gd name="connsiteX22" fmla="*/ 136419 w 136584"/>
              <a:gd name="connsiteY22" fmla="*/ 33447 h 138731"/>
              <a:gd name="connsiteX23" fmla="*/ 88242 w 136584"/>
              <a:gd name="connsiteY23" fmla="*/ 32621 h 138731"/>
              <a:gd name="connsiteX24" fmla="*/ 77320 w 136584"/>
              <a:gd name="connsiteY24" fmla="*/ 68545 h 138731"/>
              <a:gd name="connsiteX25" fmla="*/ 62744 w 136584"/>
              <a:gd name="connsiteY25" fmla="*/ 58439 h 138731"/>
              <a:gd name="connsiteX26" fmla="*/ 46185 w 136584"/>
              <a:gd name="connsiteY26" fmla="*/ 75173 h 138731"/>
              <a:gd name="connsiteX27" fmla="*/ 46196 w 136584"/>
              <a:gd name="connsiteY27" fmla="*/ 75658 h 138731"/>
              <a:gd name="connsiteX28" fmla="*/ 61474 w 136584"/>
              <a:gd name="connsiteY28" fmla="*/ 91907 h 138731"/>
              <a:gd name="connsiteX29" fmla="*/ 62909 w 136584"/>
              <a:gd name="connsiteY29" fmla="*/ 91886 h 138731"/>
              <a:gd name="connsiteX30" fmla="*/ 77320 w 136584"/>
              <a:gd name="connsiteY30" fmla="*/ 68545 h 138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36584" h="138731">
                <a:moveTo>
                  <a:pt x="86094" y="32621"/>
                </a:moveTo>
                <a:cubicBezTo>
                  <a:pt x="86094" y="41891"/>
                  <a:pt x="86259" y="51987"/>
                  <a:pt x="86425" y="59430"/>
                </a:cubicBezTo>
                <a:cubicBezTo>
                  <a:pt x="90089" y="65820"/>
                  <a:pt x="91927" y="73098"/>
                  <a:pt x="91720" y="80458"/>
                </a:cubicBezTo>
                <a:cubicBezTo>
                  <a:pt x="91720" y="102642"/>
                  <a:pt x="80964" y="127315"/>
                  <a:pt x="42882" y="138732"/>
                </a:cubicBezTo>
                <a:lnTo>
                  <a:pt x="31465" y="127645"/>
                </a:lnTo>
                <a:cubicBezTo>
                  <a:pt x="52978" y="122669"/>
                  <a:pt x="68215" y="113740"/>
                  <a:pt x="74997" y="99174"/>
                </a:cubicBezTo>
                <a:cubicBezTo>
                  <a:pt x="70868" y="102013"/>
                  <a:pt x="65944" y="103458"/>
                  <a:pt x="60927" y="103303"/>
                </a:cubicBezTo>
                <a:cubicBezTo>
                  <a:pt x="46351" y="103726"/>
                  <a:pt x="34190" y="92257"/>
                  <a:pt x="33767" y="77671"/>
                </a:cubicBezTo>
                <a:cubicBezTo>
                  <a:pt x="33746" y="77062"/>
                  <a:pt x="33756" y="76442"/>
                  <a:pt x="33777" y="75823"/>
                </a:cubicBezTo>
                <a:cubicBezTo>
                  <a:pt x="33880" y="59925"/>
                  <a:pt x="46846" y="47104"/>
                  <a:pt x="62744" y="47187"/>
                </a:cubicBezTo>
                <a:cubicBezTo>
                  <a:pt x="66470" y="47166"/>
                  <a:pt x="70166" y="47785"/>
                  <a:pt x="73676" y="49004"/>
                </a:cubicBezTo>
                <a:cubicBezTo>
                  <a:pt x="73676" y="44204"/>
                  <a:pt x="73676" y="38412"/>
                  <a:pt x="73511" y="32776"/>
                </a:cubicBezTo>
                <a:cubicBezTo>
                  <a:pt x="48673" y="32951"/>
                  <a:pt x="20863" y="34107"/>
                  <a:pt x="330" y="35594"/>
                </a:cubicBezTo>
                <a:lnTo>
                  <a:pt x="0" y="22680"/>
                </a:lnTo>
                <a:cubicBezTo>
                  <a:pt x="18210" y="22350"/>
                  <a:pt x="49003" y="21358"/>
                  <a:pt x="73345" y="21028"/>
                </a:cubicBezTo>
                <a:cubicBezTo>
                  <a:pt x="73345" y="16393"/>
                  <a:pt x="73180" y="12584"/>
                  <a:pt x="73005" y="10271"/>
                </a:cubicBezTo>
                <a:cubicBezTo>
                  <a:pt x="72850" y="6792"/>
                  <a:pt x="72344" y="1992"/>
                  <a:pt x="72014" y="0"/>
                </a:cubicBezTo>
                <a:lnTo>
                  <a:pt x="87086" y="0"/>
                </a:lnTo>
                <a:lnTo>
                  <a:pt x="86259" y="10271"/>
                </a:lnTo>
                <a:cubicBezTo>
                  <a:pt x="86259" y="12749"/>
                  <a:pt x="86094" y="16558"/>
                  <a:pt x="86094" y="20863"/>
                </a:cubicBezTo>
                <a:lnTo>
                  <a:pt x="88572" y="20863"/>
                </a:lnTo>
                <a:cubicBezTo>
                  <a:pt x="108444" y="20863"/>
                  <a:pt x="128636" y="21028"/>
                  <a:pt x="136584" y="21028"/>
                </a:cubicBezTo>
                <a:lnTo>
                  <a:pt x="136419" y="33447"/>
                </a:lnTo>
                <a:cubicBezTo>
                  <a:pt x="127149" y="32951"/>
                  <a:pt x="112243" y="32621"/>
                  <a:pt x="88242" y="32621"/>
                </a:cubicBezTo>
                <a:close/>
                <a:moveTo>
                  <a:pt x="77320" y="68545"/>
                </a:moveTo>
                <a:cubicBezTo>
                  <a:pt x="75307" y="62269"/>
                  <a:pt x="69330" y="58119"/>
                  <a:pt x="62744" y="58439"/>
                </a:cubicBezTo>
                <a:cubicBezTo>
                  <a:pt x="53556" y="58490"/>
                  <a:pt x="46134" y="65975"/>
                  <a:pt x="46185" y="75173"/>
                </a:cubicBezTo>
                <a:cubicBezTo>
                  <a:pt x="46185" y="75338"/>
                  <a:pt x="46185" y="75503"/>
                  <a:pt x="46196" y="75658"/>
                </a:cubicBezTo>
                <a:cubicBezTo>
                  <a:pt x="45927" y="84371"/>
                  <a:pt x="52761" y="91638"/>
                  <a:pt x="61474" y="91907"/>
                </a:cubicBezTo>
                <a:cubicBezTo>
                  <a:pt x="61949" y="91927"/>
                  <a:pt x="62434" y="91917"/>
                  <a:pt x="62909" y="91886"/>
                </a:cubicBezTo>
                <a:cubicBezTo>
                  <a:pt x="72520" y="91886"/>
                  <a:pt x="78806" y="84102"/>
                  <a:pt x="77320" y="68545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6" name="フリーフォーム: 図形 65">
            <a:extLst>
              <a:ext uri="{FF2B5EF4-FFF2-40B4-BE49-F238E27FC236}">
                <a16:creationId xmlns:a16="http://schemas.microsoft.com/office/drawing/2014/main" id="{E619B091-BA32-0B69-33FC-F2BD091C0568}"/>
              </a:ext>
            </a:extLst>
          </p:cNvPr>
          <p:cNvSpPr/>
          <p:nvPr/>
        </p:nvSpPr>
        <p:spPr>
          <a:xfrm>
            <a:off x="6371563" y="4852875"/>
            <a:ext cx="114069" cy="137760"/>
          </a:xfrm>
          <a:custGeom>
            <a:avLst/>
            <a:gdLst>
              <a:gd name="connsiteX0" fmla="*/ 114070 w 114069"/>
              <a:gd name="connsiteY0" fmla="*/ 31785 h 137760"/>
              <a:gd name="connsiteX1" fmla="*/ 83111 w 114069"/>
              <a:gd name="connsiteY1" fmla="*/ 38577 h 137760"/>
              <a:gd name="connsiteX2" fmla="*/ 105130 w 114069"/>
              <a:gd name="connsiteY2" fmla="*/ 84432 h 137760"/>
              <a:gd name="connsiteX3" fmla="*/ 97512 w 114069"/>
              <a:gd name="connsiteY3" fmla="*/ 92381 h 137760"/>
              <a:gd name="connsiteX4" fmla="*/ 63580 w 114069"/>
              <a:gd name="connsiteY4" fmla="*/ 87571 h 137760"/>
              <a:gd name="connsiteX5" fmla="*/ 64901 w 114069"/>
              <a:gd name="connsiteY5" fmla="*/ 76814 h 137760"/>
              <a:gd name="connsiteX6" fmla="*/ 88077 w 114069"/>
              <a:gd name="connsiteY6" fmla="*/ 79137 h 137760"/>
              <a:gd name="connsiteX7" fmla="*/ 70197 w 114069"/>
              <a:gd name="connsiteY7" fmla="*/ 40559 h 137760"/>
              <a:gd name="connsiteX8" fmla="*/ 506 w 114069"/>
              <a:gd name="connsiteY8" fmla="*/ 40890 h 137760"/>
              <a:gd name="connsiteX9" fmla="*/ 0 w 114069"/>
              <a:gd name="connsiteY9" fmla="*/ 27645 h 137760"/>
              <a:gd name="connsiteX10" fmla="*/ 65066 w 114069"/>
              <a:gd name="connsiteY10" fmla="*/ 28636 h 137760"/>
              <a:gd name="connsiteX11" fmla="*/ 59605 w 114069"/>
              <a:gd name="connsiteY11" fmla="*/ 16558 h 137760"/>
              <a:gd name="connsiteX12" fmla="*/ 52648 w 114069"/>
              <a:gd name="connsiteY12" fmla="*/ 2818 h 137760"/>
              <a:gd name="connsiteX13" fmla="*/ 67389 w 114069"/>
              <a:gd name="connsiteY13" fmla="*/ 0 h 137760"/>
              <a:gd name="connsiteX14" fmla="*/ 77980 w 114069"/>
              <a:gd name="connsiteY14" fmla="*/ 26984 h 137760"/>
              <a:gd name="connsiteX15" fmla="*/ 111582 w 114069"/>
              <a:gd name="connsiteY15" fmla="*/ 18705 h 137760"/>
              <a:gd name="connsiteX16" fmla="*/ 21524 w 114069"/>
              <a:gd name="connsiteY16" fmla="*/ 80953 h 137760"/>
              <a:gd name="connsiteX17" fmla="*/ 16899 w 114069"/>
              <a:gd name="connsiteY17" fmla="*/ 101651 h 137760"/>
              <a:gd name="connsiteX18" fmla="*/ 51161 w 114069"/>
              <a:gd name="connsiteY18" fmla="*/ 124661 h 137760"/>
              <a:gd name="connsiteX19" fmla="*/ 94208 w 114069"/>
              <a:gd name="connsiteY19" fmla="*/ 120191 h 137760"/>
              <a:gd name="connsiteX20" fmla="*/ 94043 w 114069"/>
              <a:gd name="connsiteY20" fmla="*/ 133932 h 137760"/>
              <a:gd name="connsiteX21" fmla="*/ 50996 w 114069"/>
              <a:gd name="connsiteY21" fmla="*/ 137741 h 137760"/>
              <a:gd name="connsiteX22" fmla="*/ 3644 w 114069"/>
              <a:gd name="connsiteY22" fmla="*/ 104965 h 137760"/>
              <a:gd name="connsiteX23" fmla="*/ 8114 w 114069"/>
              <a:gd name="connsiteY23" fmla="*/ 79797 h 13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14069" h="137760">
                <a:moveTo>
                  <a:pt x="114070" y="31785"/>
                </a:moveTo>
                <a:cubicBezTo>
                  <a:pt x="103974" y="34438"/>
                  <a:pt x="93207" y="36915"/>
                  <a:pt x="83111" y="38577"/>
                </a:cubicBezTo>
                <a:cubicBezTo>
                  <a:pt x="89067" y="51657"/>
                  <a:pt x="98007" y="70692"/>
                  <a:pt x="105130" y="84432"/>
                </a:cubicBezTo>
                <a:lnTo>
                  <a:pt x="97512" y="92381"/>
                </a:lnTo>
                <a:cubicBezTo>
                  <a:pt x="90399" y="90884"/>
                  <a:pt x="74171" y="88572"/>
                  <a:pt x="63580" y="87571"/>
                </a:cubicBezTo>
                <a:lnTo>
                  <a:pt x="64901" y="76814"/>
                </a:lnTo>
                <a:cubicBezTo>
                  <a:pt x="71188" y="77309"/>
                  <a:pt x="82615" y="78641"/>
                  <a:pt x="88077" y="79137"/>
                </a:cubicBezTo>
                <a:cubicBezTo>
                  <a:pt x="83441" y="69041"/>
                  <a:pt x="75173" y="51987"/>
                  <a:pt x="70197" y="40559"/>
                </a:cubicBezTo>
                <a:cubicBezTo>
                  <a:pt x="47032" y="42995"/>
                  <a:pt x="23692" y="43109"/>
                  <a:pt x="506" y="40890"/>
                </a:cubicBezTo>
                <a:lnTo>
                  <a:pt x="0" y="27645"/>
                </a:lnTo>
                <a:cubicBezTo>
                  <a:pt x="21575" y="30515"/>
                  <a:pt x="43419" y="30845"/>
                  <a:pt x="65066" y="28636"/>
                </a:cubicBezTo>
                <a:lnTo>
                  <a:pt x="59605" y="16558"/>
                </a:lnTo>
                <a:cubicBezTo>
                  <a:pt x="57561" y="11840"/>
                  <a:pt x="55239" y="7257"/>
                  <a:pt x="52648" y="2818"/>
                </a:cubicBezTo>
                <a:lnTo>
                  <a:pt x="67389" y="0"/>
                </a:lnTo>
                <a:cubicBezTo>
                  <a:pt x="71353" y="10932"/>
                  <a:pt x="74336" y="18210"/>
                  <a:pt x="77980" y="26984"/>
                </a:cubicBezTo>
                <a:cubicBezTo>
                  <a:pt x="89357" y="25013"/>
                  <a:pt x="100588" y="22246"/>
                  <a:pt x="111582" y="18705"/>
                </a:cubicBezTo>
                <a:close/>
                <a:moveTo>
                  <a:pt x="21524" y="80953"/>
                </a:moveTo>
                <a:cubicBezTo>
                  <a:pt x="18871" y="87560"/>
                  <a:pt x="17301" y="94549"/>
                  <a:pt x="16899" y="101651"/>
                </a:cubicBezTo>
                <a:cubicBezTo>
                  <a:pt x="16899" y="116052"/>
                  <a:pt x="26654" y="124661"/>
                  <a:pt x="51161" y="124661"/>
                </a:cubicBezTo>
                <a:cubicBezTo>
                  <a:pt x="65634" y="124971"/>
                  <a:pt x="80097" y="123474"/>
                  <a:pt x="94208" y="120191"/>
                </a:cubicBezTo>
                <a:lnTo>
                  <a:pt x="94043" y="133932"/>
                </a:lnTo>
                <a:cubicBezTo>
                  <a:pt x="79859" y="136657"/>
                  <a:pt x="65438" y="137937"/>
                  <a:pt x="50996" y="137741"/>
                </a:cubicBezTo>
                <a:cubicBezTo>
                  <a:pt x="20533" y="137741"/>
                  <a:pt x="3644" y="125487"/>
                  <a:pt x="3644" y="104965"/>
                </a:cubicBezTo>
                <a:cubicBezTo>
                  <a:pt x="3995" y="96407"/>
                  <a:pt x="5502" y="87942"/>
                  <a:pt x="8114" y="79797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7" name="フリーフォーム: 図形 66">
            <a:extLst>
              <a:ext uri="{FF2B5EF4-FFF2-40B4-BE49-F238E27FC236}">
                <a16:creationId xmlns:a16="http://schemas.microsoft.com/office/drawing/2014/main" id="{D5D9FB71-2433-DAA3-EB09-F206DA900C12}"/>
              </a:ext>
            </a:extLst>
          </p:cNvPr>
          <p:cNvSpPr/>
          <p:nvPr/>
        </p:nvSpPr>
        <p:spPr>
          <a:xfrm>
            <a:off x="6532338" y="4858997"/>
            <a:ext cx="126846" cy="129967"/>
          </a:xfrm>
          <a:custGeom>
            <a:avLst/>
            <a:gdLst>
              <a:gd name="connsiteX0" fmla="*/ 23378 w 126846"/>
              <a:gd name="connsiteY0" fmla="*/ 1167 h 129967"/>
              <a:gd name="connsiteX1" fmla="*/ 20230 w 126846"/>
              <a:gd name="connsiteY1" fmla="*/ 12254 h 129967"/>
              <a:gd name="connsiteX2" fmla="*/ 12281 w 126846"/>
              <a:gd name="connsiteY2" fmla="*/ 74997 h 129967"/>
              <a:gd name="connsiteX3" fmla="*/ 13602 w 126846"/>
              <a:gd name="connsiteY3" fmla="*/ 97512 h 129967"/>
              <a:gd name="connsiteX4" fmla="*/ 22717 w 126846"/>
              <a:gd name="connsiteY4" fmla="*/ 74006 h 129967"/>
              <a:gd name="connsiteX5" fmla="*/ 29830 w 126846"/>
              <a:gd name="connsiteY5" fmla="*/ 79302 h 129967"/>
              <a:gd name="connsiteX6" fmla="*/ 18248 w 126846"/>
              <a:gd name="connsiteY6" fmla="*/ 116062 h 129967"/>
              <a:gd name="connsiteX7" fmla="*/ 17422 w 126846"/>
              <a:gd name="connsiteY7" fmla="*/ 123340 h 129967"/>
              <a:gd name="connsiteX8" fmla="*/ 17907 w 126846"/>
              <a:gd name="connsiteY8" fmla="*/ 129131 h 129967"/>
              <a:gd name="connsiteX9" fmla="*/ 5994 w 126846"/>
              <a:gd name="connsiteY9" fmla="*/ 129967 h 129967"/>
              <a:gd name="connsiteX10" fmla="*/ 27 w 126846"/>
              <a:gd name="connsiteY10" fmla="*/ 77320 h 129967"/>
              <a:gd name="connsiteX11" fmla="*/ 7315 w 126846"/>
              <a:gd name="connsiteY11" fmla="*/ 11593 h 129967"/>
              <a:gd name="connsiteX12" fmla="*/ 8472 w 126846"/>
              <a:gd name="connsiteY12" fmla="*/ 0 h 129967"/>
              <a:gd name="connsiteX13" fmla="*/ 60789 w 126846"/>
              <a:gd name="connsiteY13" fmla="*/ 80623 h 129967"/>
              <a:gd name="connsiteX14" fmla="*/ 58642 w 126846"/>
              <a:gd name="connsiteY14" fmla="*/ 95695 h 129967"/>
              <a:gd name="connsiteX15" fmla="*/ 86122 w 126846"/>
              <a:gd name="connsiteY15" fmla="*/ 110426 h 129967"/>
              <a:gd name="connsiteX16" fmla="*/ 126681 w 126846"/>
              <a:gd name="connsiteY16" fmla="*/ 106121 h 129967"/>
              <a:gd name="connsiteX17" fmla="*/ 126846 w 126846"/>
              <a:gd name="connsiteY17" fmla="*/ 120027 h 129967"/>
              <a:gd name="connsiteX18" fmla="*/ 85957 w 126846"/>
              <a:gd name="connsiteY18" fmla="*/ 123340 h 129967"/>
              <a:gd name="connsiteX19" fmla="*/ 46223 w 126846"/>
              <a:gd name="connsiteY19" fmla="*/ 98844 h 129967"/>
              <a:gd name="connsiteX20" fmla="*/ 48866 w 126846"/>
              <a:gd name="connsiteY20" fmla="*/ 79467 h 129967"/>
              <a:gd name="connsiteX21" fmla="*/ 54337 w 126846"/>
              <a:gd name="connsiteY21" fmla="*/ 13740 h 129967"/>
              <a:gd name="connsiteX22" fmla="*/ 121716 w 126846"/>
              <a:gd name="connsiteY22" fmla="*/ 13740 h 129967"/>
              <a:gd name="connsiteX23" fmla="*/ 121716 w 126846"/>
              <a:gd name="connsiteY23" fmla="*/ 27325 h 129967"/>
              <a:gd name="connsiteX24" fmla="*/ 54502 w 126846"/>
              <a:gd name="connsiteY24" fmla="*/ 27325 h 129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6846" h="129967">
                <a:moveTo>
                  <a:pt x="23378" y="1167"/>
                </a:moveTo>
                <a:cubicBezTo>
                  <a:pt x="22387" y="3985"/>
                  <a:pt x="20890" y="9280"/>
                  <a:pt x="20230" y="12254"/>
                </a:cubicBezTo>
                <a:cubicBezTo>
                  <a:pt x="15832" y="32910"/>
                  <a:pt x="13169" y="53897"/>
                  <a:pt x="12281" y="74997"/>
                </a:cubicBezTo>
                <a:cubicBezTo>
                  <a:pt x="12229" y="82523"/>
                  <a:pt x="12673" y="90048"/>
                  <a:pt x="13602" y="97512"/>
                </a:cubicBezTo>
                <a:cubicBezTo>
                  <a:pt x="16420" y="90059"/>
                  <a:pt x="20065" y="80458"/>
                  <a:pt x="22717" y="74006"/>
                </a:cubicBezTo>
                <a:lnTo>
                  <a:pt x="29830" y="79302"/>
                </a:lnTo>
                <a:cubicBezTo>
                  <a:pt x="25309" y="91338"/>
                  <a:pt x="21437" y="103603"/>
                  <a:pt x="18248" y="116062"/>
                </a:cubicBezTo>
                <a:cubicBezTo>
                  <a:pt x="17752" y="118457"/>
                  <a:pt x="17473" y="120894"/>
                  <a:pt x="17422" y="123340"/>
                </a:cubicBezTo>
                <a:lnTo>
                  <a:pt x="17907" y="129131"/>
                </a:lnTo>
                <a:lnTo>
                  <a:pt x="5994" y="129967"/>
                </a:lnTo>
                <a:cubicBezTo>
                  <a:pt x="1741" y="112749"/>
                  <a:pt x="-262" y="95045"/>
                  <a:pt x="27" y="77320"/>
                </a:cubicBezTo>
                <a:cubicBezTo>
                  <a:pt x="863" y="55259"/>
                  <a:pt x="3300" y="33292"/>
                  <a:pt x="7315" y="11593"/>
                </a:cubicBezTo>
                <a:cubicBezTo>
                  <a:pt x="7935" y="7753"/>
                  <a:pt x="8317" y="3882"/>
                  <a:pt x="8472" y="0"/>
                </a:cubicBezTo>
                <a:close/>
                <a:moveTo>
                  <a:pt x="60789" y="80623"/>
                </a:moveTo>
                <a:cubicBezTo>
                  <a:pt x="59447" y="85537"/>
                  <a:pt x="58724" y="90606"/>
                  <a:pt x="58642" y="95695"/>
                </a:cubicBezTo>
                <a:cubicBezTo>
                  <a:pt x="58642" y="103148"/>
                  <a:pt x="63607" y="110426"/>
                  <a:pt x="86122" y="110426"/>
                </a:cubicBezTo>
                <a:cubicBezTo>
                  <a:pt x="99759" y="110550"/>
                  <a:pt x="113364" y="109105"/>
                  <a:pt x="126681" y="106121"/>
                </a:cubicBezTo>
                <a:lnTo>
                  <a:pt x="126846" y="120027"/>
                </a:lnTo>
                <a:cubicBezTo>
                  <a:pt x="113344" y="122421"/>
                  <a:pt x="99655" y="123526"/>
                  <a:pt x="85957" y="123340"/>
                </a:cubicBezTo>
                <a:cubicBezTo>
                  <a:pt x="58477" y="123340"/>
                  <a:pt x="46223" y="114235"/>
                  <a:pt x="46223" y="98844"/>
                </a:cubicBezTo>
                <a:cubicBezTo>
                  <a:pt x="46429" y="92309"/>
                  <a:pt x="47317" y="85816"/>
                  <a:pt x="48866" y="79467"/>
                </a:cubicBezTo>
                <a:close/>
                <a:moveTo>
                  <a:pt x="54337" y="13740"/>
                </a:moveTo>
                <a:cubicBezTo>
                  <a:pt x="76718" y="16393"/>
                  <a:pt x="99335" y="16393"/>
                  <a:pt x="121716" y="13740"/>
                </a:cubicBezTo>
                <a:lnTo>
                  <a:pt x="121716" y="27325"/>
                </a:lnTo>
                <a:cubicBezTo>
                  <a:pt x="99346" y="29142"/>
                  <a:pt x="76872" y="29142"/>
                  <a:pt x="54502" y="27325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8" name="フリーフォーム: 図形 67">
            <a:extLst>
              <a:ext uri="{FF2B5EF4-FFF2-40B4-BE49-F238E27FC236}">
                <a16:creationId xmlns:a16="http://schemas.microsoft.com/office/drawing/2014/main" id="{E622B060-2DF9-7777-956F-93E81A6D3EDD}"/>
              </a:ext>
            </a:extLst>
          </p:cNvPr>
          <p:cNvSpPr/>
          <p:nvPr/>
        </p:nvSpPr>
        <p:spPr>
          <a:xfrm>
            <a:off x="5773413" y="5116980"/>
            <a:ext cx="152812" cy="148371"/>
          </a:xfrm>
          <a:custGeom>
            <a:avLst/>
            <a:gdLst>
              <a:gd name="connsiteX0" fmla="*/ 28977 w 152812"/>
              <a:gd name="connsiteY0" fmla="*/ 116217 h 148371"/>
              <a:gd name="connsiteX1" fmla="*/ 9105 w 152812"/>
              <a:gd name="connsiteY1" fmla="*/ 143532 h 148371"/>
              <a:gd name="connsiteX2" fmla="*/ 0 w 152812"/>
              <a:gd name="connsiteY2" fmla="*/ 137245 h 148371"/>
              <a:gd name="connsiteX3" fmla="*/ 18385 w 152812"/>
              <a:gd name="connsiteY3" fmla="*/ 113575 h 148371"/>
              <a:gd name="connsiteX4" fmla="*/ 94374 w 152812"/>
              <a:gd name="connsiteY4" fmla="*/ 66883 h 148371"/>
              <a:gd name="connsiteX5" fmla="*/ 661 w 152812"/>
              <a:gd name="connsiteY5" fmla="*/ 66883 h 148371"/>
              <a:gd name="connsiteX6" fmla="*/ 661 w 152812"/>
              <a:gd name="connsiteY6" fmla="*/ 57283 h 148371"/>
              <a:gd name="connsiteX7" fmla="*/ 42056 w 152812"/>
              <a:gd name="connsiteY7" fmla="*/ 57283 h 148371"/>
              <a:gd name="connsiteX8" fmla="*/ 42056 w 152812"/>
              <a:gd name="connsiteY8" fmla="*/ 47022 h 148371"/>
              <a:gd name="connsiteX9" fmla="*/ 11923 w 152812"/>
              <a:gd name="connsiteY9" fmla="*/ 47022 h 148371"/>
              <a:gd name="connsiteX10" fmla="*/ 11923 w 152812"/>
              <a:gd name="connsiteY10" fmla="*/ 3314 h 148371"/>
              <a:gd name="connsiteX11" fmla="*/ 84928 w 152812"/>
              <a:gd name="connsiteY11" fmla="*/ 3314 h 148371"/>
              <a:gd name="connsiteX12" fmla="*/ 84928 w 152812"/>
              <a:gd name="connsiteY12" fmla="*/ 47022 h 148371"/>
              <a:gd name="connsiteX13" fmla="*/ 53308 w 152812"/>
              <a:gd name="connsiteY13" fmla="*/ 47022 h 148371"/>
              <a:gd name="connsiteX14" fmla="*/ 53308 w 152812"/>
              <a:gd name="connsiteY14" fmla="*/ 57283 h 148371"/>
              <a:gd name="connsiteX15" fmla="*/ 94374 w 152812"/>
              <a:gd name="connsiteY15" fmla="*/ 57283 h 148371"/>
              <a:gd name="connsiteX16" fmla="*/ 53308 w 152812"/>
              <a:gd name="connsiteY16" fmla="*/ 109435 h 148371"/>
              <a:gd name="connsiteX17" fmla="*/ 53308 w 152812"/>
              <a:gd name="connsiteY17" fmla="*/ 136584 h 148371"/>
              <a:gd name="connsiteX18" fmla="*/ 48013 w 152812"/>
              <a:gd name="connsiteY18" fmla="*/ 146350 h 148371"/>
              <a:gd name="connsiteX19" fmla="*/ 28481 w 152812"/>
              <a:gd name="connsiteY19" fmla="*/ 148167 h 148371"/>
              <a:gd name="connsiteX20" fmla="*/ 23846 w 152812"/>
              <a:gd name="connsiteY20" fmla="*/ 138236 h 148371"/>
              <a:gd name="connsiteX21" fmla="*/ 39568 w 152812"/>
              <a:gd name="connsiteY21" fmla="*/ 138402 h 148371"/>
              <a:gd name="connsiteX22" fmla="*/ 42056 w 152812"/>
              <a:gd name="connsiteY22" fmla="*/ 136409 h 148371"/>
              <a:gd name="connsiteX23" fmla="*/ 42056 w 152812"/>
              <a:gd name="connsiteY23" fmla="*/ 109435 h 148371"/>
              <a:gd name="connsiteX24" fmla="*/ 13409 w 152812"/>
              <a:gd name="connsiteY24" fmla="*/ 109435 h 148371"/>
              <a:gd name="connsiteX25" fmla="*/ 13409 w 152812"/>
              <a:gd name="connsiteY25" fmla="*/ 76649 h 148371"/>
              <a:gd name="connsiteX26" fmla="*/ 83607 w 152812"/>
              <a:gd name="connsiteY26" fmla="*/ 76649 h 148371"/>
              <a:gd name="connsiteX27" fmla="*/ 83607 w 152812"/>
              <a:gd name="connsiteY27" fmla="*/ 109435 h 148371"/>
              <a:gd name="connsiteX28" fmla="*/ 22845 w 152812"/>
              <a:gd name="connsiteY28" fmla="*/ 21358 h 148371"/>
              <a:gd name="connsiteX29" fmla="*/ 73345 w 152812"/>
              <a:gd name="connsiteY29" fmla="*/ 21358 h 148371"/>
              <a:gd name="connsiteX30" fmla="*/ 73345 w 152812"/>
              <a:gd name="connsiteY30" fmla="*/ 11097 h 148371"/>
              <a:gd name="connsiteX31" fmla="*/ 22845 w 152812"/>
              <a:gd name="connsiteY31" fmla="*/ 11097 h 148371"/>
              <a:gd name="connsiteX32" fmla="*/ 22845 w 152812"/>
              <a:gd name="connsiteY32" fmla="*/ 39238 h 148371"/>
              <a:gd name="connsiteX33" fmla="*/ 73345 w 152812"/>
              <a:gd name="connsiteY33" fmla="*/ 39238 h 148371"/>
              <a:gd name="connsiteX34" fmla="*/ 73345 w 152812"/>
              <a:gd name="connsiteY34" fmla="*/ 28812 h 148371"/>
              <a:gd name="connsiteX35" fmla="*/ 22845 w 152812"/>
              <a:gd name="connsiteY35" fmla="*/ 28812 h 148371"/>
              <a:gd name="connsiteX36" fmla="*/ 24011 w 152812"/>
              <a:gd name="connsiteY36" fmla="*/ 100660 h 148371"/>
              <a:gd name="connsiteX37" fmla="*/ 72189 w 152812"/>
              <a:gd name="connsiteY37" fmla="*/ 100660 h 148371"/>
              <a:gd name="connsiteX38" fmla="*/ 72189 w 152812"/>
              <a:gd name="connsiteY38" fmla="*/ 85258 h 148371"/>
              <a:gd name="connsiteX39" fmla="*/ 24011 w 152812"/>
              <a:gd name="connsiteY39" fmla="*/ 85258 h 148371"/>
              <a:gd name="connsiteX40" fmla="*/ 152812 w 152812"/>
              <a:gd name="connsiteY40" fmla="*/ 96356 h 148371"/>
              <a:gd name="connsiteX41" fmla="*/ 94704 w 152812"/>
              <a:gd name="connsiteY41" fmla="*/ 148002 h 148371"/>
              <a:gd name="connsiteX42" fmla="*/ 86259 w 152812"/>
              <a:gd name="connsiteY42" fmla="*/ 138402 h 148371"/>
              <a:gd name="connsiteX43" fmla="*/ 80964 w 152812"/>
              <a:gd name="connsiteY43" fmla="*/ 141220 h 148371"/>
              <a:gd name="connsiteX44" fmla="*/ 63745 w 152812"/>
              <a:gd name="connsiteY44" fmla="*/ 118364 h 148371"/>
              <a:gd name="connsiteX45" fmla="*/ 73015 w 152812"/>
              <a:gd name="connsiteY45" fmla="*/ 113740 h 148371"/>
              <a:gd name="connsiteX46" fmla="*/ 90719 w 152812"/>
              <a:gd name="connsiteY46" fmla="*/ 136089 h 148371"/>
              <a:gd name="connsiteX47" fmla="*/ 90058 w 152812"/>
              <a:gd name="connsiteY47" fmla="*/ 136409 h 148371"/>
              <a:gd name="connsiteX48" fmla="*/ 141055 w 152812"/>
              <a:gd name="connsiteY48" fmla="*/ 91875 h 148371"/>
              <a:gd name="connsiteX49" fmla="*/ 144038 w 152812"/>
              <a:gd name="connsiteY49" fmla="*/ 4635 h 148371"/>
              <a:gd name="connsiteX50" fmla="*/ 100660 w 152812"/>
              <a:gd name="connsiteY50" fmla="*/ 42211 h 148371"/>
              <a:gd name="connsiteX51" fmla="*/ 91720 w 152812"/>
              <a:gd name="connsiteY51" fmla="*/ 33602 h 148371"/>
              <a:gd name="connsiteX52" fmla="*/ 132445 w 152812"/>
              <a:gd name="connsiteY52" fmla="*/ 0 h 148371"/>
              <a:gd name="connsiteX53" fmla="*/ 148167 w 152812"/>
              <a:gd name="connsiteY53" fmla="*/ 50160 h 148371"/>
              <a:gd name="connsiteX54" fmla="*/ 101486 w 152812"/>
              <a:gd name="connsiteY54" fmla="*/ 89728 h 148371"/>
              <a:gd name="connsiteX55" fmla="*/ 92546 w 152812"/>
              <a:gd name="connsiteY55" fmla="*/ 81119 h 148371"/>
              <a:gd name="connsiteX56" fmla="*/ 136750 w 152812"/>
              <a:gd name="connsiteY56" fmla="*/ 45360 h 14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152812" h="148371">
                <a:moveTo>
                  <a:pt x="28977" y="116217"/>
                </a:moveTo>
                <a:cubicBezTo>
                  <a:pt x="23950" y="126386"/>
                  <a:pt x="17229" y="135614"/>
                  <a:pt x="9105" y="143532"/>
                </a:cubicBezTo>
                <a:cubicBezTo>
                  <a:pt x="6235" y="141210"/>
                  <a:pt x="3190" y="139104"/>
                  <a:pt x="0" y="137245"/>
                </a:cubicBezTo>
                <a:cubicBezTo>
                  <a:pt x="7742" y="130752"/>
                  <a:pt x="14008" y="122679"/>
                  <a:pt x="18385" y="113575"/>
                </a:cubicBezTo>
                <a:close/>
                <a:moveTo>
                  <a:pt x="94374" y="66883"/>
                </a:moveTo>
                <a:lnTo>
                  <a:pt x="661" y="66883"/>
                </a:lnTo>
                <a:lnTo>
                  <a:pt x="661" y="57283"/>
                </a:lnTo>
                <a:lnTo>
                  <a:pt x="42056" y="57283"/>
                </a:lnTo>
                <a:lnTo>
                  <a:pt x="42056" y="47022"/>
                </a:lnTo>
                <a:lnTo>
                  <a:pt x="11923" y="47022"/>
                </a:lnTo>
                <a:lnTo>
                  <a:pt x="11923" y="3314"/>
                </a:lnTo>
                <a:lnTo>
                  <a:pt x="84928" y="3314"/>
                </a:lnTo>
                <a:lnTo>
                  <a:pt x="84928" y="47022"/>
                </a:lnTo>
                <a:lnTo>
                  <a:pt x="53308" y="47022"/>
                </a:lnTo>
                <a:lnTo>
                  <a:pt x="53308" y="57283"/>
                </a:lnTo>
                <a:lnTo>
                  <a:pt x="94374" y="57283"/>
                </a:lnTo>
                <a:close/>
                <a:moveTo>
                  <a:pt x="53308" y="109435"/>
                </a:moveTo>
                <a:lnTo>
                  <a:pt x="53308" y="136584"/>
                </a:lnTo>
                <a:cubicBezTo>
                  <a:pt x="53308" y="142046"/>
                  <a:pt x="52152" y="144854"/>
                  <a:pt x="48013" y="146350"/>
                </a:cubicBezTo>
                <a:cubicBezTo>
                  <a:pt x="41664" y="148115"/>
                  <a:pt x="35047" y="148735"/>
                  <a:pt x="28481" y="148167"/>
                </a:cubicBezTo>
                <a:cubicBezTo>
                  <a:pt x="27377" y="144668"/>
                  <a:pt x="25818" y="141323"/>
                  <a:pt x="23846" y="138236"/>
                </a:cubicBezTo>
                <a:cubicBezTo>
                  <a:pt x="31289" y="138567"/>
                  <a:pt x="37586" y="138567"/>
                  <a:pt x="39568" y="138402"/>
                </a:cubicBezTo>
                <a:cubicBezTo>
                  <a:pt x="41561" y="138402"/>
                  <a:pt x="42056" y="138071"/>
                  <a:pt x="42056" y="136409"/>
                </a:cubicBezTo>
                <a:lnTo>
                  <a:pt x="42056" y="109435"/>
                </a:lnTo>
                <a:lnTo>
                  <a:pt x="13409" y="109435"/>
                </a:lnTo>
                <a:lnTo>
                  <a:pt x="13409" y="76649"/>
                </a:lnTo>
                <a:lnTo>
                  <a:pt x="83607" y="76649"/>
                </a:lnTo>
                <a:lnTo>
                  <a:pt x="83607" y="109435"/>
                </a:lnTo>
                <a:close/>
                <a:moveTo>
                  <a:pt x="22845" y="21358"/>
                </a:moveTo>
                <a:lnTo>
                  <a:pt x="73345" y="21358"/>
                </a:lnTo>
                <a:lnTo>
                  <a:pt x="73345" y="11097"/>
                </a:lnTo>
                <a:lnTo>
                  <a:pt x="22845" y="11097"/>
                </a:lnTo>
                <a:close/>
                <a:moveTo>
                  <a:pt x="22845" y="39238"/>
                </a:moveTo>
                <a:lnTo>
                  <a:pt x="73345" y="39238"/>
                </a:lnTo>
                <a:lnTo>
                  <a:pt x="73345" y="28812"/>
                </a:lnTo>
                <a:lnTo>
                  <a:pt x="22845" y="28812"/>
                </a:lnTo>
                <a:close/>
                <a:moveTo>
                  <a:pt x="24011" y="100660"/>
                </a:moveTo>
                <a:lnTo>
                  <a:pt x="72189" y="100660"/>
                </a:lnTo>
                <a:lnTo>
                  <a:pt x="72189" y="85258"/>
                </a:lnTo>
                <a:lnTo>
                  <a:pt x="24011" y="85258"/>
                </a:lnTo>
                <a:close/>
                <a:moveTo>
                  <a:pt x="152812" y="96356"/>
                </a:moveTo>
                <a:cubicBezTo>
                  <a:pt x="138897" y="118870"/>
                  <a:pt x="118695" y="136822"/>
                  <a:pt x="94704" y="148002"/>
                </a:cubicBezTo>
                <a:cubicBezTo>
                  <a:pt x="92298" y="144461"/>
                  <a:pt x="89460" y="141230"/>
                  <a:pt x="86259" y="138402"/>
                </a:cubicBezTo>
                <a:lnTo>
                  <a:pt x="80964" y="141220"/>
                </a:lnTo>
                <a:cubicBezTo>
                  <a:pt x="76101" y="132972"/>
                  <a:pt x="70321" y="125312"/>
                  <a:pt x="63745" y="118364"/>
                </a:cubicBezTo>
                <a:lnTo>
                  <a:pt x="73015" y="113740"/>
                </a:lnTo>
                <a:cubicBezTo>
                  <a:pt x="79663" y="120563"/>
                  <a:pt x="85599" y="128058"/>
                  <a:pt x="90719" y="136089"/>
                </a:cubicBezTo>
                <a:lnTo>
                  <a:pt x="90058" y="136409"/>
                </a:lnTo>
                <a:cubicBezTo>
                  <a:pt x="110983" y="126778"/>
                  <a:pt x="128687" y="111314"/>
                  <a:pt x="141055" y="91875"/>
                </a:cubicBezTo>
                <a:close/>
                <a:moveTo>
                  <a:pt x="144038" y="4635"/>
                </a:moveTo>
                <a:cubicBezTo>
                  <a:pt x="131981" y="19696"/>
                  <a:pt x="117280" y="32425"/>
                  <a:pt x="100660" y="42211"/>
                </a:cubicBezTo>
                <a:cubicBezTo>
                  <a:pt x="98007" y="39021"/>
                  <a:pt x="95013" y="36131"/>
                  <a:pt x="91720" y="33602"/>
                </a:cubicBezTo>
                <a:cubicBezTo>
                  <a:pt x="107412" y="25260"/>
                  <a:pt x="121265" y="13822"/>
                  <a:pt x="132445" y="0"/>
                </a:cubicBezTo>
                <a:close/>
                <a:moveTo>
                  <a:pt x="148167" y="50160"/>
                </a:moveTo>
                <a:cubicBezTo>
                  <a:pt x="135108" y="66047"/>
                  <a:pt x="119293" y="79447"/>
                  <a:pt x="101486" y="89728"/>
                </a:cubicBezTo>
                <a:cubicBezTo>
                  <a:pt x="98843" y="86528"/>
                  <a:pt x="95839" y="83648"/>
                  <a:pt x="92546" y="81119"/>
                </a:cubicBezTo>
                <a:cubicBezTo>
                  <a:pt x="109507" y="72251"/>
                  <a:pt x="124538" y="60101"/>
                  <a:pt x="136750" y="4536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9" name="フリーフォーム: 図形 68">
            <a:extLst>
              <a:ext uri="{FF2B5EF4-FFF2-40B4-BE49-F238E27FC236}">
                <a16:creationId xmlns:a16="http://schemas.microsoft.com/office/drawing/2014/main" id="{9690E646-3190-998C-29F0-A3FA9405CC80}"/>
              </a:ext>
            </a:extLst>
          </p:cNvPr>
          <p:cNvSpPr/>
          <p:nvPr/>
        </p:nvSpPr>
        <p:spPr>
          <a:xfrm>
            <a:off x="5938025" y="5113832"/>
            <a:ext cx="151188" cy="151480"/>
          </a:xfrm>
          <a:custGeom>
            <a:avLst/>
            <a:gdLst>
              <a:gd name="connsiteX0" fmla="*/ 113410 w 151188"/>
              <a:gd name="connsiteY0" fmla="*/ 85103 h 151480"/>
              <a:gd name="connsiteX1" fmla="*/ 105130 w 151188"/>
              <a:gd name="connsiteY1" fmla="*/ 95695 h 151480"/>
              <a:gd name="connsiteX2" fmla="*/ 150160 w 151188"/>
              <a:gd name="connsiteY2" fmla="*/ 95695 h 151480"/>
              <a:gd name="connsiteX3" fmla="*/ 150160 w 151188"/>
              <a:gd name="connsiteY3" fmla="*/ 104469 h 151480"/>
              <a:gd name="connsiteX4" fmla="*/ 2818 w 151188"/>
              <a:gd name="connsiteY4" fmla="*/ 104469 h 151480"/>
              <a:gd name="connsiteX5" fmla="*/ 2818 w 151188"/>
              <a:gd name="connsiteY5" fmla="*/ 95695 h 151480"/>
              <a:gd name="connsiteX6" fmla="*/ 47848 w 151188"/>
              <a:gd name="connsiteY6" fmla="*/ 95695 h 151480"/>
              <a:gd name="connsiteX7" fmla="*/ 40890 w 151188"/>
              <a:gd name="connsiteY7" fmla="*/ 85929 h 151480"/>
              <a:gd name="connsiteX8" fmla="*/ 46020 w 151188"/>
              <a:gd name="connsiteY8" fmla="*/ 84267 h 151480"/>
              <a:gd name="connsiteX9" fmla="*/ 19697 w 151188"/>
              <a:gd name="connsiteY9" fmla="*/ 84267 h 151480"/>
              <a:gd name="connsiteX10" fmla="*/ 19697 w 151188"/>
              <a:gd name="connsiteY10" fmla="*/ 76153 h 151480"/>
              <a:gd name="connsiteX11" fmla="*/ 7288 w 151188"/>
              <a:gd name="connsiteY11" fmla="*/ 81955 h 151480"/>
              <a:gd name="connsiteX12" fmla="*/ 991 w 151188"/>
              <a:gd name="connsiteY12" fmla="*/ 74006 h 151480"/>
              <a:gd name="connsiteX13" fmla="*/ 32280 w 151188"/>
              <a:gd name="connsiteY13" fmla="*/ 54475 h 151480"/>
              <a:gd name="connsiteX14" fmla="*/ 2158 w 151188"/>
              <a:gd name="connsiteY14" fmla="*/ 57943 h 151480"/>
              <a:gd name="connsiteX15" fmla="*/ 0 w 151188"/>
              <a:gd name="connsiteY15" fmla="*/ 48673 h 151480"/>
              <a:gd name="connsiteX16" fmla="*/ 12254 w 151188"/>
              <a:gd name="connsiteY16" fmla="*/ 47682 h 151480"/>
              <a:gd name="connsiteX17" fmla="*/ 20533 w 151188"/>
              <a:gd name="connsiteY17" fmla="*/ 38082 h 151480"/>
              <a:gd name="connsiteX18" fmla="*/ 1993 w 151188"/>
              <a:gd name="connsiteY18" fmla="*/ 22184 h 151480"/>
              <a:gd name="connsiteX19" fmla="*/ 7618 w 151188"/>
              <a:gd name="connsiteY19" fmla="*/ 15237 h 151480"/>
              <a:gd name="connsiteX20" fmla="*/ 12914 w 151188"/>
              <a:gd name="connsiteY20" fmla="*/ 19046 h 151480"/>
              <a:gd name="connsiteX21" fmla="*/ 24342 w 151188"/>
              <a:gd name="connsiteY21" fmla="*/ 0 h 151480"/>
              <a:gd name="connsiteX22" fmla="*/ 33272 w 151188"/>
              <a:gd name="connsiteY22" fmla="*/ 3644 h 151480"/>
              <a:gd name="connsiteX23" fmla="*/ 19036 w 151188"/>
              <a:gd name="connsiteY23" fmla="*/ 23681 h 151480"/>
              <a:gd name="connsiteX24" fmla="*/ 26489 w 151188"/>
              <a:gd name="connsiteY24" fmla="*/ 30463 h 151480"/>
              <a:gd name="connsiteX25" fmla="*/ 37917 w 151188"/>
              <a:gd name="connsiteY25" fmla="*/ 13575 h 151480"/>
              <a:gd name="connsiteX26" fmla="*/ 46856 w 151188"/>
              <a:gd name="connsiteY26" fmla="*/ 17714 h 151480"/>
              <a:gd name="connsiteX27" fmla="*/ 23516 w 151188"/>
              <a:gd name="connsiteY27" fmla="*/ 46856 h 151480"/>
              <a:gd name="connsiteX28" fmla="*/ 38412 w 151188"/>
              <a:gd name="connsiteY28" fmla="*/ 45535 h 151480"/>
              <a:gd name="connsiteX29" fmla="*/ 42221 w 151188"/>
              <a:gd name="connsiteY29" fmla="*/ 36089 h 151480"/>
              <a:gd name="connsiteX30" fmla="*/ 52152 w 151188"/>
              <a:gd name="connsiteY30" fmla="*/ 37421 h 151480"/>
              <a:gd name="connsiteX31" fmla="*/ 20202 w 151188"/>
              <a:gd name="connsiteY31" fmla="*/ 75823 h 151480"/>
              <a:gd name="connsiteX32" fmla="*/ 69867 w 151188"/>
              <a:gd name="connsiteY32" fmla="*/ 75823 h 151480"/>
              <a:gd name="connsiteX33" fmla="*/ 69867 w 151188"/>
              <a:gd name="connsiteY33" fmla="*/ 66388 h 151480"/>
              <a:gd name="connsiteX34" fmla="*/ 81449 w 151188"/>
              <a:gd name="connsiteY34" fmla="*/ 66388 h 151480"/>
              <a:gd name="connsiteX35" fmla="*/ 81449 w 151188"/>
              <a:gd name="connsiteY35" fmla="*/ 75823 h 151480"/>
              <a:gd name="connsiteX36" fmla="*/ 135924 w 151188"/>
              <a:gd name="connsiteY36" fmla="*/ 75823 h 151480"/>
              <a:gd name="connsiteX37" fmla="*/ 135924 w 151188"/>
              <a:gd name="connsiteY37" fmla="*/ 84267 h 151480"/>
              <a:gd name="connsiteX38" fmla="*/ 110756 w 151188"/>
              <a:gd name="connsiteY38" fmla="*/ 84267 h 151480"/>
              <a:gd name="connsiteX39" fmla="*/ 26324 w 151188"/>
              <a:gd name="connsiteY39" fmla="*/ 111086 h 151480"/>
              <a:gd name="connsiteX40" fmla="*/ 127975 w 151188"/>
              <a:gd name="connsiteY40" fmla="*/ 111086 h 151480"/>
              <a:gd name="connsiteX41" fmla="*/ 127975 w 151188"/>
              <a:gd name="connsiteY41" fmla="*/ 151150 h 151480"/>
              <a:gd name="connsiteX42" fmla="*/ 116217 w 151188"/>
              <a:gd name="connsiteY42" fmla="*/ 151150 h 151480"/>
              <a:gd name="connsiteX43" fmla="*/ 116217 w 151188"/>
              <a:gd name="connsiteY43" fmla="*/ 146846 h 151480"/>
              <a:gd name="connsiteX44" fmla="*/ 37741 w 151188"/>
              <a:gd name="connsiteY44" fmla="*/ 146846 h 151480"/>
              <a:gd name="connsiteX45" fmla="*/ 37741 w 151188"/>
              <a:gd name="connsiteY45" fmla="*/ 151481 h 151480"/>
              <a:gd name="connsiteX46" fmla="*/ 26324 w 151188"/>
              <a:gd name="connsiteY46" fmla="*/ 151481 h 151480"/>
              <a:gd name="connsiteX47" fmla="*/ 37741 w 151188"/>
              <a:gd name="connsiteY47" fmla="*/ 118209 h 151480"/>
              <a:gd name="connsiteX48" fmla="*/ 37741 w 151188"/>
              <a:gd name="connsiteY48" fmla="*/ 125652 h 151480"/>
              <a:gd name="connsiteX49" fmla="*/ 116217 w 151188"/>
              <a:gd name="connsiteY49" fmla="*/ 125652 h 151480"/>
              <a:gd name="connsiteX50" fmla="*/ 116217 w 151188"/>
              <a:gd name="connsiteY50" fmla="*/ 118209 h 151480"/>
              <a:gd name="connsiteX51" fmla="*/ 116217 w 151188"/>
              <a:gd name="connsiteY51" fmla="*/ 139733 h 151480"/>
              <a:gd name="connsiteX52" fmla="*/ 116217 w 151188"/>
              <a:gd name="connsiteY52" fmla="*/ 132115 h 151480"/>
              <a:gd name="connsiteX53" fmla="*/ 37741 w 151188"/>
              <a:gd name="connsiteY53" fmla="*/ 132115 h 151480"/>
              <a:gd name="connsiteX54" fmla="*/ 37741 w 151188"/>
              <a:gd name="connsiteY54" fmla="*/ 139733 h 151480"/>
              <a:gd name="connsiteX55" fmla="*/ 53804 w 151188"/>
              <a:gd name="connsiteY55" fmla="*/ 57613 h 151480"/>
              <a:gd name="connsiteX56" fmla="*/ 53804 w 151188"/>
              <a:gd name="connsiteY56" fmla="*/ 5471 h 151480"/>
              <a:gd name="connsiteX57" fmla="*/ 99164 w 151188"/>
              <a:gd name="connsiteY57" fmla="*/ 5471 h 151480"/>
              <a:gd name="connsiteX58" fmla="*/ 99164 w 151188"/>
              <a:gd name="connsiteY58" fmla="*/ 42221 h 151480"/>
              <a:gd name="connsiteX59" fmla="*/ 63745 w 151188"/>
              <a:gd name="connsiteY59" fmla="*/ 42221 h 151480"/>
              <a:gd name="connsiteX60" fmla="*/ 63745 w 151188"/>
              <a:gd name="connsiteY60" fmla="*/ 56622 h 151480"/>
              <a:gd name="connsiteX61" fmla="*/ 86755 w 151188"/>
              <a:gd name="connsiteY61" fmla="*/ 54310 h 151480"/>
              <a:gd name="connsiteX62" fmla="*/ 79302 w 151188"/>
              <a:gd name="connsiteY62" fmla="*/ 47187 h 151480"/>
              <a:gd name="connsiteX63" fmla="*/ 86414 w 151188"/>
              <a:gd name="connsiteY63" fmla="*/ 43047 h 151480"/>
              <a:gd name="connsiteX64" fmla="*/ 105626 w 151188"/>
              <a:gd name="connsiteY64" fmla="*/ 64065 h 151480"/>
              <a:gd name="connsiteX65" fmla="*/ 98007 w 151188"/>
              <a:gd name="connsiteY65" fmla="*/ 68710 h 151480"/>
              <a:gd name="connsiteX66" fmla="*/ 93372 w 151188"/>
              <a:gd name="connsiteY66" fmla="*/ 61753 h 151480"/>
              <a:gd name="connsiteX67" fmla="*/ 48013 w 151188"/>
              <a:gd name="connsiteY67" fmla="*/ 67544 h 151480"/>
              <a:gd name="connsiteX68" fmla="*/ 45866 w 151188"/>
              <a:gd name="connsiteY68" fmla="*/ 58449 h 151480"/>
              <a:gd name="connsiteX69" fmla="*/ 52152 w 151188"/>
              <a:gd name="connsiteY69" fmla="*/ 84267 h 151480"/>
              <a:gd name="connsiteX70" fmla="*/ 59265 w 151188"/>
              <a:gd name="connsiteY70" fmla="*/ 94859 h 151480"/>
              <a:gd name="connsiteX71" fmla="*/ 56952 w 151188"/>
              <a:gd name="connsiteY71" fmla="*/ 95695 h 151480"/>
              <a:gd name="connsiteX72" fmla="*/ 93537 w 151188"/>
              <a:gd name="connsiteY72" fmla="*/ 95695 h 151480"/>
              <a:gd name="connsiteX73" fmla="*/ 100991 w 151188"/>
              <a:gd name="connsiteY73" fmla="*/ 84267 h 151480"/>
              <a:gd name="connsiteX74" fmla="*/ 63745 w 151188"/>
              <a:gd name="connsiteY74" fmla="*/ 12749 h 151480"/>
              <a:gd name="connsiteX75" fmla="*/ 63745 w 151188"/>
              <a:gd name="connsiteY75" fmla="*/ 20037 h 151480"/>
              <a:gd name="connsiteX76" fmla="*/ 89398 w 151188"/>
              <a:gd name="connsiteY76" fmla="*/ 20037 h 151480"/>
              <a:gd name="connsiteX77" fmla="*/ 89398 w 151188"/>
              <a:gd name="connsiteY77" fmla="*/ 12749 h 151480"/>
              <a:gd name="connsiteX78" fmla="*/ 89398 w 151188"/>
              <a:gd name="connsiteY78" fmla="*/ 34933 h 151480"/>
              <a:gd name="connsiteX79" fmla="*/ 89398 w 151188"/>
              <a:gd name="connsiteY79" fmla="*/ 27490 h 151480"/>
              <a:gd name="connsiteX80" fmla="*/ 63745 w 151188"/>
              <a:gd name="connsiteY80" fmla="*/ 27490 h 151480"/>
              <a:gd name="connsiteX81" fmla="*/ 63745 w 151188"/>
              <a:gd name="connsiteY81" fmla="*/ 34933 h 151480"/>
              <a:gd name="connsiteX82" fmla="*/ 117879 w 151188"/>
              <a:gd name="connsiteY82" fmla="*/ 73180 h 151480"/>
              <a:gd name="connsiteX83" fmla="*/ 107608 w 151188"/>
              <a:gd name="connsiteY83" fmla="*/ 73180 h 151480"/>
              <a:gd name="connsiteX84" fmla="*/ 107608 w 151188"/>
              <a:gd name="connsiteY84" fmla="*/ 5471 h 151480"/>
              <a:gd name="connsiteX85" fmla="*/ 142211 w 151188"/>
              <a:gd name="connsiteY85" fmla="*/ 5471 h 151480"/>
              <a:gd name="connsiteX86" fmla="*/ 143697 w 151188"/>
              <a:gd name="connsiteY86" fmla="*/ 4965 h 151480"/>
              <a:gd name="connsiteX87" fmla="*/ 150985 w 151188"/>
              <a:gd name="connsiteY87" fmla="*/ 8775 h 151480"/>
              <a:gd name="connsiteX88" fmla="*/ 137411 w 151188"/>
              <a:gd name="connsiteY88" fmla="*/ 31960 h 151480"/>
              <a:gd name="connsiteX89" fmla="*/ 151150 w 151188"/>
              <a:gd name="connsiteY89" fmla="*/ 51822 h 151480"/>
              <a:gd name="connsiteX90" fmla="*/ 145029 w 151188"/>
              <a:gd name="connsiteY90" fmla="*/ 63745 h 151480"/>
              <a:gd name="connsiteX91" fmla="*/ 137741 w 151188"/>
              <a:gd name="connsiteY91" fmla="*/ 66057 h 151480"/>
              <a:gd name="connsiteX92" fmla="*/ 125322 w 151188"/>
              <a:gd name="connsiteY92" fmla="*/ 66057 h 151480"/>
              <a:gd name="connsiteX93" fmla="*/ 122019 w 151188"/>
              <a:gd name="connsiteY93" fmla="*/ 57283 h 151480"/>
              <a:gd name="connsiteX94" fmla="*/ 133766 w 151188"/>
              <a:gd name="connsiteY94" fmla="*/ 57448 h 151480"/>
              <a:gd name="connsiteX95" fmla="*/ 138237 w 151188"/>
              <a:gd name="connsiteY95" fmla="*/ 56622 h 151480"/>
              <a:gd name="connsiteX96" fmla="*/ 141385 w 151188"/>
              <a:gd name="connsiteY96" fmla="*/ 50666 h 151480"/>
              <a:gd name="connsiteX97" fmla="*/ 126974 w 151188"/>
              <a:gd name="connsiteY97" fmla="*/ 33612 h 151480"/>
              <a:gd name="connsiteX98" fmla="*/ 136915 w 151188"/>
              <a:gd name="connsiteY98" fmla="*/ 14401 h 151480"/>
              <a:gd name="connsiteX99" fmla="*/ 117879 w 151188"/>
              <a:gd name="connsiteY99" fmla="*/ 14401 h 15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51188" h="151480">
                <a:moveTo>
                  <a:pt x="113410" y="85103"/>
                </a:moveTo>
                <a:cubicBezTo>
                  <a:pt x="110839" y="88779"/>
                  <a:pt x="108072" y="92309"/>
                  <a:pt x="105130" y="95695"/>
                </a:cubicBezTo>
                <a:lnTo>
                  <a:pt x="150160" y="95695"/>
                </a:lnTo>
                <a:lnTo>
                  <a:pt x="150160" y="104469"/>
                </a:lnTo>
                <a:lnTo>
                  <a:pt x="2818" y="104469"/>
                </a:lnTo>
                <a:lnTo>
                  <a:pt x="2818" y="95695"/>
                </a:lnTo>
                <a:lnTo>
                  <a:pt x="47848" y="95695"/>
                </a:lnTo>
                <a:cubicBezTo>
                  <a:pt x="45989" y="92133"/>
                  <a:pt x="43646" y="88851"/>
                  <a:pt x="40890" y="85929"/>
                </a:cubicBezTo>
                <a:lnTo>
                  <a:pt x="46020" y="84267"/>
                </a:lnTo>
                <a:lnTo>
                  <a:pt x="19697" y="84267"/>
                </a:lnTo>
                <a:lnTo>
                  <a:pt x="19697" y="76153"/>
                </a:lnTo>
                <a:cubicBezTo>
                  <a:pt x="15691" y="78352"/>
                  <a:pt x="11541" y="80293"/>
                  <a:pt x="7288" y="81955"/>
                </a:cubicBezTo>
                <a:cubicBezTo>
                  <a:pt x="5544" y="79044"/>
                  <a:pt x="3427" y="76370"/>
                  <a:pt x="991" y="74006"/>
                </a:cubicBezTo>
                <a:cubicBezTo>
                  <a:pt x="12997" y="70434"/>
                  <a:pt x="23805" y="63693"/>
                  <a:pt x="32280" y="54475"/>
                </a:cubicBezTo>
                <a:cubicBezTo>
                  <a:pt x="21358" y="55796"/>
                  <a:pt x="11087" y="56952"/>
                  <a:pt x="2158" y="57943"/>
                </a:cubicBezTo>
                <a:lnTo>
                  <a:pt x="0" y="48673"/>
                </a:lnTo>
                <a:lnTo>
                  <a:pt x="12254" y="47682"/>
                </a:lnTo>
                <a:cubicBezTo>
                  <a:pt x="14907" y="44874"/>
                  <a:pt x="17714" y="41561"/>
                  <a:pt x="20533" y="38082"/>
                </a:cubicBezTo>
                <a:cubicBezTo>
                  <a:pt x="14804" y="32280"/>
                  <a:pt x="8599" y="26964"/>
                  <a:pt x="1993" y="22184"/>
                </a:cubicBezTo>
                <a:lnTo>
                  <a:pt x="7618" y="15237"/>
                </a:lnTo>
                <a:cubicBezTo>
                  <a:pt x="9270" y="16393"/>
                  <a:pt x="11087" y="17714"/>
                  <a:pt x="12914" y="19046"/>
                </a:cubicBezTo>
                <a:cubicBezTo>
                  <a:pt x="17178" y="12986"/>
                  <a:pt x="20997" y="6617"/>
                  <a:pt x="24342" y="0"/>
                </a:cubicBezTo>
                <a:lnTo>
                  <a:pt x="33272" y="3644"/>
                </a:lnTo>
                <a:cubicBezTo>
                  <a:pt x="28915" y="10591"/>
                  <a:pt x="24166" y="17281"/>
                  <a:pt x="19036" y="23681"/>
                </a:cubicBezTo>
                <a:cubicBezTo>
                  <a:pt x="21854" y="25994"/>
                  <a:pt x="24342" y="28316"/>
                  <a:pt x="26489" y="30463"/>
                </a:cubicBezTo>
                <a:cubicBezTo>
                  <a:pt x="30577" y="25033"/>
                  <a:pt x="34386" y="19397"/>
                  <a:pt x="37917" y="13575"/>
                </a:cubicBezTo>
                <a:lnTo>
                  <a:pt x="46856" y="17714"/>
                </a:lnTo>
                <a:cubicBezTo>
                  <a:pt x="39589" y="27831"/>
                  <a:pt x="31795" y="37555"/>
                  <a:pt x="23516" y="46856"/>
                </a:cubicBezTo>
                <a:lnTo>
                  <a:pt x="38412" y="45535"/>
                </a:lnTo>
                <a:cubicBezTo>
                  <a:pt x="40023" y="42531"/>
                  <a:pt x="41292" y="39372"/>
                  <a:pt x="42221" y="36089"/>
                </a:cubicBezTo>
                <a:lnTo>
                  <a:pt x="52152" y="37421"/>
                </a:lnTo>
                <a:cubicBezTo>
                  <a:pt x="47011" y="53948"/>
                  <a:pt x="35511" y="67761"/>
                  <a:pt x="20202" y="75823"/>
                </a:cubicBezTo>
                <a:lnTo>
                  <a:pt x="69867" y="75823"/>
                </a:lnTo>
                <a:lnTo>
                  <a:pt x="69867" y="66388"/>
                </a:lnTo>
                <a:lnTo>
                  <a:pt x="81449" y="66388"/>
                </a:lnTo>
                <a:lnTo>
                  <a:pt x="81449" y="75823"/>
                </a:lnTo>
                <a:lnTo>
                  <a:pt x="135924" y="75823"/>
                </a:lnTo>
                <a:lnTo>
                  <a:pt x="135924" y="84267"/>
                </a:lnTo>
                <a:lnTo>
                  <a:pt x="110756" y="84267"/>
                </a:lnTo>
                <a:close/>
                <a:moveTo>
                  <a:pt x="26324" y="111086"/>
                </a:moveTo>
                <a:lnTo>
                  <a:pt x="127975" y="111086"/>
                </a:lnTo>
                <a:lnTo>
                  <a:pt x="127975" y="151150"/>
                </a:lnTo>
                <a:lnTo>
                  <a:pt x="116217" y="151150"/>
                </a:lnTo>
                <a:lnTo>
                  <a:pt x="116217" y="146846"/>
                </a:lnTo>
                <a:lnTo>
                  <a:pt x="37741" y="146846"/>
                </a:lnTo>
                <a:lnTo>
                  <a:pt x="37741" y="151481"/>
                </a:lnTo>
                <a:lnTo>
                  <a:pt x="26324" y="151481"/>
                </a:lnTo>
                <a:close/>
                <a:moveTo>
                  <a:pt x="37741" y="118209"/>
                </a:moveTo>
                <a:lnTo>
                  <a:pt x="37741" y="125652"/>
                </a:lnTo>
                <a:lnTo>
                  <a:pt x="116217" y="125652"/>
                </a:lnTo>
                <a:lnTo>
                  <a:pt x="116217" y="118209"/>
                </a:lnTo>
                <a:close/>
                <a:moveTo>
                  <a:pt x="116217" y="139733"/>
                </a:moveTo>
                <a:lnTo>
                  <a:pt x="116217" y="132115"/>
                </a:lnTo>
                <a:lnTo>
                  <a:pt x="37741" y="132115"/>
                </a:lnTo>
                <a:lnTo>
                  <a:pt x="37741" y="139733"/>
                </a:lnTo>
                <a:close/>
                <a:moveTo>
                  <a:pt x="53804" y="57613"/>
                </a:moveTo>
                <a:lnTo>
                  <a:pt x="53804" y="5471"/>
                </a:lnTo>
                <a:lnTo>
                  <a:pt x="99164" y="5471"/>
                </a:lnTo>
                <a:lnTo>
                  <a:pt x="99164" y="42221"/>
                </a:lnTo>
                <a:lnTo>
                  <a:pt x="63745" y="42221"/>
                </a:lnTo>
                <a:lnTo>
                  <a:pt x="63745" y="56622"/>
                </a:lnTo>
                <a:lnTo>
                  <a:pt x="86755" y="54310"/>
                </a:lnTo>
                <a:cubicBezTo>
                  <a:pt x="84391" y="51801"/>
                  <a:pt x="81903" y="49427"/>
                  <a:pt x="79302" y="47187"/>
                </a:cubicBezTo>
                <a:lnTo>
                  <a:pt x="86414" y="43047"/>
                </a:lnTo>
                <a:cubicBezTo>
                  <a:pt x="94033" y="48849"/>
                  <a:pt x="100537" y="55972"/>
                  <a:pt x="105626" y="64065"/>
                </a:cubicBezTo>
                <a:lnTo>
                  <a:pt x="98007" y="68710"/>
                </a:lnTo>
                <a:cubicBezTo>
                  <a:pt x="96614" y="66295"/>
                  <a:pt x="95065" y="63972"/>
                  <a:pt x="93372" y="61753"/>
                </a:cubicBezTo>
                <a:cubicBezTo>
                  <a:pt x="76979" y="63910"/>
                  <a:pt x="60762" y="65892"/>
                  <a:pt x="48013" y="67544"/>
                </a:cubicBezTo>
                <a:lnTo>
                  <a:pt x="45866" y="58449"/>
                </a:lnTo>
                <a:close/>
                <a:moveTo>
                  <a:pt x="52152" y="84267"/>
                </a:moveTo>
                <a:cubicBezTo>
                  <a:pt x="55156" y="87333"/>
                  <a:pt x="57562" y="90925"/>
                  <a:pt x="59265" y="94859"/>
                </a:cubicBezTo>
                <a:lnTo>
                  <a:pt x="56952" y="95695"/>
                </a:lnTo>
                <a:lnTo>
                  <a:pt x="93537" y="95695"/>
                </a:lnTo>
                <a:cubicBezTo>
                  <a:pt x="95850" y="92381"/>
                  <a:pt x="98998" y="87911"/>
                  <a:pt x="100991" y="84267"/>
                </a:cubicBezTo>
                <a:close/>
                <a:moveTo>
                  <a:pt x="63745" y="12749"/>
                </a:moveTo>
                <a:lnTo>
                  <a:pt x="63745" y="20037"/>
                </a:lnTo>
                <a:lnTo>
                  <a:pt x="89398" y="20037"/>
                </a:lnTo>
                <a:lnTo>
                  <a:pt x="89398" y="12749"/>
                </a:lnTo>
                <a:close/>
                <a:moveTo>
                  <a:pt x="89398" y="34933"/>
                </a:moveTo>
                <a:lnTo>
                  <a:pt x="89398" y="27490"/>
                </a:lnTo>
                <a:lnTo>
                  <a:pt x="63745" y="27490"/>
                </a:lnTo>
                <a:lnTo>
                  <a:pt x="63745" y="34933"/>
                </a:lnTo>
                <a:close/>
                <a:moveTo>
                  <a:pt x="117879" y="73180"/>
                </a:moveTo>
                <a:lnTo>
                  <a:pt x="107608" y="73180"/>
                </a:lnTo>
                <a:lnTo>
                  <a:pt x="107608" y="5471"/>
                </a:lnTo>
                <a:lnTo>
                  <a:pt x="142211" y="5471"/>
                </a:lnTo>
                <a:lnTo>
                  <a:pt x="143697" y="4965"/>
                </a:lnTo>
                <a:lnTo>
                  <a:pt x="150985" y="8775"/>
                </a:lnTo>
                <a:cubicBezTo>
                  <a:pt x="146681" y="16888"/>
                  <a:pt x="142211" y="24507"/>
                  <a:pt x="137411" y="31960"/>
                </a:cubicBezTo>
                <a:cubicBezTo>
                  <a:pt x="146681" y="39073"/>
                  <a:pt x="151150" y="45865"/>
                  <a:pt x="151150" y="51822"/>
                </a:cubicBezTo>
                <a:cubicBezTo>
                  <a:pt x="151522" y="56632"/>
                  <a:pt x="149158" y="61247"/>
                  <a:pt x="145029" y="63745"/>
                </a:cubicBezTo>
                <a:cubicBezTo>
                  <a:pt x="142758" y="64953"/>
                  <a:pt x="140291" y="65737"/>
                  <a:pt x="137741" y="66057"/>
                </a:cubicBezTo>
                <a:cubicBezTo>
                  <a:pt x="133612" y="66388"/>
                  <a:pt x="129462" y="66388"/>
                  <a:pt x="125322" y="66057"/>
                </a:cubicBezTo>
                <a:cubicBezTo>
                  <a:pt x="124992" y="62898"/>
                  <a:pt x="123856" y="59874"/>
                  <a:pt x="122019" y="57283"/>
                </a:cubicBezTo>
                <a:cubicBezTo>
                  <a:pt x="125921" y="57665"/>
                  <a:pt x="129854" y="57716"/>
                  <a:pt x="133766" y="57448"/>
                </a:cubicBezTo>
                <a:cubicBezTo>
                  <a:pt x="135294" y="57458"/>
                  <a:pt x="136812" y="57180"/>
                  <a:pt x="138237" y="56622"/>
                </a:cubicBezTo>
                <a:cubicBezTo>
                  <a:pt x="140353" y="55414"/>
                  <a:pt x="141581" y="53092"/>
                  <a:pt x="141385" y="50666"/>
                </a:cubicBezTo>
                <a:cubicBezTo>
                  <a:pt x="141220" y="45865"/>
                  <a:pt x="136915" y="40725"/>
                  <a:pt x="126974" y="33612"/>
                </a:cubicBezTo>
                <a:cubicBezTo>
                  <a:pt x="130783" y="26830"/>
                  <a:pt x="134097" y="20202"/>
                  <a:pt x="136915" y="14401"/>
                </a:cubicBezTo>
                <a:lnTo>
                  <a:pt x="117879" y="14401"/>
                </a:ln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70" name="フリーフォーム: 図形 69">
            <a:extLst>
              <a:ext uri="{FF2B5EF4-FFF2-40B4-BE49-F238E27FC236}">
                <a16:creationId xmlns:a16="http://schemas.microsoft.com/office/drawing/2014/main" id="{45F2E813-D03E-0555-F459-A916FEBB5B84}"/>
              </a:ext>
            </a:extLst>
          </p:cNvPr>
          <p:cNvSpPr/>
          <p:nvPr/>
        </p:nvSpPr>
        <p:spPr>
          <a:xfrm>
            <a:off x="6113724" y="5121946"/>
            <a:ext cx="136584" cy="138732"/>
          </a:xfrm>
          <a:custGeom>
            <a:avLst/>
            <a:gdLst>
              <a:gd name="connsiteX0" fmla="*/ 86094 w 136584"/>
              <a:gd name="connsiteY0" fmla="*/ 32611 h 138732"/>
              <a:gd name="connsiteX1" fmla="*/ 86425 w 136584"/>
              <a:gd name="connsiteY1" fmla="*/ 59430 h 138732"/>
              <a:gd name="connsiteX2" fmla="*/ 91720 w 136584"/>
              <a:gd name="connsiteY2" fmla="*/ 80458 h 138732"/>
              <a:gd name="connsiteX3" fmla="*/ 42882 w 136584"/>
              <a:gd name="connsiteY3" fmla="*/ 138732 h 138732"/>
              <a:gd name="connsiteX4" fmla="*/ 31465 w 136584"/>
              <a:gd name="connsiteY4" fmla="*/ 127645 h 138732"/>
              <a:gd name="connsiteX5" fmla="*/ 74997 w 136584"/>
              <a:gd name="connsiteY5" fmla="*/ 99164 h 138732"/>
              <a:gd name="connsiteX6" fmla="*/ 60927 w 136584"/>
              <a:gd name="connsiteY6" fmla="*/ 103303 h 138732"/>
              <a:gd name="connsiteX7" fmla="*/ 33767 w 136584"/>
              <a:gd name="connsiteY7" fmla="*/ 77671 h 138732"/>
              <a:gd name="connsiteX8" fmla="*/ 33777 w 136584"/>
              <a:gd name="connsiteY8" fmla="*/ 75823 h 138732"/>
              <a:gd name="connsiteX9" fmla="*/ 62744 w 136584"/>
              <a:gd name="connsiteY9" fmla="*/ 47187 h 138732"/>
              <a:gd name="connsiteX10" fmla="*/ 73676 w 136584"/>
              <a:gd name="connsiteY10" fmla="*/ 49004 h 138732"/>
              <a:gd name="connsiteX11" fmla="*/ 73511 w 136584"/>
              <a:gd name="connsiteY11" fmla="*/ 32776 h 138732"/>
              <a:gd name="connsiteX12" fmla="*/ 330 w 136584"/>
              <a:gd name="connsiteY12" fmla="*/ 35594 h 138732"/>
              <a:gd name="connsiteX13" fmla="*/ 0 w 136584"/>
              <a:gd name="connsiteY13" fmla="*/ 22680 h 138732"/>
              <a:gd name="connsiteX14" fmla="*/ 73345 w 136584"/>
              <a:gd name="connsiteY14" fmla="*/ 21028 h 138732"/>
              <a:gd name="connsiteX15" fmla="*/ 73005 w 136584"/>
              <a:gd name="connsiteY15" fmla="*/ 10272 h 138732"/>
              <a:gd name="connsiteX16" fmla="*/ 72014 w 136584"/>
              <a:gd name="connsiteY16" fmla="*/ 0 h 138732"/>
              <a:gd name="connsiteX17" fmla="*/ 87086 w 136584"/>
              <a:gd name="connsiteY17" fmla="*/ 0 h 138732"/>
              <a:gd name="connsiteX18" fmla="*/ 86259 w 136584"/>
              <a:gd name="connsiteY18" fmla="*/ 10272 h 138732"/>
              <a:gd name="connsiteX19" fmla="*/ 86094 w 136584"/>
              <a:gd name="connsiteY19" fmla="*/ 20863 h 138732"/>
              <a:gd name="connsiteX20" fmla="*/ 88572 w 136584"/>
              <a:gd name="connsiteY20" fmla="*/ 20863 h 138732"/>
              <a:gd name="connsiteX21" fmla="*/ 136584 w 136584"/>
              <a:gd name="connsiteY21" fmla="*/ 21028 h 138732"/>
              <a:gd name="connsiteX22" fmla="*/ 136419 w 136584"/>
              <a:gd name="connsiteY22" fmla="*/ 33447 h 138732"/>
              <a:gd name="connsiteX23" fmla="*/ 88242 w 136584"/>
              <a:gd name="connsiteY23" fmla="*/ 32611 h 138732"/>
              <a:gd name="connsiteX24" fmla="*/ 77320 w 136584"/>
              <a:gd name="connsiteY24" fmla="*/ 68545 h 138732"/>
              <a:gd name="connsiteX25" fmla="*/ 62744 w 136584"/>
              <a:gd name="connsiteY25" fmla="*/ 58439 h 138732"/>
              <a:gd name="connsiteX26" fmla="*/ 46185 w 136584"/>
              <a:gd name="connsiteY26" fmla="*/ 75173 h 138732"/>
              <a:gd name="connsiteX27" fmla="*/ 46196 w 136584"/>
              <a:gd name="connsiteY27" fmla="*/ 75658 h 138732"/>
              <a:gd name="connsiteX28" fmla="*/ 61474 w 136584"/>
              <a:gd name="connsiteY28" fmla="*/ 91907 h 138732"/>
              <a:gd name="connsiteX29" fmla="*/ 62919 w 136584"/>
              <a:gd name="connsiteY29" fmla="*/ 91886 h 138732"/>
              <a:gd name="connsiteX30" fmla="*/ 77320 w 136584"/>
              <a:gd name="connsiteY30" fmla="*/ 68545 h 138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36584" h="138732">
                <a:moveTo>
                  <a:pt x="86094" y="32611"/>
                </a:moveTo>
                <a:cubicBezTo>
                  <a:pt x="86094" y="41891"/>
                  <a:pt x="86259" y="51987"/>
                  <a:pt x="86425" y="59430"/>
                </a:cubicBezTo>
                <a:cubicBezTo>
                  <a:pt x="90089" y="65820"/>
                  <a:pt x="91927" y="73098"/>
                  <a:pt x="91720" y="80458"/>
                </a:cubicBezTo>
                <a:cubicBezTo>
                  <a:pt x="91720" y="102643"/>
                  <a:pt x="80964" y="127315"/>
                  <a:pt x="42882" y="138732"/>
                </a:cubicBezTo>
                <a:lnTo>
                  <a:pt x="31465" y="127645"/>
                </a:lnTo>
                <a:cubicBezTo>
                  <a:pt x="52978" y="122679"/>
                  <a:pt x="68215" y="113740"/>
                  <a:pt x="74997" y="99164"/>
                </a:cubicBezTo>
                <a:cubicBezTo>
                  <a:pt x="70868" y="102013"/>
                  <a:pt x="65944" y="103458"/>
                  <a:pt x="60927" y="103303"/>
                </a:cubicBezTo>
                <a:cubicBezTo>
                  <a:pt x="46351" y="103726"/>
                  <a:pt x="34190" y="92247"/>
                  <a:pt x="33767" y="77671"/>
                </a:cubicBezTo>
                <a:cubicBezTo>
                  <a:pt x="33746" y="77052"/>
                  <a:pt x="33746" y="76443"/>
                  <a:pt x="33777" y="75823"/>
                </a:cubicBezTo>
                <a:cubicBezTo>
                  <a:pt x="33880" y="59926"/>
                  <a:pt x="46846" y="47104"/>
                  <a:pt x="62744" y="47187"/>
                </a:cubicBezTo>
                <a:cubicBezTo>
                  <a:pt x="66470" y="47166"/>
                  <a:pt x="70166" y="47786"/>
                  <a:pt x="73676" y="49004"/>
                </a:cubicBezTo>
                <a:cubicBezTo>
                  <a:pt x="73676" y="44204"/>
                  <a:pt x="73676" y="38412"/>
                  <a:pt x="73511" y="32776"/>
                </a:cubicBezTo>
                <a:cubicBezTo>
                  <a:pt x="48673" y="32941"/>
                  <a:pt x="20863" y="34108"/>
                  <a:pt x="330" y="35594"/>
                </a:cubicBezTo>
                <a:lnTo>
                  <a:pt x="0" y="22680"/>
                </a:lnTo>
                <a:cubicBezTo>
                  <a:pt x="18210" y="22350"/>
                  <a:pt x="49003" y="21358"/>
                  <a:pt x="73345" y="21028"/>
                </a:cubicBezTo>
                <a:cubicBezTo>
                  <a:pt x="73345" y="16393"/>
                  <a:pt x="73180" y="12584"/>
                  <a:pt x="73005" y="10272"/>
                </a:cubicBezTo>
                <a:cubicBezTo>
                  <a:pt x="72850" y="6793"/>
                  <a:pt x="72344" y="1982"/>
                  <a:pt x="72014" y="0"/>
                </a:cubicBezTo>
                <a:lnTo>
                  <a:pt x="87086" y="0"/>
                </a:lnTo>
                <a:lnTo>
                  <a:pt x="86259" y="10272"/>
                </a:lnTo>
                <a:cubicBezTo>
                  <a:pt x="86259" y="12749"/>
                  <a:pt x="86094" y="16558"/>
                  <a:pt x="86094" y="20863"/>
                </a:cubicBezTo>
                <a:lnTo>
                  <a:pt x="88572" y="20863"/>
                </a:lnTo>
                <a:cubicBezTo>
                  <a:pt x="108444" y="20863"/>
                  <a:pt x="128636" y="21028"/>
                  <a:pt x="136584" y="21028"/>
                </a:cubicBezTo>
                <a:lnTo>
                  <a:pt x="136419" y="33447"/>
                </a:lnTo>
                <a:cubicBezTo>
                  <a:pt x="127149" y="32941"/>
                  <a:pt x="112243" y="32611"/>
                  <a:pt x="88242" y="32611"/>
                </a:cubicBezTo>
                <a:close/>
                <a:moveTo>
                  <a:pt x="77320" y="68545"/>
                </a:moveTo>
                <a:cubicBezTo>
                  <a:pt x="75307" y="62259"/>
                  <a:pt x="69330" y="58119"/>
                  <a:pt x="62744" y="58439"/>
                </a:cubicBezTo>
                <a:cubicBezTo>
                  <a:pt x="53556" y="58491"/>
                  <a:pt x="46134" y="65975"/>
                  <a:pt x="46185" y="75173"/>
                </a:cubicBezTo>
                <a:cubicBezTo>
                  <a:pt x="46185" y="75338"/>
                  <a:pt x="46185" y="75493"/>
                  <a:pt x="46196" y="75658"/>
                </a:cubicBezTo>
                <a:cubicBezTo>
                  <a:pt x="45927" y="84360"/>
                  <a:pt x="52761" y="91638"/>
                  <a:pt x="61474" y="91907"/>
                </a:cubicBezTo>
                <a:cubicBezTo>
                  <a:pt x="61949" y="91917"/>
                  <a:pt x="62434" y="91917"/>
                  <a:pt x="62919" y="91886"/>
                </a:cubicBezTo>
                <a:cubicBezTo>
                  <a:pt x="72520" y="91886"/>
                  <a:pt x="78806" y="84102"/>
                  <a:pt x="77320" y="68545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71" name="フリーフォーム: 図形 70">
            <a:extLst>
              <a:ext uri="{FF2B5EF4-FFF2-40B4-BE49-F238E27FC236}">
                <a16:creationId xmlns:a16="http://schemas.microsoft.com/office/drawing/2014/main" id="{02876771-7589-12B8-27A3-5E9C5E8A02D5}"/>
              </a:ext>
            </a:extLst>
          </p:cNvPr>
          <p:cNvSpPr/>
          <p:nvPr/>
        </p:nvSpPr>
        <p:spPr>
          <a:xfrm>
            <a:off x="6281649" y="5128078"/>
            <a:ext cx="122514" cy="130948"/>
          </a:xfrm>
          <a:custGeom>
            <a:avLst/>
            <a:gdLst>
              <a:gd name="connsiteX0" fmla="*/ 105120 w 122514"/>
              <a:gd name="connsiteY0" fmla="*/ 9590 h 130948"/>
              <a:gd name="connsiteX1" fmla="*/ 96025 w 122514"/>
              <a:gd name="connsiteY1" fmla="*/ 15887 h 130948"/>
              <a:gd name="connsiteX2" fmla="*/ 53308 w 122514"/>
              <a:gd name="connsiteY2" fmla="*/ 51977 h 130948"/>
              <a:gd name="connsiteX3" fmla="*/ 75493 w 122514"/>
              <a:gd name="connsiteY3" fmla="*/ 48508 h 130948"/>
              <a:gd name="connsiteX4" fmla="*/ 122514 w 122514"/>
              <a:gd name="connsiteY4" fmla="*/ 87240 h 130948"/>
              <a:gd name="connsiteX5" fmla="*/ 65892 w 122514"/>
              <a:gd name="connsiteY5" fmla="*/ 130948 h 130948"/>
              <a:gd name="connsiteX6" fmla="*/ 29803 w 122514"/>
              <a:gd name="connsiteY6" fmla="*/ 107442 h 130948"/>
              <a:gd name="connsiteX7" fmla="*/ 54712 w 122514"/>
              <a:gd name="connsiteY7" fmla="*/ 85878 h 130948"/>
              <a:gd name="connsiteX8" fmla="*/ 55125 w 122514"/>
              <a:gd name="connsiteY8" fmla="*/ 85919 h 130948"/>
              <a:gd name="connsiteX9" fmla="*/ 88902 w 122514"/>
              <a:gd name="connsiteY9" fmla="*/ 114885 h 130948"/>
              <a:gd name="connsiteX10" fmla="*/ 109259 w 122514"/>
              <a:gd name="connsiteY10" fmla="*/ 87075 h 130948"/>
              <a:gd name="connsiteX11" fmla="*/ 72344 w 122514"/>
              <a:gd name="connsiteY11" fmla="*/ 59265 h 130948"/>
              <a:gd name="connsiteX12" fmla="*/ 9600 w 122514"/>
              <a:gd name="connsiteY12" fmla="*/ 91875 h 130948"/>
              <a:gd name="connsiteX13" fmla="*/ 0 w 122514"/>
              <a:gd name="connsiteY13" fmla="*/ 82110 h 130948"/>
              <a:gd name="connsiteX14" fmla="*/ 44203 w 122514"/>
              <a:gd name="connsiteY14" fmla="*/ 45359 h 130948"/>
              <a:gd name="connsiteX15" fmla="*/ 81779 w 122514"/>
              <a:gd name="connsiteY15" fmla="*/ 13234 h 130948"/>
              <a:gd name="connsiteX16" fmla="*/ 32445 w 122514"/>
              <a:gd name="connsiteY16" fmla="*/ 15557 h 130948"/>
              <a:gd name="connsiteX17" fmla="*/ 21358 w 122514"/>
              <a:gd name="connsiteY17" fmla="*/ 16548 h 130948"/>
              <a:gd name="connsiteX18" fmla="*/ 21018 w 122514"/>
              <a:gd name="connsiteY18" fmla="*/ 2808 h 130948"/>
              <a:gd name="connsiteX19" fmla="*/ 32611 w 122514"/>
              <a:gd name="connsiteY19" fmla="*/ 3303 h 130948"/>
              <a:gd name="connsiteX20" fmla="*/ 88572 w 122514"/>
              <a:gd name="connsiteY20" fmla="*/ 1321 h 130948"/>
              <a:gd name="connsiteX21" fmla="*/ 97512 w 122514"/>
              <a:gd name="connsiteY21" fmla="*/ 0 h 130948"/>
              <a:gd name="connsiteX22" fmla="*/ 76814 w 122514"/>
              <a:gd name="connsiteY22" fmla="*/ 118034 h 130948"/>
              <a:gd name="connsiteX23" fmla="*/ 55125 w 122514"/>
              <a:gd name="connsiteY23" fmla="*/ 96180 h 130948"/>
              <a:gd name="connsiteX24" fmla="*/ 42046 w 122514"/>
              <a:gd name="connsiteY24" fmla="*/ 106276 h 130948"/>
              <a:gd name="connsiteX25" fmla="*/ 63734 w 122514"/>
              <a:gd name="connsiteY25" fmla="*/ 119025 h 130948"/>
              <a:gd name="connsiteX26" fmla="*/ 76814 w 122514"/>
              <a:gd name="connsiteY26" fmla="*/ 118034 h 130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22514" h="130948">
                <a:moveTo>
                  <a:pt x="105120" y="9590"/>
                </a:moveTo>
                <a:cubicBezTo>
                  <a:pt x="102147" y="11582"/>
                  <a:pt x="98503" y="14070"/>
                  <a:pt x="96025" y="15887"/>
                </a:cubicBezTo>
                <a:cubicBezTo>
                  <a:pt x="87911" y="22019"/>
                  <a:pt x="65892" y="41385"/>
                  <a:pt x="53308" y="51977"/>
                </a:cubicBezTo>
                <a:cubicBezTo>
                  <a:pt x="60462" y="49633"/>
                  <a:pt x="67957" y="48457"/>
                  <a:pt x="75493" y="48508"/>
                </a:cubicBezTo>
                <a:cubicBezTo>
                  <a:pt x="102807" y="48498"/>
                  <a:pt x="122514" y="65056"/>
                  <a:pt x="122514" y="87240"/>
                </a:cubicBezTo>
                <a:cubicBezTo>
                  <a:pt x="122514" y="113729"/>
                  <a:pt x="100485" y="130948"/>
                  <a:pt x="65892" y="130948"/>
                </a:cubicBezTo>
                <a:cubicBezTo>
                  <a:pt x="43543" y="130948"/>
                  <a:pt x="29803" y="121007"/>
                  <a:pt x="29803" y="107442"/>
                </a:cubicBezTo>
                <a:cubicBezTo>
                  <a:pt x="30721" y="94601"/>
                  <a:pt x="41880" y="84949"/>
                  <a:pt x="54712" y="85878"/>
                </a:cubicBezTo>
                <a:cubicBezTo>
                  <a:pt x="54857" y="85888"/>
                  <a:pt x="54991" y="85898"/>
                  <a:pt x="55125" y="85919"/>
                </a:cubicBezTo>
                <a:cubicBezTo>
                  <a:pt x="72292" y="85072"/>
                  <a:pt x="87116" y="97801"/>
                  <a:pt x="88902" y="114885"/>
                </a:cubicBezTo>
                <a:cubicBezTo>
                  <a:pt x="101146" y="111210"/>
                  <a:pt x="109456" y="99855"/>
                  <a:pt x="109259" y="87075"/>
                </a:cubicBezTo>
                <a:cubicBezTo>
                  <a:pt x="109259" y="71012"/>
                  <a:pt x="93042" y="59265"/>
                  <a:pt x="72344" y="59265"/>
                </a:cubicBezTo>
                <a:cubicBezTo>
                  <a:pt x="45359" y="59265"/>
                  <a:pt x="30463" y="70682"/>
                  <a:pt x="9600" y="91875"/>
                </a:cubicBezTo>
                <a:lnTo>
                  <a:pt x="0" y="82110"/>
                </a:lnTo>
                <a:cubicBezTo>
                  <a:pt x="13575" y="70857"/>
                  <a:pt x="34603" y="53298"/>
                  <a:pt x="44203" y="45359"/>
                </a:cubicBezTo>
                <a:cubicBezTo>
                  <a:pt x="53308" y="37741"/>
                  <a:pt x="73676" y="20522"/>
                  <a:pt x="81779" y="13234"/>
                </a:cubicBezTo>
                <a:cubicBezTo>
                  <a:pt x="73170" y="13575"/>
                  <a:pt x="40890" y="15061"/>
                  <a:pt x="32445" y="15557"/>
                </a:cubicBezTo>
                <a:cubicBezTo>
                  <a:pt x="28729" y="15629"/>
                  <a:pt x="25023" y="15959"/>
                  <a:pt x="21358" y="16548"/>
                </a:cubicBezTo>
                <a:lnTo>
                  <a:pt x="21018" y="2808"/>
                </a:lnTo>
                <a:cubicBezTo>
                  <a:pt x="24868" y="3211"/>
                  <a:pt x="28739" y="3376"/>
                  <a:pt x="32611" y="3303"/>
                </a:cubicBezTo>
                <a:cubicBezTo>
                  <a:pt x="41055" y="3303"/>
                  <a:pt x="79963" y="2147"/>
                  <a:pt x="88572" y="1321"/>
                </a:cubicBezTo>
                <a:cubicBezTo>
                  <a:pt x="91576" y="1105"/>
                  <a:pt x="94569" y="661"/>
                  <a:pt x="97512" y="0"/>
                </a:cubicBezTo>
                <a:close/>
                <a:moveTo>
                  <a:pt x="76814" y="118034"/>
                </a:moveTo>
                <a:cubicBezTo>
                  <a:pt x="76793" y="106039"/>
                  <a:pt x="67120" y="96294"/>
                  <a:pt x="55125" y="96180"/>
                </a:cubicBezTo>
                <a:cubicBezTo>
                  <a:pt x="47682" y="96180"/>
                  <a:pt x="42046" y="100650"/>
                  <a:pt x="42046" y="106276"/>
                </a:cubicBezTo>
                <a:cubicBezTo>
                  <a:pt x="42046" y="114390"/>
                  <a:pt x="51491" y="119025"/>
                  <a:pt x="63734" y="119025"/>
                </a:cubicBezTo>
                <a:cubicBezTo>
                  <a:pt x="68112" y="119046"/>
                  <a:pt x="72489" y="118715"/>
                  <a:pt x="76814" y="118034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72" name="フリーフォーム: 図形 71">
            <a:extLst>
              <a:ext uri="{FF2B5EF4-FFF2-40B4-BE49-F238E27FC236}">
                <a16:creationId xmlns:a16="http://schemas.microsoft.com/office/drawing/2014/main" id="{C1115F99-BF61-79F7-4E99-B5C7693CCF56}"/>
              </a:ext>
            </a:extLst>
          </p:cNvPr>
          <p:cNvSpPr/>
          <p:nvPr/>
        </p:nvSpPr>
        <p:spPr>
          <a:xfrm>
            <a:off x="7668719" y="4260681"/>
            <a:ext cx="190079" cy="182243"/>
          </a:xfrm>
          <a:custGeom>
            <a:avLst/>
            <a:gdLst>
              <a:gd name="connsiteX0" fmla="*/ 71209 w 190079"/>
              <a:gd name="connsiteY0" fmla="*/ 46464 h 182243"/>
              <a:gd name="connsiteX1" fmla="*/ 0 w 190079"/>
              <a:gd name="connsiteY1" fmla="*/ 46464 h 182243"/>
              <a:gd name="connsiteX2" fmla="*/ 0 w 190079"/>
              <a:gd name="connsiteY2" fmla="*/ 27563 h 182243"/>
              <a:gd name="connsiteX3" fmla="*/ 71209 w 190079"/>
              <a:gd name="connsiteY3" fmla="*/ 27563 h 182243"/>
              <a:gd name="connsiteX4" fmla="*/ 64974 w 190079"/>
              <a:gd name="connsiteY4" fmla="*/ 171384 h 182243"/>
              <a:gd name="connsiteX5" fmla="*/ 27759 w 190079"/>
              <a:gd name="connsiteY5" fmla="*/ 171384 h 182243"/>
              <a:gd name="connsiteX6" fmla="*/ 27759 w 190079"/>
              <a:gd name="connsiteY6" fmla="*/ 179426 h 182243"/>
              <a:gd name="connsiteX7" fmla="*/ 8238 w 190079"/>
              <a:gd name="connsiteY7" fmla="*/ 179426 h 182243"/>
              <a:gd name="connsiteX8" fmla="*/ 8238 w 190079"/>
              <a:gd name="connsiteY8" fmla="*/ 110839 h 182243"/>
              <a:gd name="connsiteX9" fmla="*/ 64963 w 190079"/>
              <a:gd name="connsiteY9" fmla="*/ 110839 h 182243"/>
              <a:gd name="connsiteX10" fmla="*/ 64561 w 190079"/>
              <a:gd name="connsiteY10" fmla="*/ 73820 h 182243"/>
              <a:gd name="connsiteX11" fmla="*/ 8847 w 190079"/>
              <a:gd name="connsiteY11" fmla="*/ 73820 h 182243"/>
              <a:gd name="connsiteX12" fmla="*/ 8847 w 190079"/>
              <a:gd name="connsiteY12" fmla="*/ 55518 h 182243"/>
              <a:gd name="connsiteX13" fmla="*/ 64561 w 190079"/>
              <a:gd name="connsiteY13" fmla="*/ 55518 h 182243"/>
              <a:gd name="connsiteX14" fmla="*/ 8847 w 190079"/>
              <a:gd name="connsiteY14" fmla="*/ 83080 h 182243"/>
              <a:gd name="connsiteX15" fmla="*/ 64561 w 190079"/>
              <a:gd name="connsiteY15" fmla="*/ 83080 h 182243"/>
              <a:gd name="connsiteX16" fmla="*/ 64561 w 190079"/>
              <a:gd name="connsiteY16" fmla="*/ 100980 h 182243"/>
              <a:gd name="connsiteX17" fmla="*/ 8847 w 190079"/>
              <a:gd name="connsiteY17" fmla="*/ 100980 h 182243"/>
              <a:gd name="connsiteX18" fmla="*/ 64158 w 190079"/>
              <a:gd name="connsiteY18" fmla="*/ 18706 h 182243"/>
              <a:gd name="connsiteX19" fmla="*/ 10055 w 190079"/>
              <a:gd name="connsiteY19" fmla="*/ 18706 h 182243"/>
              <a:gd name="connsiteX20" fmla="*/ 10055 w 190079"/>
              <a:gd name="connsiteY20" fmla="*/ 609 h 182243"/>
              <a:gd name="connsiteX21" fmla="*/ 64158 w 190079"/>
              <a:gd name="connsiteY21" fmla="*/ 609 h 182243"/>
              <a:gd name="connsiteX22" fmla="*/ 27759 w 190079"/>
              <a:gd name="connsiteY22" fmla="*/ 129544 h 182243"/>
              <a:gd name="connsiteX23" fmla="*/ 27759 w 190079"/>
              <a:gd name="connsiteY23" fmla="*/ 152678 h 182243"/>
              <a:gd name="connsiteX24" fmla="*/ 45453 w 190079"/>
              <a:gd name="connsiteY24" fmla="*/ 152678 h 182243"/>
              <a:gd name="connsiteX25" fmla="*/ 45453 w 190079"/>
              <a:gd name="connsiteY25" fmla="*/ 129544 h 182243"/>
              <a:gd name="connsiteX26" fmla="*/ 157695 w 190079"/>
              <a:gd name="connsiteY26" fmla="*/ 132559 h 182243"/>
              <a:gd name="connsiteX27" fmla="*/ 190079 w 190079"/>
              <a:gd name="connsiteY27" fmla="*/ 170176 h 182243"/>
              <a:gd name="connsiteX28" fmla="*/ 168958 w 190079"/>
              <a:gd name="connsiteY28" fmla="*/ 182244 h 182243"/>
              <a:gd name="connsiteX29" fmla="*/ 137783 w 190079"/>
              <a:gd name="connsiteY29" fmla="*/ 143016 h 182243"/>
              <a:gd name="connsiteX30" fmla="*/ 157097 w 190079"/>
              <a:gd name="connsiteY30" fmla="*/ 132559 h 182243"/>
              <a:gd name="connsiteX31" fmla="*/ 106204 w 190079"/>
              <a:gd name="connsiteY31" fmla="*/ 132559 h 182243"/>
              <a:gd name="connsiteX32" fmla="*/ 124910 w 190079"/>
              <a:gd name="connsiteY32" fmla="*/ 143016 h 182243"/>
              <a:gd name="connsiteX33" fmla="*/ 84484 w 190079"/>
              <a:gd name="connsiteY33" fmla="*/ 182048 h 182243"/>
              <a:gd name="connsiteX34" fmla="*/ 67183 w 190079"/>
              <a:gd name="connsiteY34" fmla="*/ 166955 h 182243"/>
              <a:gd name="connsiteX35" fmla="*/ 103190 w 190079"/>
              <a:gd name="connsiteY35" fmla="*/ 132559 h 182243"/>
              <a:gd name="connsiteX36" fmla="*/ 72210 w 190079"/>
              <a:gd name="connsiteY36" fmla="*/ 132559 h 182243"/>
              <a:gd name="connsiteX37" fmla="*/ 72210 w 190079"/>
              <a:gd name="connsiteY37" fmla="*/ 111241 h 182243"/>
              <a:gd name="connsiteX38" fmla="*/ 150253 w 190079"/>
              <a:gd name="connsiteY38" fmla="*/ 111241 h 182243"/>
              <a:gd name="connsiteX39" fmla="*/ 150253 w 190079"/>
              <a:gd name="connsiteY39" fmla="*/ 93331 h 182243"/>
              <a:gd name="connsiteX40" fmla="*/ 101177 w 190079"/>
              <a:gd name="connsiteY40" fmla="*/ 93331 h 182243"/>
              <a:gd name="connsiteX41" fmla="*/ 101177 w 190079"/>
              <a:gd name="connsiteY41" fmla="*/ 101579 h 182243"/>
              <a:gd name="connsiteX42" fmla="*/ 79447 w 190079"/>
              <a:gd name="connsiteY42" fmla="*/ 101579 h 182243"/>
              <a:gd name="connsiteX43" fmla="*/ 79447 w 190079"/>
              <a:gd name="connsiteY43" fmla="*/ 15887 h 182243"/>
              <a:gd name="connsiteX44" fmla="*/ 101177 w 190079"/>
              <a:gd name="connsiteY44" fmla="*/ 15887 h 182243"/>
              <a:gd name="connsiteX45" fmla="*/ 101177 w 190079"/>
              <a:gd name="connsiteY45" fmla="*/ 72623 h 182243"/>
              <a:gd name="connsiteX46" fmla="*/ 173593 w 190079"/>
              <a:gd name="connsiteY46" fmla="*/ 72623 h 182243"/>
              <a:gd name="connsiteX47" fmla="*/ 173593 w 190079"/>
              <a:gd name="connsiteY47" fmla="*/ 111241 h 182243"/>
              <a:gd name="connsiteX48" fmla="*/ 188469 w 190079"/>
              <a:gd name="connsiteY48" fmla="*/ 111241 h 182243"/>
              <a:gd name="connsiteX49" fmla="*/ 188469 w 190079"/>
              <a:gd name="connsiteY49" fmla="*/ 132559 h 182243"/>
              <a:gd name="connsiteX50" fmla="*/ 179012 w 190079"/>
              <a:gd name="connsiteY50" fmla="*/ 61350 h 182243"/>
              <a:gd name="connsiteX51" fmla="*/ 112243 w 190079"/>
              <a:gd name="connsiteY51" fmla="*/ 61350 h 182243"/>
              <a:gd name="connsiteX52" fmla="*/ 112243 w 190079"/>
              <a:gd name="connsiteY52" fmla="*/ 0 h 182243"/>
              <a:gd name="connsiteX53" fmla="*/ 179012 w 190079"/>
              <a:gd name="connsiteY53" fmla="*/ 0 h 182243"/>
              <a:gd name="connsiteX54" fmla="*/ 157097 w 190079"/>
              <a:gd name="connsiteY54" fmla="*/ 19717 h 182243"/>
              <a:gd name="connsiteX55" fmla="*/ 132951 w 190079"/>
              <a:gd name="connsiteY55" fmla="*/ 19717 h 182243"/>
              <a:gd name="connsiteX56" fmla="*/ 132951 w 190079"/>
              <a:gd name="connsiteY56" fmla="*/ 41644 h 182243"/>
              <a:gd name="connsiteX57" fmla="*/ 157097 w 190079"/>
              <a:gd name="connsiteY57" fmla="*/ 41644 h 182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90079" h="182243">
                <a:moveTo>
                  <a:pt x="71209" y="46464"/>
                </a:moveTo>
                <a:lnTo>
                  <a:pt x="0" y="46464"/>
                </a:lnTo>
                <a:lnTo>
                  <a:pt x="0" y="27563"/>
                </a:lnTo>
                <a:lnTo>
                  <a:pt x="71209" y="27563"/>
                </a:lnTo>
                <a:close/>
                <a:moveTo>
                  <a:pt x="64974" y="171384"/>
                </a:moveTo>
                <a:lnTo>
                  <a:pt x="27759" y="171384"/>
                </a:lnTo>
                <a:lnTo>
                  <a:pt x="27759" y="179426"/>
                </a:lnTo>
                <a:lnTo>
                  <a:pt x="8238" y="179426"/>
                </a:lnTo>
                <a:lnTo>
                  <a:pt x="8238" y="110839"/>
                </a:lnTo>
                <a:lnTo>
                  <a:pt x="64963" y="110839"/>
                </a:lnTo>
                <a:close/>
                <a:moveTo>
                  <a:pt x="64561" y="73820"/>
                </a:moveTo>
                <a:lnTo>
                  <a:pt x="8847" y="73820"/>
                </a:lnTo>
                <a:lnTo>
                  <a:pt x="8847" y="55518"/>
                </a:lnTo>
                <a:lnTo>
                  <a:pt x="64561" y="55518"/>
                </a:lnTo>
                <a:close/>
                <a:moveTo>
                  <a:pt x="8847" y="83080"/>
                </a:moveTo>
                <a:lnTo>
                  <a:pt x="64561" y="83080"/>
                </a:lnTo>
                <a:lnTo>
                  <a:pt x="64561" y="100980"/>
                </a:lnTo>
                <a:lnTo>
                  <a:pt x="8847" y="100980"/>
                </a:lnTo>
                <a:close/>
                <a:moveTo>
                  <a:pt x="64158" y="18706"/>
                </a:moveTo>
                <a:lnTo>
                  <a:pt x="10055" y="18706"/>
                </a:lnTo>
                <a:lnTo>
                  <a:pt x="10055" y="609"/>
                </a:lnTo>
                <a:lnTo>
                  <a:pt x="64158" y="609"/>
                </a:lnTo>
                <a:close/>
                <a:moveTo>
                  <a:pt x="27759" y="129544"/>
                </a:moveTo>
                <a:lnTo>
                  <a:pt x="27759" y="152678"/>
                </a:lnTo>
                <a:lnTo>
                  <a:pt x="45453" y="152678"/>
                </a:lnTo>
                <a:lnTo>
                  <a:pt x="45453" y="129544"/>
                </a:lnTo>
                <a:close/>
                <a:moveTo>
                  <a:pt x="157695" y="132559"/>
                </a:moveTo>
                <a:cubicBezTo>
                  <a:pt x="169960" y="143759"/>
                  <a:pt x="180830" y="156384"/>
                  <a:pt x="190079" y="170176"/>
                </a:cubicBezTo>
                <a:lnTo>
                  <a:pt x="168958" y="182244"/>
                </a:lnTo>
                <a:cubicBezTo>
                  <a:pt x="160266" y="167905"/>
                  <a:pt x="149799" y="154722"/>
                  <a:pt x="137783" y="143016"/>
                </a:cubicBezTo>
                <a:lnTo>
                  <a:pt x="157097" y="132559"/>
                </a:lnTo>
                <a:lnTo>
                  <a:pt x="106204" y="132559"/>
                </a:lnTo>
                <a:lnTo>
                  <a:pt x="124910" y="143016"/>
                </a:lnTo>
                <a:cubicBezTo>
                  <a:pt x="114029" y="158470"/>
                  <a:pt x="100310" y="171714"/>
                  <a:pt x="84484" y="182048"/>
                </a:cubicBezTo>
                <a:cubicBezTo>
                  <a:pt x="79219" y="176463"/>
                  <a:pt x="73428" y="171415"/>
                  <a:pt x="67183" y="166955"/>
                </a:cubicBezTo>
                <a:cubicBezTo>
                  <a:pt x="81357" y="158005"/>
                  <a:pt x="93599" y="146309"/>
                  <a:pt x="103190" y="132559"/>
                </a:cubicBezTo>
                <a:lnTo>
                  <a:pt x="72210" y="132559"/>
                </a:lnTo>
                <a:lnTo>
                  <a:pt x="72210" y="111241"/>
                </a:lnTo>
                <a:lnTo>
                  <a:pt x="150253" y="111241"/>
                </a:lnTo>
                <a:lnTo>
                  <a:pt x="150253" y="93331"/>
                </a:lnTo>
                <a:lnTo>
                  <a:pt x="101177" y="93331"/>
                </a:lnTo>
                <a:lnTo>
                  <a:pt x="101177" y="101579"/>
                </a:lnTo>
                <a:lnTo>
                  <a:pt x="79447" y="101579"/>
                </a:lnTo>
                <a:lnTo>
                  <a:pt x="79447" y="15887"/>
                </a:lnTo>
                <a:lnTo>
                  <a:pt x="101177" y="15887"/>
                </a:lnTo>
                <a:lnTo>
                  <a:pt x="101177" y="72623"/>
                </a:lnTo>
                <a:lnTo>
                  <a:pt x="173593" y="72623"/>
                </a:lnTo>
                <a:lnTo>
                  <a:pt x="173593" y="111241"/>
                </a:lnTo>
                <a:lnTo>
                  <a:pt x="188469" y="111241"/>
                </a:lnTo>
                <a:lnTo>
                  <a:pt x="188469" y="132559"/>
                </a:lnTo>
                <a:close/>
                <a:moveTo>
                  <a:pt x="179012" y="61350"/>
                </a:moveTo>
                <a:lnTo>
                  <a:pt x="112243" y="61350"/>
                </a:lnTo>
                <a:lnTo>
                  <a:pt x="112243" y="0"/>
                </a:lnTo>
                <a:lnTo>
                  <a:pt x="179012" y="0"/>
                </a:lnTo>
                <a:close/>
                <a:moveTo>
                  <a:pt x="157097" y="19717"/>
                </a:moveTo>
                <a:lnTo>
                  <a:pt x="132951" y="19717"/>
                </a:lnTo>
                <a:lnTo>
                  <a:pt x="132951" y="41644"/>
                </a:lnTo>
                <a:lnTo>
                  <a:pt x="157097" y="41644"/>
                </a:ln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73" name="フリーフォーム: 図形 72">
            <a:extLst>
              <a:ext uri="{FF2B5EF4-FFF2-40B4-BE49-F238E27FC236}">
                <a16:creationId xmlns:a16="http://schemas.microsoft.com/office/drawing/2014/main" id="{3E5BF31B-1955-9102-71C4-34431EDB7E77}"/>
              </a:ext>
            </a:extLst>
          </p:cNvPr>
          <p:cNvSpPr/>
          <p:nvPr/>
        </p:nvSpPr>
        <p:spPr>
          <a:xfrm>
            <a:off x="7869802" y="4255045"/>
            <a:ext cx="190894" cy="188489"/>
          </a:xfrm>
          <a:custGeom>
            <a:avLst/>
            <a:gdLst>
              <a:gd name="connsiteX0" fmla="*/ 70600 w 190894"/>
              <a:gd name="connsiteY0" fmla="*/ 52101 h 188489"/>
              <a:gd name="connsiteX1" fmla="*/ 0 w 190894"/>
              <a:gd name="connsiteY1" fmla="*/ 52101 h 188489"/>
              <a:gd name="connsiteX2" fmla="*/ 0 w 190894"/>
              <a:gd name="connsiteY2" fmla="*/ 33199 h 188489"/>
              <a:gd name="connsiteX3" fmla="*/ 70600 w 190894"/>
              <a:gd name="connsiteY3" fmla="*/ 33199 h 188489"/>
              <a:gd name="connsiteX4" fmla="*/ 64974 w 190894"/>
              <a:gd name="connsiteY4" fmla="*/ 168576 h 188489"/>
              <a:gd name="connsiteX5" fmla="*/ 98761 w 190894"/>
              <a:gd name="connsiteY5" fmla="*/ 103798 h 188489"/>
              <a:gd name="connsiteX6" fmla="*/ 121090 w 190894"/>
              <a:gd name="connsiteY6" fmla="*/ 103798 h 188489"/>
              <a:gd name="connsiteX7" fmla="*/ 76835 w 190894"/>
              <a:gd name="connsiteY7" fmla="*/ 188489 h 188489"/>
              <a:gd name="connsiteX8" fmla="*/ 64974 w 190894"/>
              <a:gd name="connsiteY8" fmla="*/ 170981 h 188489"/>
              <a:gd name="connsiteX9" fmla="*/ 64974 w 190894"/>
              <a:gd name="connsiteY9" fmla="*/ 177020 h 188489"/>
              <a:gd name="connsiteX10" fmla="*/ 27759 w 190894"/>
              <a:gd name="connsiteY10" fmla="*/ 177020 h 188489"/>
              <a:gd name="connsiteX11" fmla="*/ 27759 w 190894"/>
              <a:gd name="connsiteY11" fmla="*/ 185062 h 188489"/>
              <a:gd name="connsiteX12" fmla="*/ 8248 w 190894"/>
              <a:gd name="connsiteY12" fmla="*/ 185062 h 188489"/>
              <a:gd name="connsiteX13" fmla="*/ 8248 w 190894"/>
              <a:gd name="connsiteY13" fmla="*/ 116475 h 188489"/>
              <a:gd name="connsiteX14" fmla="*/ 64974 w 190894"/>
              <a:gd name="connsiteY14" fmla="*/ 116475 h 188489"/>
              <a:gd name="connsiteX15" fmla="*/ 64571 w 190894"/>
              <a:gd name="connsiteY15" fmla="*/ 79457 h 188489"/>
              <a:gd name="connsiteX16" fmla="*/ 8858 w 190894"/>
              <a:gd name="connsiteY16" fmla="*/ 79457 h 188489"/>
              <a:gd name="connsiteX17" fmla="*/ 8858 w 190894"/>
              <a:gd name="connsiteY17" fmla="*/ 61154 h 188489"/>
              <a:gd name="connsiteX18" fmla="*/ 64571 w 190894"/>
              <a:gd name="connsiteY18" fmla="*/ 61154 h 188489"/>
              <a:gd name="connsiteX19" fmla="*/ 8858 w 190894"/>
              <a:gd name="connsiteY19" fmla="*/ 88716 h 188489"/>
              <a:gd name="connsiteX20" fmla="*/ 64571 w 190894"/>
              <a:gd name="connsiteY20" fmla="*/ 88716 h 188489"/>
              <a:gd name="connsiteX21" fmla="*/ 64571 w 190894"/>
              <a:gd name="connsiteY21" fmla="*/ 106617 h 188489"/>
              <a:gd name="connsiteX22" fmla="*/ 8858 w 190894"/>
              <a:gd name="connsiteY22" fmla="*/ 106617 h 188489"/>
              <a:gd name="connsiteX23" fmla="*/ 64168 w 190894"/>
              <a:gd name="connsiteY23" fmla="*/ 24342 h 188489"/>
              <a:gd name="connsiteX24" fmla="*/ 10055 w 190894"/>
              <a:gd name="connsiteY24" fmla="*/ 24342 h 188489"/>
              <a:gd name="connsiteX25" fmla="*/ 10055 w 190894"/>
              <a:gd name="connsiteY25" fmla="*/ 6246 h 188489"/>
              <a:gd name="connsiteX26" fmla="*/ 64168 w 190894"/>
              <a:gd name="connsiteY26" fmla="*/ 6246 h 188489"/>
              <a:gd name="connsiteX27" fmla="*/ 45463 w 190894"/>
              <a:gd name="connsiteY27" fmla="*/ 135181 h 188489"/>
              <a:gd name="connsiteX28" fmla="*/ 27759 w 190894"/>
              <a:gd name="connsiteY28" fmla="*/ 135181 h 188489"/>
              <a:gd name="connsiteX29" fmla="*/ 27759 w 190894"/>
              <a:gd name="connsiteY29" fmla="*/ 158315 h 188489"/>
              <a:gd name="connsiteX30" fmla="*/ 45463 w 190894"/>
              <a:gd name="connsiteY30" fmla="*/ 158315 h 188489"/>
              <a:gd name="connsiteX31" fmla="*/ 93135 w 190894"/>
              <a:gd name="connsiteY31" fmla="*/ 114060 h 188489"/>
              <a:gd name="connsiteX32" fmla="*/ 72014 w 190894"/>
              <a:gd name="connsiteY32" fmla="*/ 114060 h 188489"/>
              <a:gd name="connsiteX33" fmla="*/ 72014 w 190894"/>
              <a:gd name="connsiteY33" fmla="*/ 75637 h 188489"/>
              <a:gd name="connsiteX34" fmla="*/ 185062 w 190894"/>
              <a:gd name="connsiteY34" fmla="*/ 75637 h 188489"/>
              <a:gd name="connsiteX35" fmla="*/ 185062 w 190894"/>
              <a:gd name="connsiteY35" fmla="*/ 114060 h 188489"/>
              <a:gd name="connsiteX36" fmla="*/ 162929 w 190894"/>
              <a:gd name="connsiteY36" fmla="*/ 114060 h 188489"/>
              <a:gd name="connsiteX37" fmla="*/ 162929 w 190894"/>
              <a:gd name="connsiteY37" fmla="*/ 94343 h 188489"/>
              <a:gd name="connsiteX38" fmla="*/ 93135 w 190894"/>
              <a:gd name="connsiteY38" fmla="*/ 94343 h 188489"/>
              <a:gd name="connsiteX39" fmla="*/ 115660 w 190894"/>
              <a:gd name="connsiteY39" fmla="*/ 34407 h 188489"/>
              <a:gd name="connsiteX40" fmla="*/ 74223 w 190894"/>
              <a:gd name="connsiteY40" fmla="*/ 34407 h 188489"/>
              <a:gd name="connsiteX41" fmla="*/ 74223 w 190894"/>
              <a:gd name="connsiteY41" fmla="*/ 15092 h 188489"/>
              <a:gd name="connsiteX42" fmla="*/ 115660 w 190894"/>
              <a:gd name="connsiteY42" fmla="*/ 15092 h 188489"/>
              <a:gd name="connsiteX43" fmla="*/ 115660 w 190894"/>
              <a:gd name="connsiteY43" fmla="*/ 0 h 188489"/>
              <a:gd name="connsiteX44" fmla="*/ 139392 w 190894"/>
              <a:gd name="connsiteY44" fmla="*/ 0 h 188489"/>
              <a:gd name="connsiteX45" fmla="*/ 139392 w 190894"/>
              <a:gd name="connsiteY45" fmla="*/ 15092 h 188489"/>
              <a:gd name="connsiteX46" fmla="*/ 183648 w 190894"/>
              <a:gd name="connsiteY46" fmla="*/ 15092 h 188489"/>
              <a:gd name="connsiteX47" fmla="*/ 183648 w 190894"/>
              <a:gd name="connsiteY47" fmla="*/ 34407 h 188489"/>
              <a:gd name="connsiteX48" fmla="*/ 139403 w 190894"/>
              <a:gd name="connsiteY48" fmla="*/ 34407 h 188489"/>
              <a:gd name="connsiteX49" fmla="*/ 139403 w 190894"/>
              <a:gd name="connsiteY49" fmla="*/ 46475 h 188489"/>
              <a:gd name="connsiteX50" fmla="*/ 177619 w 190894"/>
              <a:gd name="connsiteY50" fmla="*/ 46475 h 188489"/>
              <a:gd name="connsiteX51" fmla="*/ 177619 w 190894"/>
              <a:gd name="connsiteY51" fmla="*/ 65789 h 188489"/>
              <a:gd name="connsiteX52" fmla="*/ 80861 w 190894"/>
              <a:gd name="connsiteY52" fmla="*/ 65789 h 188489"/>
              <a:gd name="connsiteX53" fmla="*/ 80861 w 190894"/>
              <a:gd name="connsiteY53" fmla="*/ 46475 h 188489"/>
              <a:gd name="connsiteX54" fmla="*/ 115660 w 190894"/>
              <a:gd name="connsiteY54" fmla="*/ 46475 h 188489"/>
              <a:gd name="connsiteX55" fmla="*/ 166749 w 190894"/>
              <a:gd name="connsiteY55" fmla="*/ 165551 h 188489"/>
              <a:gd name="connsiteX56" fmla="*/ 171178 w 190894"/>
              <a:gd name="connsiteY56" fmla="*/ 140002 h 188489"/>
              <a:gd name="connsiteX57" fmla="*/ 190894 w 190894"/>
              <a:gd name="connsiteY57" fmla="*/ 148859 h 188489"/>
              <a:gd name="connsiteX58" fmla="*/ 169164 w 190894"/>
              <a:gd name="connsiteY58" fmla="*/ 186270 h 188489"/>
              <a:gd name="connsiteX59" fmla="*/ 155693 w 190894"/>
              <a:gd name="connsiteY59" fmla="*/ 186270 h 188489"/>
              <a:gd name="connsiteX60" fmla="*/ 134169 w 190894"/>
              <a:gd name="connsiteY60" fmla="*/ 159316 h 188489"/>
              <a:gd name="connsiteX61" fmla="*/ 134169 w 190894"/>
              <a:gd name="connsiteY61" fmla="*/ 104005 h 188489"/>
              <a:gd name="connsiteX62" fmla="*/ 156292 w 190894"/>
              <a:gd name="connsiteY62" fmla="*/ 104005 h 188489"/>
              <a:gd name="connsiteX63" fmla="*/ 156292 w 190894"/>
              <a:gd name="connsiteY63" fmla="*/ 159120 h 188489"/>
              <a:gd name="connsiteX64" fmla="*/ 159708 w 190894"/>
              <a:gd name="connsiteY64" fmla="*/ 165551 h 188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90894" h="188489">
                <a:moveTo>
                  <a:pt x="70600" y="52101"/>
                </a:moveTo>
                <a:lnTo>
                  <a:pt x="0" y="52101"/>
                </a:lnTo>
                <a:lnTo>
                  <a:pt x="0" y="33199"/>
                </a:lnTo>
                <a:lnTo>
                  <a:pt x="70600" y="33199"/>
                </a:lnTo>
                <a:close/>
                <a:moveTo>
                  <a:pt x="64974" y="168576"/>
                </a:moveTo>
                <a:cubicBezTo>
                  <a:pt x="94746" y="156900"/>
                  <a:pt x="97553" y="137390"/>
                  <a:pt x="98761" y="103798"/>
                </a:cubicBezTo>
                <a:lnTo>
                  <a:pt x="121090" y="103798"/>
                </a:lnTo>
                <a:cubicBezTo>
                  <a:pt x="119480" y="145834"/>
                  <a:pt x="114050" y="172994"/>
                  <a:pt x="76835" y="188489"/>
                </a:cubicBezTo>
                <a:cubicBezTo>
                  <a:pt x="73810" y="182078"/>
                  <a:pt x="69805" y="176174"/>
                  <a:pt x="64974" y="170981"/>
                </a:cubicBezTo>
                <a:lnTo>
                  <a:pt x="64974" y="177020"/>
                </a:lnTo>
                <a:lnTo>
                  <a:pt x="27759" y="177020"/>
                </a:lnTo>
                <a:lnTo>
                  <a:pt x="27759" y="185062"/>
                </a:lnTo>
                <a:lnTo>
                  <a:pt x="8248" y="185062"/>
                </a:lnTo>
                <a:lnTo>
                  <a:pt x="8248" y="116475"/>
                </a:lnTo>
                <a:lnTo>
                  <a:pt x="64974" y="116475"/>
                </a:lnTo>
                <a:close/>
                <a:moveTo>
                  <a:pt x="64571" y="79457"/>
                </a:moveTo>
                <a:lnTo>
                  <a:pt x="8858" y="79457"/>
                </a:lnTo>
                <a:lnTo>
                  <a:pt x="8858" y="61154"/>
                </a:lnTo>
                <a:lnTo>
                  <a:pt x="64571" y="61154"/>
                </a:lnTo>
                <a:close/>
                <a:moveTo>
                  <a:pt x="8858" y="88716"/>
                </a:moveTo>
                <a:lnTo>
                  <a:pt x="64571" y="88716"/>
                </a:lnTo>
                <a:lnTo>
                  <a:pt x="64571" y="106617"/>
                </a:lnTo>
                <a:lnTo>
                  <a:pt x="8858" y="106617"/>
                </a:lnTo>
                <a:close/>
                <a:moveTo>
                  <a:pt x="64168" y="24342"/>
                </a:moveTo>
                <a:lnTo>
                  <a:pt x="10055" y="24342"/>
                </a:lnTo>
                <a:lnTo>
                  <a:pt x="10055" y="6246"/>
                </a:lnTo>
                <a:lnTo>
                  <a:pt x="64168" y="6246"/>
                </a:lnTo>
                <a:close/>
                <a:moveTo>
                  <a:pt x="45463" y="135181"/>
                </a:moveTo>
                <a:lnTo>
                  <a:pt x="27759" y="135181"/>
                </a:lnTo>
                <a:lnTo>
                  <a:pt x="27759" y="158315"/>
                </a:lnTo>
                <a:lnTo>
                  <a:pt x="45463" y="158315"/>
                </a:lnTo>
                <a:close/>
                <a:moveTo>
                  <a:pt x="93135" y="114060"/>
                </a:moveTo>
                <a:lnTo>
                  <a:pt x="72014" y="114060"/>
                </a:lnTo>
                <a:lnTo>
                  <a:pt x="72014" y="75637"/>
                </a:lnTo>
                <a:lnTo>
                  <a:pt x="185062" y="75637"/>
                </a:lnTo>
                <a:lnTo>
                  <a:pt x="185062" y="114060"/>
                </a:lnTo>
                <a:lnTo>
                  <a:pt x="162929" y="114060"/>
                </a:lnTo>
                <a:lnTo>
                  <a:pt x="162929" y="94343"/>
                </a:lnTo>
                <a:lnTo>
                  <a:pt x="93135" y="94343"/>
                </a:lnTo>
                <a:close/>
                <a:moveTo>
                  <a:pt x="115660" y="34407"/>
                </a:moveTo>
                <a:lnTo>
                  <a:pt x="74223" y="34407"/>
                </a:lnTo>
                <a:lnTo>
                  <a:pt x="74223" y="15092"/>
                </a:lnTo>
                <a:lnTo>
                  <a:pt x="115660" y="15092"/>
                </a:lnTo>
                <a:lnTo>
                  <a:pt x="115660" y="0"/>
                </a:lnTo>
                <a:lnTo>
                  <a:pt x="139392" y="0"/>
                </a:lnTo>
                <a:lnTo>
                  <a:pt x="139392" y="15092"/>
                </a:lnTo>
                <a:lnTo>
                  <a:pt x="183648" y="15092"/>
                </a:lnTo>
                <a:lnTo>
                  <a:pt x="183648" y="34407"/>
                </a:lnTo>
                <a:lnTo>
                  <a:pt x="139403" y="34407"/>
                </a:lnTo>
                <a:lnTo>
                  <a:pt x="139403" y="46475"/>
                </a:lnTo>
                <a:lnTo>
                  <a:pt x="177619" y="46475"/>
                </a:lnTo>
                <a:lnTo>
                  <a:pt x="177619" y="65789"/>
                </a:lnTo>
                <a:lnTo>
                  <a:pt x="80861" y="65789"/>
                </a:lnTo>
                <a:lnTo>
                  <a:pt x="80861" y="46475"/>
                </a:lnTo>
                <a:lnTo>
                  <a:pt x="115660" y="46475"/>
                </a:lnTo>
                <a:close/>
                <a:moveTo>
                  <a:pt x="166749" y="165551"/>
                </a:moveTo>
                <a:cubicBezTo>
                  <a:pt x="169970" y="165551"/>
                  <a:pt x="170775" y="162341"/>
                  <a:pt x="171178" y="140002"/>
                </a:cubicBezTo>
                <a:cubicBezTo>
                  <a:pt x="177185" y="144069"/>
                  <a:pt x="183865" y="147063"/>
                  <a:pt x="190894" y="148859"/>
                </a:cubicBezTo>
                <a:cubicBezTo>
                  <a:pt x="188881" y="178631"/>
                  <a:pt x="183648" y="186270"/>
                  <a:pt x="169164" y="186270"/>
                </a:cubicBezTo>
                <a:lnTo>
                  <a:pt x="155693" y="186270"/>
                </a:lnTo>
                <a:cubicBezTo>
                  <a:pt x="138185" y="186270"/>
                  <a:pt x="134169" y="179632"/>
                  <a:pt x="134169" y="159316"/>
                </a:cubicBezTo>
                <a:lnTo>
                  <a:pt x="134169" y="104005"/>
                </a:lnTo>
                <a:lnTo>
                  <a:pt x="156292" y="104005"/>
                </a:lnTo>
                <a:lnTo>
                  <a:pt x="156292" y="159120"/>
                </a:lnTo>
                <a:cubicBezTo>
                  <a:pt x="156292" y="164952"/>
                  <a:pt x="156694" y="165551"/>
                  <a:pt x="159708" y="165551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74" name="フリーフォーム: 図形 73">
            <a:extLst>
              <a:ext uri="{FF2B5EF4-FFF2-40B4-BE49-F238E27FC236}">
                <a16:creationId xmlns:a16="http://schemas.microsoft.com/office/drawing/2014/main" id="{2E4B5399-425D-E249-906A-2963267FCF82}"/>
              </a:ext>
            </a:extLst>
          </p:cNvPr>
          <p:cNvSpPr/>
          <p:nvPr/>
        </p:nvSpPr>
        <p:spPr>
          <a:xfrm>
            <a:off x="8077730" y="4276568"/>
            <a:ext cx="172178" cy="157107"/>
          </a:xfrm>
          <a:custGeom>
            <a:avLst/>
            <a:gdLst>
              <a:gd name="connsiteX0" fmla="*/ 81263 w 172178"/>
              <a:gd name="connsiteY0" fmla="*/ 133571 h 157107"/>
              <a:gd name="connsiteX1" fmla="*/ 99772 w 172178"/>
              <a:gd name="connsiteY1" fmla="*/ 130350 h 157107"/>
              <a:gd name="connsiteX2" fmla="*/ 145029 w 172178"/>
              <a:gd name="connsiteY2" fmla="*/ 77041 h 157107"/>
              <a:gd name="connsiteX3" fmla="*/ 103396 w 172178"/>
              <a:gd name="connsiteY3" fmla="*/ 24342 h 157107"/>
              <a:gd name="connsiteX4" fmla="*/ 91524 w 172178"/>
              <a:gd name="connsiteY4" fmla="*/ 78455 h 157107"/>
              <a:gd name="connsiteX5" fmla="*/ 40631 w 172178"/>
              <a:gd name="connsiteY5" fmla="*/ 143223 h 157107"/>
              <a:gd name="connsiteX6" fmla="*/ 0 w 172178"/>
              <a:gd name="connsiteY6" fmla="*/ 85300 h 157107"/>
              <a:gd name="connsiteX7" fmla="*/ 91721 w 172178"/>
              <a:gd name="connsiteY7" fmla="*/ 0 h 157107"/>
              <a:gd name="connsiteX8" fmla="*/ 172179 w 172178"/>
              <a:gd name="connsiteY8" fmla="*/ 77846 h 157107"/>
              <a:gd name="connsiteX9" fmla="*/ 96149 w 172178"/>
              <a:gd name="connsiteY9" fmla="*/ 157107 h 157107"/>
              <a:gd name="connsiteX10" fmla="*/ 65779 w 172178"/>
              <a:gd name="connsiteY10" fmla="*/ 73222 h 157107"/>
              <a:gd name="connsiteX11" fmla="*/ 76432 w 172178"/>
              <a:gd name="connsiteY11" fmla="*/ 24951 h 157107"/>
              <a:gd name="connsiteX12" fmla="*/ 25952 w 172178"/>
              <a:gd name="connsiteY12" fmla="*/ 82678 h 157107"/>
              <a:gd name="connsiteX13" fmla="*/ 41437 w 172178"/>
              <a:gd name="connsiteY13" fmla="*/ 112656 h 157107"/>
              <a:gd name="connsiteX14" fmla="*/ 65779 w 172178"/>
              <a:gd name="connsiteY14" fmla="*/ 73222 h 15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2178" h="157107">
                <a:moveTo>
                  <a:pt x="81263" y="133571"/>
                </a:moveTo>
                <a:cubicBezTo>
                  <a:pt x="88902" y="132569"/>
                  <a:pt x="94539" y="131557"/>
                  <a:pt x="99772" y="130350"/>
                </a:cubicBezTo>
                <a:cubicBezTo>
                  <a:pt x="125890" y="126097"/>
                  <a:pt x="145070" y="103510"/>
                  <a:pt x="145029" y="77041"/>
                </a:cubicBezTo>
                <a:cubicBezTo>
                  <a:pt x="147114" y="51275"/>
                  <a:pt x="128945" y="28285"/>
                  <a:pt x="103396" y="24342"/>
                </a:cubicBezTo>
                <a:cubicBezTo>
                  <a:pt x="100598" y="42614"/>
                  <a:pt x="96634" y="60690"/>
                  <a:pt x="91524" y="78455"/>
                </a:cubicBezTo>
                <a:cubicBezTo>
                  <a:pt x="79663" y="118685"/>
                  <a:pt x="62362" y="143223"/>
                  <a:pt x="40631" y="143223"/>
                </a:cubicBezTo>
                <a:cubicBezTo>
                  <a:pt x="18706" y="143223"/>
                  <a:pt x="0" y="118891"/>
                  <a:pt x="0" y="85300"/>
                </a:cubicBezTo>
                <a:cubicBezTo>
                  <a:pt x="0" y="39434"/>
                  <a:pt x="40033" y="0"/>
                  <a:pt x="91721" y="0"/>
                </a:cubicBezTo>
                <a:cubicBezTo>
                  <a:pt x="141003" y="0"/>
                  <a:pt x="172179" y="34396"/>
                  <a:pt x="172179" y="77846"/>
                </a:cubicBezTo>
                <a:cubicBezTo>
                  <a:pt x="172179" y="119696"/>
                  <a:pt x="146433" y="149458"/>
                  <a:pt x="96149" y="157107"/>
                </a:cubicBezTo>
                <a:close/>
                <a:moveTo>
                  <a:pt x="65779" y="73222"/>
                </a:moveTo>
                <a:cubicBezTo>
                  <a:pt x="70569" y="57427"/>
                  <a:pt x="74130" y="41292"/>
                  <a:pt x="76432" y="24951"/>
                </a:cubicBezTo>
                <a:cubicBezTo>
                  <a:pt x="48384" y="30381"/>
                  <a:pt x="27593" y="54155"/>
                  <a:pt x="25952" y="82678"/>
                </a:cubicBezTo>
                <a:cubicBezTo>
                  <a:pt x="25952" y="102787"/>
                  <a:pt x="33994" y="112656"/>
                  <a:pt x="41437" y="112656"/>
                </a:cubicBezTo>
                <a:cubicBezTo>
                  <a:pt x="49685" y="112656"/>
                  <a:pt x="57726" y="100186"/>
                  <a:pt x="65779" y="73222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75" name="フリーフォーム: 図形 74">
            <a:extLst>
              <a:ext uri="{FF2B5EF4-FFF2-40B4-BE49-F238E27FC236}">
                <a16:creationId xmlns:a16="http://schemas.microsoft.com/office/drawing/2014/main" id="{236543DC-67EC-AD98-5707-DB67998B6DA0}"/>
              </a:ext>
            </a:extLst>
          </p:cNvPr>
          <p:cNvSpPr/>
          <p:nvPr/>
        </p:nvSpPr>
        <p:spPr>
          <a:xfrm>
            <a:off x="8271370" y="4255045"/>
            <a:ext cx="189893" cy="188685"/>
          </a:xfrm>
          <a:custGeom>
            <a:avLst/>
            <a:gdLst>
              <a:gd name="connsiteX0" fmla="*/ 63373 w 189893"/>
              <a:gd name="connsiteY0" fmla="*/ 31393 h 188685"/>
              <a:gd name="connsiteX1" fmla="*/ 21730 w 189893"/>
              <a:gd name="connsiteY1" fmla="*/ 103396 h 188685"/>
              <a:gd name="connsiteX2" fmla="*/ 0 w 189893"/>
              <a:gd name="connsiteY2" fmla="*/ 89315 h 188685"/>
              <a:gd name="connsiteX3" fmla="*/ 36616 w 189893"/>
              <a:gd name="connsiteY3" fmla="*/ 25157 h 188685"/>
              <a:gd name="connsiteX4" fmla="*/ 160720 w 189893"/>
              <a:gd name="connsiteY4" fmla="*/ 91937 h 188685"/>
              <a:gd name="connsiteX5" fmla="*/ 28368 w 189893"/>
              <a:gd name="connsiteY5" fmla="*/ 188685 h 188685"/>
              <a:gd name="connsiteX6" fmla="*/ 15701 w 189893"/>
              <a:gd name="connsiteY6" fmla="*/ 164746 h 188685"/>
              <a:gd name="connsiteX7" fmla="*/ 134974 w 189893"/>
              <a:gd name="connsiteY7" fmla="*/ 84494 h 188685"/>
              <a:gd name="connsiteX8" fmla="*/ 106813 w 189893"/>
              <a:gd name="connsiteY8" fmla="*/ 0 h 188685"/>
              <a:gd name="connsiteX9" fmla="*/ 106813 w 189893"/>
              <a:gd name="connsiteY9" fmla="*/ 97564 h 188685"/>
              <a:gd name="connsiteX10" fmla="*/ 95757 w 189893"/>
              <a:gd name="connsiteY10" fmla="*/ 120698 h 188685"/>
              <a:gd name="connsiteX11" fmla="*/ 58542 w 189893"/>
              <a:gd name="connsiteY11" fmla="*/ 125322 h 188685"/>
              <a:gd name="connsiteX12" fmla="*/ 50098 w 189893"/>
              <a:gd name="connsiteY12" fmla="*/ 100588 h 188685"/>
              <a:gd name="connsiteX13" fmla="*/ 77650 w 189893"/>
              <a:gd name="connsiteY13" fmla="*/ 100784 h 188685"/>
              <a:gd name="connsiteX14" fmla="*/ 82481 w 189893"/>
              <a:gd name="connsiteY14" fmla="*/ 97161 h 188685"/>
              <a:gd name="connsiteX15" fmla="*/ 82481 w 189893"/>
              <a:gd name="connsiteY15" fmla="*/ 0 h 188685"/>
              <a:gd name="connsiteX16" fmla="*/ 148053 w 189893"/>
              <a:gd name="connsiteY16" fmla="*/ 22133 h 188685"/>
              <a:gd name="connsiteX17" fmla="*/ 189893 w 189893"/>
              <a:gd name="connsiteY17" fmla="*/ 88314 h 188685"/>
              <a:gd name="connsiteX18" fmla="*/ 165355 w 189893"/>
              <a:gd name="connsiteY18" fmla="*/ 101383 h 188685"/>
              <a:gd name="connsiteX19" fmla="*/ 125725 w 189893"/>
              <a:gd name="connsiteY19" fmla="*/ 33602 h 188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9893" h="188685">
                <a:moveTo>
                  <a:pt x="63373" y="31393"/>
                </a:moveTo>
                <a:cubicBezTo>
                  <a:pt x="54134" y="57788"/>
                  <a:pt x="40012" y="82223"/>
                  <a:pt x="21730" y="103396"/>
                </a:cubicBezTo>
                <a:cubicBezTo>
                  <a:pt x="14834" y="98193"/>
                  <a:pt x="7577" y="93486"/>
                  <a:pt x="0" y="89315"/>
                </a:cubicBezTo>
                <a:cubicBezTo>
                  <a:pt x="17105" y="71126"/>
                  <a:pt x="29658" y="49138"/>
                  <a:pt x="36616" y="25157"/>
                </a:cubicBezTo>
                <a:close/>
                <a:moveTo>
                  <a:pt x="160720" y="91937"/>
                </a:moveTo>
                <a:cubicBezTo>
                  <a:pt x="141013" y="153886"/>
                  <a:pt x="100980" y="177216"/>
                  <a:pt x="28368" y="188685"/>
                </a:cubicBezTo>
                <a:cubicBezTo>
                  <a:pt x="25488" y="180065"/>
                  <a:pt x="21204" y="171982"/>
                  <a:pt x="15701" y="164746"/>
                </a:cubicBezTo>
                <a:cubicBezTo>
                  <a:pt x="82275" y="157303"/>
                  <a:pt x="118684" y="138195"/>
                  <a:pt x="134974" y="84494"/>
                </a:cubicBezTo>
                <a:close/>
                <a:moveTo>
                  <a:pt x="106813" y="0"/>
                </a:moveTo>
                <a:lnTo>
                  <a:pt x="106813" y="97564"/>
                </a:lnTo>
                <a:cubicBezTo>
                  <a:pt x="106813" y="110240"/>
                  <a:pt x="104408" y="117074"/>
                  <a:pt x="95757" y="120698"/>
                </a:cubicBezTo>
                <a:cubicBezTo>
                  <a:pt x="83762" y="124620"/>
                  <a:pt x="71126" y="126189"/>
                  <a:pt x="58542" y="125322"/>
                </a:cubicBezTo>
                <a:cubicBezTo>
                  <a:pt x="56942" y="116713"/>
                  <a:pt x="54093" y="108372"/>
                  <a:pt x="50098" y="100588"/>
                </a:cubicBezTo>
                <a:cubicBezTo>
                  <a:pt x="61557" y="100980"/>
                  <a:pt x="74027" y="100980"/>
                  <a:pt x="77650" y="100784"/>
                </a:cubicBezTo>
                <a:cubicBezTo>
                  <a:pt x="81273" y="100784"/>
                  <a:pt x="82481" y="99979"/>
                  <a:pt x="82481" y="97161"/>
                </a:cubicBezTo>
                <a:lnTo>
                  <a:pt x="82481" y="0"/>
                </a:lnTo>
                <a:close/>
                <a:moveTo>
                  <a:pt x="148053" y="22133"/>
                </a:moveTo>
                <a:cubicBezTo>
                  <a:pt x="165107" y="42067"/>
                  <a:pt x="179198" y="64354"/>
                  <a:pt x="189893" y="88314"/>
                </a:cubicBezTo>
                <a:lnTo>
                  <a:pt x="165355" y="101383"/>
                </a:lnTo>
                <a:cubicBezTo>
                  <a:pt x="155558" y="76959"/>
                  <a:pt x="142211" y="54114"/>
                  <a:pt x="125725" y="33602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76" name="フリーフォーム: 図形 75">
            <a:extLst>
              <a:ext uri="{FF2B5EF4-FFF2-40B4-BE49-F238E27FC236}">
                <a16:creationId xmlns:a16="http://schemas.microsoft.com/office/drawing/2014/main" id="{FE3BD24D-00B1-E019-DBE4-81D06426673E}"/>
              </a:ext>
            </a:extLst>
          </p:cNvPr>
          <p:cNvSpPr/>
          <p:nvPr/>
        </p:nvSpPr>
        <p:spPr>
          <a:xfrm>
            <a:off x="8480309" y="4261290"/>
            <a:ext cx="176008" cy="175997"/>
          </a:xfrm>
          <a:custGeom>
            <a:avLst/>
            <a:gdLst>
              <a:gd name="connsiteX0" fmla="*/ 101579 w 176008"/>
              <a:gd name="connsiteY0" fmla="*/ 46867 h 175997"/>
              <a:gd name="connsiteX1" fmla="*/ 66987 w 176008"/>
              <a:gd name="connsiteY1" fmla="*/ 53701 h 175997"/>
              <a:gd name="connsiteX2" fmla="*/ 24342 w 176008"/>
              <a:gd name="connsiteY2" fmla="*/ 138990 h 175997"/>
              <a:gd name="connsiteX3" fmla="*/ 0 w 176008"/>
              <a:gd name="connsiteY3" fmla="*/ 126716 h 175997"/>
              <a:gd name="connsiteX4" fmla="*/ 40632 w 176008"/>
              <a:gd name="connsiteY4" fmla="*/ 56312 h 175997"/>
              <a:gd name="connsiteX5" fmla="*/ 30371 w 176008"/>
              <a:gd name="connsiteY5" fmla="*/ 56519 h 175997"/>
              <a:gd name="connsiteX6" fmla="*/ 5430 w 176008"/>
              <a:gd name="connsiteY6" fmla="*/ 55910 h 175997"/>
              <a:gd name="connsiteX7" fmla="*/ 3624 w 176008"/>
              <a:gd name="connsiteY7" fmla="*/ 32580 h 175997"/>
              <a:gd name="connsiteX8" fmla="*/ 30175 w 176008"/>
              <a:gd name="connsiteY8" fmla="*/ 33994 h 175997"/>
              <a:gd name="connsiteX9" fmla="*/ 48074 w 176008"/>
              <a:gd name="connsiteY9" fmla="*/ 33385 h 175997"/>
              <a:gd name="connsiteX10" fmla="*/ 53504 w 176008"/>
              <a:gd name="connsiteY10" fmla="*/ 0 h 175997"/>
              <a:gd name="connsiteX11" fmla="*/ 81067 w 176008"/>
              <a:gd name="connsiteY11" fmla="*/ 2808 h 175997"/>
              <a:gd name="connsiteX12" fmla="*/ 74223 w 176008"/>
              <a:gd name="connsiteY12" fmla="*/ 29968 h 175997"/>
              <a:gd name="connsiteX13" fmla="*/ 100970 w 176008"/>
              <a:gd name="connsiteY13" fmla="*/ 23733 h 175997"/>
              <a:gd name="connsiteX14" fmla="*/ 127727 w 176008"/>
              <a:gd name="connsiteY14" fmla="*/ 64767 h 175997"/>
              <a:gd name="connsiteX15" fmla="*/ 127727 w 176008"/>
              <a:gd name="connsiteY15" fmla="*/ 90317 h 175997"/>
              <a:gd name="connsiteX16" fmla="*/ 128935 w 176008"/>
              <a:gd name="connsiteY16" fmla="*/ 115453 h 175997"/>
              <a:gd name="connsiteX17" fmla="*/ 170176 w 176008"/>
              <a:gd name="connsiteY17" fmla="*/ 141003 h 175997"/>
              <a:gd name="connsiteX18" fmla="*/ 156890 w 176008"/>
              <a:gd name="connsiteY18" fmla="*/ 162330 h 175997"/>
              <a:gd name="connsiteX19" fmla="*/ 129947 w 176008"/>
              <a:gd name="connsiteY19" fmla="*/ 141209 h 175997"/>
              <a:gd name="connsiteX20" fmla="*/ 129947 w 176008"/>
              <a:gd name="connsiteY20" fmla="*/ 143016 h 175997"/>
              <a:gd name="connsiteX21" fmla="*/ 91525 w 176008"/>
              <a:gd name="connsiteY21" fmla="*/ 175998 h 175997"/>
              <a:gd name="connsiteX22" fmla="*/ 47269 w 176008"/>
              <a:gd name="connsiteY22" fmla="*/ 143016 h 175997"/>
              <a:gd name="connsiteX23" fmla="*/ 91318 w 176008"/>
              <a:gd name="connsiteY23" fmla="*/ 108413 h 175997"/>
              <a:gd name="connsiteX24" fmla="*/ 104800 w 176008"/>
              <a:gd name="connsiteY24" fmla="*/ 109228 h 175997"/>
              <a:gd name="connsiteX25" fmla="*/ 102591 w 176008"/>
              <a:gd name="connsiteY25" fmla="*/ 64767 h 175997"/>
              <a:gd name="connsiteX26" fmla="*/ 105801 w 176008"/>
              <a:gd name="connsiteY26" fmla="*/ 130752 h 175997"/>
              <a:gd name="connsiteX27" fmla="*/ 89718 w 176008"/>
              <a:gd name="connsiteY27" fmla="*/ 128739 h 175997"/>
              <a:gd name="connsiteX28" fmla="*/ 70806 w 176008"/>
              <a:gd name="connsiteY28" fmla="*/ 140600 h 175997"/>
              <a:gd name="connsiteX29" fmla="*/ 87901 w 176008"/>
              <a:gd name="connsiteY29" fmla="*/ 153071 h 175997"/>
              <a:gd name="connsiteX30" fmla="*/ 105801 w 176008"/>
              <a:gd name="connsiteY30" fmla="*/ 134571 h 175997"/>
              <a:gd name="connsiteX31" fmla="*/ 161928 w 176008"/>
              <a:gd name="connsiteY31" fmla="*/ 75431 h 175997"/>
              <a:gd name="connsiteX32" fmla="*/ 114050 w 176008"/>
              <a:gd name="connsiteY32" fmla="*/ 47073 h 175997"/>
              <a:gd name="connsiteX33" fmla="*/ 126922 w 176008"/>
              <a:gd name="connsiteY33" fmla="*/ 27356 h 175997"/>
              <a:gd name="connsiteX34" fmla="*/ 176008 w 176008"/>
              <a:gd name="connsiteY34" fmla="*/ 54310 h 175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76008" h="175997">
                <a:moveTo>
                  <a:pt x="101579" y="46867"/>
                </a:moveTo>
                <a:cubicBezTo>
                  <a:pt x="90193" y="49840"/>
                  <a:pt x="78641" y="52121"/>
                  <a:pt x="66987" y="53701"/>
                </a:cubicBezTo>
                <a:cubicBezTo>
                  <a:pt x="56529" y="83865"/>
                  <a:pt x="42201" y="112532"/>
                  <a:pt x="24342" y="138990"/>
                </a:cubicBezTo>
                <a:lnTo>
                  <a:pt x="0" y="126716"/>
                </a:lnTo>
                <a:cubicBezTo>
                  <a:pt x="16641" y="105182"/>
                  <a:pt x="30309" y="81501"/>
                  <a:pt x="40632" y="56312"/>
                </a:cubicBezTo>
                <a:cubicBezTo>
                  <a:pt x="37214" y="56519"/>
                  <a:pt x="33798" y="56519"/>
                  <a:pt x="30371" y="56519"/>
                </a:cubicBezTo>
                <a:cubicBezTo>
                  <a:pt x="22122" y="56519"/>
                  <a:pt x="14081" y="56323"/>
                  <a:pt x="5430" y="55910"/>
                </a:cubicBezTo>
                <a:lnTo>
                  <a:pt x="3624" y="32580"/>
                </a:lnTo>
                <a:cubicBezTo>
                  <a:pt x="12439" y="33519"/>
                  <a:pt x="21296" y="33983"/>
                  <a:pt x="30175" y="33994"/>
                </a:cubicBezTo>
                <a:cubicBezTo>
                  <a:pt x="36007" y="33994"/>
                  <a:pt x="42036" y="33787"/>
                  <a:pt x="48074" y="33385"/>
                </a:cubicBezTo>
                <a:cubicBezTo>
                  <a:pt x="50996" y="22463"/>
                  <a:pt x="52813" y="11283"/>
                  <a:pt x="53504" y="0"/>
                </a:cubicBezTo>
                <a:lnTo>
                  <a:pt x="81067" y="2808"/>
                </a:lnTo>
                <a:cubicBezTo>
                  <a:pt x="79446" y="9249"/>
                  <a:pt x="77041" y="19304"/>
                  <a:pt x="74223" y="29968"/>
                </a:cubicBezTo>
                <a:cubicBezTo>
                  <a:pt x="83266" y="28471"/>
                  <a:pt x="92206" y="26386"/>
                  <a:pt x="100970" y="23733"/>
                </a:cubicBezTo>
                <a:close/>
                <a:moveTo>
                  <a:pt x="127727" y="64767"/>
                </a:moveTo>
                <a:cubicBezTo>
                  <a:pt x="127129" y="73211"/>
                  <a:pt x="127531" y="81470"/>
                  <a:pt x="127727" y="90317"/>
                </a:cubicBezTo>
                <a:cubicBezTo>
                  <a:pt x="127934" y="95943"/>
                  <a:pt x="128337" y="105595"/>
                  <a:pt x="128935" y="115453"/>
                </a:cubicBezTo>
                <a:cubicBezTo>
                  <a:pt x="144131" y="121368"/>
                  <a:pt x="158108" y="130030"/>
                  <a:pt x="170176" y="141003"/>
                </a:cubicBezTo>
                <a:lnTo>
                  <a:pt x="156890" y="162330"/>
                </a:lnTo>
                <a:cubicBezTo>
                  <a:pt x="148611" y="154433"/>
                  <a:pt x="139589" y="147362"/>
                  <a:pt x="129947" y="141209"/>
                </a:cubicBezTo>
                <a:lnTo>
                  <a:pt x="129947" y="143016"/>
                </a:lnTo>
                <a:cubicBezTo>
                  <a:pt x="129947" y="161515"/>
                  <a:pt x="119892" y="175998"/>
                  <a:pt x="91525" y="175998"/>
                </a:cubicBezTo>
                <a:cubicBezTo>
                  <a:pt x="66780" y="175998"/>
                  <a:pt x="47269" y="164942"/>
                  <a:pt x="47269" y="143016"/>
                </a:cubicBezTo>
                <a:cubicBezTo>
                  <a:pt x="47269" y="123505"/>
                  <a:pt x="63559" y="108413"/>
                  <a:pt x="91318" y="108413"/>
                </a:cubicBezTo>
                <a:cubicBezTo>
                  <a:pt x="95953" y="108413"/>
                  <a:pt x="100578" y="108815"/>
                  <a:pt x="104800" y="109228"/>
                </a:cubicBezTo>
                <a:cubicBezTo>
                  <a:pt x="104191" y="94343"/>
                  <a:pt x="103190" y="76835"/>
                  <a:pt x="102591" y="64767"/>
                </a:cubicBezTo>
                <a:close/>
                <a:moveTo>
                  <a:pt x="105801" y="130752"/>
                </a:moveTo>
                <a:cubicBezTo>
                  <a:pt x="100537" y="129462"/>
                  <a:pt x="95137" y="128780"/>
                  <a:pt x="89718" y="128739"/>
                </a:cubicBezTo>
                <a:cubicBezTo>
                  <a:pt x="78249" y="128739"/>
                  <a:pt x="70806" y="133560"/>
                  <a:pt x="70806" y="140600"/>
                </a:cubicBezTo>
                <a:cubicBezTo>
                  <a:pt x="70806" y="148043"/>
                  <a:pt x="77041" y="153071"/>
                  <a:pt x="87901" y="153071"/>
                </a:cubicBezTo>
                <a:cubicBezTo>
                  <a:pt x="101383" y="153071"/>
                  <a:pt x="105801" y="145225"/>
                  <a:pt x="105801" y="134571"/>
                </a:cubicBezTo>
                <a:close/>
                <a:moveTo>
                  <a:pt x="161928" y="75431"/>
                </a:moveTo>
                <a:cubicBezTo>
                  <a:pt x="147000" y="64323"/>
                  <a:pt x="130959" y="54816"/>
                  <a:pt x="114050" y="47073"/>
                </a:cubicBezTo>
                <a:lnTo>
                  <a:pt x="126922" y="27356"/>
                </a:lnTo>
                <a:cubicBezTo>
                  <a:pt x="143965" y="35047"/>
                  <a:pt x="160379" y="44059"/>
                  <a:pt x="176008" y="5431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77" name="フリーフォーム: 図形 76">
            <a:extLst>
              <a:ext uri="{FF2B5EF4-FFF2-40B4-BE49-F238E27FC236}">
                <a16:creationId xmlns:a16="http://schemas.microsoft.com/office/drawing/2014/main" id="{215D94C4-C9FB-C905-0FAA-94FFFA1DF347}"/>
              </a:ext>
            </a:extLst>
          </p:cNvPr>
          <p:cNvSpPr/>
          <p:nvPr/>
        </p:nvSpPr>
        <p:spPr>
          <a:xfrm>
            <a:off x="8696485" y="4261486"/>
            <a:ext cx="143821" cy="174199"/>
          </a:xfrm>
          <a:custGeom>
            <a:avLst/>
            <a:gdLst>
              <a:gd name="connsiteX0" fmla="*/ 143821 w 143821"/>
              <a:gd name="connsiteY0" fmla="*/ 45463 h 174199"/>
              <a:gd name="connsiteX1" fmla="*/ 110024 w 143821"/>
              <a:gd name="connsiteY1" fmla="*/ 53505 h 174199"/>
              <a:gd name="connsiteX2" fmla="*/ 135769 w 143821"/>
              <a:gd name="connsiteY2" fmla="*/ 104397 h 174199"/>
              <a:gd name="connsiteX3" fmla="*/ 121699 w 143821"/>
              <a:gd name="connsiteY3" fmla="*/ 119490 h 174199"/>
              <a:gd name="connsiteX4" fmla="*/ 76433 w 143821"/>
              <a:gd name="connsiteY4" fmla="*/ 112243 h 174199"/>
              <a:gd name="connsiteX5" fmla="*/ 78652 w 143821"/>
              <a:gd name="connsiteY5" fmla="*/ 91731 h 174199"/>
              <a:gd name="connsiteX6" fmla="*/ 102189 w 143821"/>
              <a:gd name="connsiteY6" fmla="*/ 93940 h 174199"/>
              <a:gd name="connsiteX7" fmla="*/ 84680 w 143821"/>
              <a:gd name="connsiteY7" fmla="*/ 57530 h 174199"/>
              <a:gd name="connsiteX8" fmla="*/ 805 w 143821"/>
              <a:gd name="connsiteY8" fmla="*/ 57530 h 174199"/>
              <a:gd name="connsiteX9" fmla="*/ 0 w 143821"/>
              <a:gd name="connsiteY9" fmla="*/ 31981 h 174199"/>
              <a:gd name="connsiteX10" fmla="*/ 74430 w 143821"/>
              <a:gd name="connsiteY10" fmla="*/ 33994 h 174199"/>
              <a:gd name="connsiteX11" fmla="*/ 70197 w 143821"/>
              <a:gd name="connsiteY11" fmla="*/ 24538 h 174199"/>
              <a:gd name="connsiteX12" fmla="*/ 60339 w 143821"/>
              <a:gd name="connsiteY12" fmla="*/ 5430 h 174199"/>
              <a:gd name="connsiteX13" fmla="*/ 88500 w 143821"/>
              <a:gd name="connsiteY13" fmla="*/ 0 h 174199"/>
              <a:gd name="connsiteX14" fmla="*/ 100176 w 143821"/>
              <a:gd name="connsiteY14" fmla="*/ 30371 h 174199"/>
              <a:gd name="connsiteX15" fmla="*/ 139196 w 143821"/>
              <a:gd name="connsiteY15" fmla="*/ 20316 h 174199"/>
              <a:gd name="connsiteX16" fmla="*/ 34995 w 143821"/>
              <a:gd name="connsiteY16" fmla="*/ 100774 h 174199"/>
              <a:gd name="connsiteX17" fmla="*/ 29565 w 143821"/>
              <a:gd name="connsiteY17" fmla="*/ 124517 h 174199"/>
              <a:gd name="connsiteX18" fmla="*/ 65170 w 143821"/>
              <a:gd name="connsiteY18" fmla="*/ 148849 h 174199"/>
              <a:gd name="connsiteX19" fmla="*/ 119480 w 143821"/>
              <a:gd name="connsiteY19" fmla="*/ 143026 h 174199"/>
              <a:gd name="connsiteX20" fmla="*/ 118881 w 143821"/>
              <a:gd name="connsiteY20" fmla="*/ 169371 h 174199"/>
              <a:gd name="connsiteX21" fmla="*/ 65170 w 143821"/>
              <a:gd name="connsiteY21" fmla="*/ 174192 h 174199"/>
              <a:gd name="connsiteX22" fmla="*/ 3624 w 143821"/>
              <a:gd name="connsiteY22" fmla="*/ 131351 h 174199"/>
              <a:gd name="connsiteX23" fmla="*/ 9250 w 143821"/>
              <a:gd name="connsiteY23" fmla="*/ 98565 h 174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43821" h="174199">
                <a:moveTo>
                  <a:pt x="143821" y="45463"/>
                </a:moveTo>
                <a:cubicBezTo>
                  <a:pt x="133766" y="48281"/>
                  <a:pt x="122101" y="51099"/>
                  <a:pt x="110024" y="53505"/>
                </a:cubicBezTo>
                <a:cubicBezTo>
                  <a:pt x="117673" y="69598"/>
                  <a:pt x="127129" y="88510"/>
                  <a:pt x="135769" y="104397"/>
                </a:cubicBezTo>
                <a:lnTo>
                  <a:pt x="121699" y="119490"/>
                </a:lnTo>
                <a:cubicBezTo>
                  <a:pt x="110829" y="117270"/>
                  <a:pt x="91122" y="114049"/>
                  <a:pt x="76433" y="112243"/>
                </a:cubicBezTo>
                <a:lnTo>
                  <a:pt x="78652" y="91731"/>
                </a:lnTo>
                <a:cubicBezTo>
                  <a:pt x="85289" y="92330"/>
                  <a:pt x="96149" y="93537"/>
                  <a:pt x="102189" y="93940"/>
                </a:cubicBezTo>
                <a:cubicBezTo>
                  <a:pt x="97357" y="83875"/>
                  <a:pt x="90513" y="70001"/>
                  <a:pt x="84680" y="57530"/>
                </a:cubicBezTo>
                <a:cubicBezTo>
                  <a:pt x="56788" y="60153"/>
                  <a:pt x="28698" y="60153"/>
                  <a:pt x="805" y="57530"/>
                </a:cubicBezTo>
                <a:lnTo>
                  <a:pt x="0" y="31981"/>
                </a:lnTo>
                <a:cubicBezTo>
                  <a:pt x="24662" y="35388"/>
                  <a:pt x="49613" y="36059"/>
                  <a:pt x="74430" y="33994"/>
                </a:cubicBezTo>
                <a:cubicBezTo>
                  <a:pt x="72819" y="30773"/>
                  <a:pt x="71405" y="27563"/>
                  <a:pt x="70197" y="24538"/>
                </a:cubicBezTo>
                <a:cubicBezTo>
                  <a:pt x="67358" y="17952"/>
                  <a:pt x="64066" y="11572"/>
                  <a:pt x="60339" y="5430"/>
                </a:cubicBezTo>
                <a:lnTo>
                  <a:pt x="88500" y="0"/>
                </a:lnTo>
                <a:cubicBezTo>
                  <a:pt x="91927" y="10468"/>
                  <a:pt x="95747" y="19913"/>
                  <a:pt x="100176" y="30371"/>
                </a:cubicBezTo>
                <a:cubicBezTo>
                  <a:pt x="113399" y="27924"/>
                  <a:pt x="126438" y="24569"/>
                  <a:pt x="139196" y="20316"/>
                </a:cubicBezTo>
                <a:close/>
                <a:moveTo>
                  <a:pt x="34995" y="100774"/>
                </a:moveTo>
                <a:cubicBezTo>
                  <a:pt x="32115" y="108403"/>
                  <a:pt x="30288" y="116393"/>
                  <a:pt x="29565" y="124517"/>
                </a:cubicBezTo>
                <a:cubicBezTo>
                  <a:pt x="29565" y="139001"/>
                  <a:pt x="37008" y="148849"/>
                  <a:pt x="65170" y="148849"/>
                </a:cubicBezTo>
                <a:cubicBezTo>
                  <a:pt x="83452" y="149169"/>
                  <a:pt x="101693" y="147207"/>
                  <a:pt x="119480" y="143026"/>
                </a:cubicBezTo>
                <a:lnTo>
                  <a:pt x="118881" y="169371"/>
                </a:lnTo>
                <a:cubicBezTo>
                  <a:pt x="101177" y="172705"/>
                  <a:pt x="83184" y="174326"/>
                  <a:pt x="65170" y="174192"/>
                </a:cubicBezTo>
                <a:cubicBezTo>
                  <a:pt x="25147" y="174192"/>
                  <a:pt x="3624" y="159110"/>
                  <a:pt x="3624" y="131351"/>
                </a:cubicBezTo>
                <a:cubicBezTo>
                  <a:pt x="4140" y="120233"/>
                  <a:pt x="6029" y="109218"/>
                  <a:pt x="9250" y="98565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78" name="フリーフォーム: 図形 77">
            <a:extLst>
              <a:ext uri="{FF2B5EF4-FFF2-40B4-BE49-F238E27FC236}">
                <a16:creationId xmlns:a16="http://schemas.microsoft.com/office/drawing/2014/main" id="{9EE5F5BB-EA10-D2FA-A96C-7A1B882004B7}"/>
              </a:ext>
            </a:extLst>
          </p:cNvPr>
          <p:cNvSpPr/>
          <p:nvPr/>
        </p:nvSpPr>
        <p:spPr>
          <a:xfrm>
            <a:off x="7440642" y="4578178"/>
            <a:ext cx="158108" cy="151646"/>
          </a:xfrm>
          <a:custGeom>
            <a:avLst/>
            <a:gdLst>
              <a:gd name="connsiteX0" fmla="*/ 52317 w 158108"/>
              <a:gd name="connsiteY0" fmla="*/ 3479 h 151646"/>
              <a:gd name="connsiteX1" fmla="*/ 35263 w 158108"/>
              <a:gd name="connsiteY1" fmla="*/ 39238 h 151646"/>
              <a:gd name="connsiteX2" fmla="*/ 35263 w 158108"/>
              <a:gd name="connsiteY2" fmla="*/ 150159 h 151646"/>
              <a:gd name="connsiteX3" fmla="*/ 23681 w 158108"/>
              <a:gd name="connsiteY3" fmla="*/ 150159 h 151646"/>
              <a:gd name="connsiteX4" fmla="*/ 23681 w 158108"/>
              <a:gd name="connsiteY4" fmla="*/ 57283 h 151646"/>
              <a:gd name="connsiteX5" fmla="*/ 6958 w 158108"/>
              <a:gd name="connsiteY5" fmla="*/ 77650 h 151646"/>
              <a:gd name="connsiteX6" fmla="*/ 0 w 158108"/>
              <a:gd name="connsiteY6" fmla="*/ 65727 h 151646"/>
              <a:gd name="connsiteX7" fmla="*/ 40890 w 158108"/>
              <a:gd name="connsiteY7" fmla="*/ 0 h 151646"/>
              <a:gd name="connsiteX8" fmla="*/ 103809 w 158108"/>
              <a:gd name="connsiteY8" fmla="*/ 102477 h 151646"/>
              <a:gd name="connsiteX9" fmla="*/ 47847 w 158108"/>
              <a:gd name="connsiteY9" fmla="*/ 124496 h 151646"/>
              <a:gd name="connsiteX10" fmla="*/ 42717 w 158108"/>
              <a:gd name="connsiteY10" fmla="*/ 112584 h 151646"/>
              <a:gd name="connsiteX11" fmla="*/ 59936 w 158108"/>
              <a:gd name="connsiteY11" fmla="*/ 106947 h 151646"/>
              <a:gd name="connsiteX12" fmla="*/ 59099 w 158108"/>
              <a:gd name="connsiteY12" fmla="*/ 8940 h 151646"/>
              <a:gd name="connsiteX13" fmla="*/ 70857 w 158108"/>
              <a:gd name="connsiteY13" fmla="*/ 8775 h 151646"/>
              <a:gd name="connsiteX14" fmla="*/ 71849 w 158108"/>
              <a:gd name="connsiteY14" fmla="*/ 102642 h 151646"/>
              <a:gd name="connsiteX15" fmla="*/ 101486 w 158108"/>
              <a:gd name="connsiteY15" fmla="*/ 91886 h 151646"/>
              <a:gd name="connsiteX16" fmla="*/ 148508 w 158108"/>
              <a:gd name="connsiteY16" fmla="*/ 150655 h 151646"/>
              <a:gd name="connsiteX17" fmla="*/ 122339 w 158108"/>
              <a:gd name="connsiteY17" fmla="*/ 114565 h 151646"/>
              <a:gd name="connsiteX18" fmla="*/ 68876 w 158108"/>
              <a:gd name="connsiteY18" fmla="*/ 151646 h 151646"/>
              <a:gd name="connsiteX19" fmla="*/ 60927 w 158108"/>
              <a:gd name="connsiteY19" fmla="*/ 140724 h 151646"/>
              <a:gd name="connsiteX20" fmla="*/ 135253 w 158108"/>
              <a:gd name="connsiteY20" fmla="*/ 6132 h 151646"/>
              <a:gd name="connsiteX21" fmla="*/ 147837 w 158108"/>
              <a:gd name="connsiteY21" fmla="*/ 6627 h 151646"/>
              <a:gd name="connsiteX22" fmla="*/ 128966 w 158108"/>
              <a:gd name="connsiteY22" fmla="*/ 103974 h 151646"/>
              <a:gd name="connsiteX23" fmla="*/ 158108 w 158108"/>
              <a:gd name="connsiteY23" fmla="*/ 141715 h 151646"/>
              <a:gd name="connsiteX24" fmla="*/ 104800 w 158108"/>
              <a:gd name="connsiteY24" fmla="*/ 64571 h 151646"/>
              <a:gd name="connsiteX25" fmla="*/ 83772 w 158108"/>
              <a:gd name="connsiteY25" fmla="*/ 25168 h 151646"/>
              <a:gd name="connsiteX26" fmla="*/ 94033 w 158108"/>
              <a:gd name="connsiteY26" fmla="*/ 20533 h 151646"/>
              <a:gd name="connsiteX27" fmla="*/ 115722 w 158108"/>
              <a:gd name="connsiteY27" fmla="*/ 59265 h 151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58108" h="151646">
                <a:moveTo>
                  <a:pt x="52317" y="3479"/>
                </a:moveTo>
                <a:cubicBezTo>
                  <a:pt x="47610" y="15846"/>
                  <a:pt x="41912" y="27800"/>
                  <a:pt x="35263" y="39238"/>
                </a:cubicBezTo>
                <a:lnTo>
                  <a:pt x="35263" y="150159"/>
                </a:lnTo>
                <a:lnTo>
                  <a:pt x="23681" y="150159"/>
                </a:lnTo>
                <a:lnTo>
                  <a:pt x="23681" y="57283"/>
                </a:lnTo>
                <a:cubicBezTo>
                  <a:pt x="18674" y="64519"/>
                  <a:pt x="13079" y="71322"/>
                  <a:pt x="6958" y="77650"/>
                </a:cubicBezTo>
                <a:cubicBezTo>
                  <a:pt x="5048" y="73449"/>
                  <a:pt x="2725" y="69454"/>
                  <a:pt x="0" y="65727"/>
                </a:cubicBezTo>
                <a:cubicBezTo>
                  <a:pt x="18024" y="46877"/>
                  <a:pt x="31940" y="24497"/>
                  <a:pt x="40890" y="0"/>
                </a:cubicBezTo>
                <a:close/>
                <a:moveTo>
                  <a:pt x="103809" y="102477"/>
                </a:moveTo>
                <a:cubicBezTo>
                  <a:pt x="84267" y="110261"/>
                  <a:pt x="63745" y="118540"/>
                  <a:pt x="47847" y="124496"/>
                </a:cubicBezTo>
                <a:lnTo>
                  <a:pt x="42717" y="112584"/>
                </a:lnTo>
                <a:cubicBezTo>
                  <a:pt x="47682" y="111087"/>
                  <a:pt x="53473" y="109105"/>
                  <a:pt x="59936" y="106947"/>
                </a:cubicBezTo>
                <a:lnTo>
                  <a:pt x="59099" y="8940"/>
                </a:lnTo>
                <a:lnTo>
                  <a:pt x="70857" y="8775"/>
                </a:lnTo>
                <a:lnTo>
                  <a:pt x="71849" y="102642"/>
                </a:lnTo>
                <a:cubicBezTo>
                  <a:pt x="81449" y="99329"/>
                  <a:pt x="91555" y="95530"/>
                  <a:pt x="101486" y="91886"/>
                </a:cubicBezTo>
                <a:close/>
                <a:moveTo>
                  <a:pt x="148508" y="150655"/>
                </a:moveTo>
                <a:cubicBezTo>
                  <a:pt x="140518" y="138112"/>
                  <a:pt x="131774" y="126055"/>
                  <a:pt x="122339" y="114565"/>
                </a:cubicBezTo>
                <a:cubicBezTo>
                  <a:pt x="108815" y="132197"/>
                  <a:pt x="90120" y="145153"/>
                  <a:pt x="68876" y="151646"/>
                </a:cubicBezTo>
                <a:cubicBezTo>
                  <a:pt x="66625" y="147734"/>
                  <a:pt x="63962" y="144069"/>
                  <a:pt x="60927" y="140724"/>
                </a:cubicBezTo>
                <a:cubicBezTo>
                  <a:pt x="120852" y="122184"/>
                  <a:pt x="132445" y="83772"/>
                  <a:pt x="135253" y="6132"/>
                </a:cubicBezTo>
                <a:lnTo>
                  <a:pt x="147837" y="6627"/>
                </a:lnTo>
                <a:cubicBezTo>
                  <a:pt x="146020" y="49169"/>
                  <a:pt x="141385" y="80623"/>
                  <a:pt x="128966" y="103974"/>
                </a:cubicBezTo>
                <a:cubicBezTo>
                  <a:pt x="139351" y="116011"/>
                  <a:pt x="149086" y="128615"/>
                  <a:pt x="158108" y="141715"/>
                </a:cubicBezTo>
                <a:close/>
                <a:moveTo>
                  <a:pt x="104800" y="64571"/>
                </a:moveTo>
                <a:cubicBezTo>
                  <a:pt x="99411" y="50635"/>
                  <a:pt x="92350" y="37401"/>
                  <a:pt x="83772" y="25168"/>
                </a:cubicBezTo>
                <a:lnTo>
                  <a:pt x="94033" y="20533"/>
                </a:lnTo>
                <a:cubicBezTo>
                  <a:pt x="102807" y="32518"/>
                  <a:pt x="110095" y="45525"/>
                  <a:pt x="115722" y="59265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79" name="フリーフォーム: 図形 78">
            <a:extLst>
              <a:ext uri="{FF2B5EF4-FFF2-40B4-BE49-F238E27FC236}">
                <a16:creationId xmlns:a16="http://schemas.microsoft.com/office/drawing/2014/main" id="{90244054-36C2-4EFC-FE6E-F3F3ED9895DD}"/>
              </a:ext>
            </a:extLst>
          </p:cNvPr>
          <p:cNvSpPr/>
          <p:nvPr/>
        </p:nvSpPr>
        <p:spPr>
          <a:xfrm>
            <a:off x="7620325" y="4584970"/>
            <a:ext cx="132269" cy="136078"/>
          </a:xfrm>
          <a:custGeom>
            <a:avLst/>
            <a:gdLst>
              <a:gd name="connsiteX0" fmla="*/ 82110 w 132269"/>
              <a:gd name="connsiteY0" fmla="*/ 33602 h 136078"/>
              <a:gd name="connsiteX1" fmla="*/ 48168 w 132269"/>
              <a:gd name="connsiteY1" fmla="*/ 39238 h 136078"/>
              <a:gd name="connsiteX2" fmla="*/ 43037 w 132269"/>
              <a:gd name="connsiteY2" fmla="*/ 60916 h 136078"/>
              <a:gd name="connsiteX3" fmla="*/ 17374 w 132269"/>
              <a:gd name="connsiteY3" fmla="*/ 136079 h 136078"/>
              <a:gd name="connsiteX4" fmla="*/ 2808 w 132269"/>
              <a:gd name="connsiteY4" fmla="*/ 131279 h 136078"/>
              <a:gd name="connsiteX5" fmla="*/ 30288 w 132269"/>
              <a:gd name="connsiteY5" fmla="*/ 57943 h 136078"/>
              <a:gd name="connsiteX6" fmla="*/ 34428 w 132269"/>
              <a:gd name="connsiteY6" fmla="*/ 40560 h 136078"/>
              <a:gd name="connsiteX7" fmla="*/ 19532 w 132269"/>
              <a:gd name="connsiteY7" fmla="*/ 41055 h 136078"/>
              <a:gd name="connsiteX8" fmla="*/ 485 w 132269"/>
              <a:gd name="connsiteY8" fmla="*/ 40394 h 136078"/>
              <a:gd name="connsiteX9" fmla="*/ 0 w 132269"/>
              <a:gd name="connsiteY9" fmla="*/ 27480 h 136078"/>
              <a:gd name="connsiteX10" fmla="*/ 19697 w 132269"/>
              <a:gd name="connsiteY10" fmla="*/ 28636 h 136078"/>
              <a:gd name="connsiteX11" fmla="*/ 37246 w 132269"/>
              <a:gd name="connsiteY11" fmla="*/ 27976 h 136078"/>
              <a:gd name="connsiteX12" fmla="*/ 39723 w 132269"/>
              <a:gd name="connsiteY12" fmla="*/ 13575 h 136078"/>
              <a:gd name="connsiteX13" fmla="*/ 40229 w 132269"/>
              <a:gd name="connsiteY13" fmla="*/ 0 h 136078"/>
              <a:gd name="connsiteX14" fmla="*/ 56282 w 132269"/>
              <a:gd name="connsiteY14" fmla="*/ 1322 h 136078"/>
              <a:gd name="connsiteX15" fmla="*/ 53298 w 132269"/>
              <a:gd name="connsiteY15" fmla="*/ 14401 h 136078"/>
              <a:gd name="connsiteX16" fmla="*/ 50821 w 132269"/>
              <a:gd name="connsiteY16" fmla="*/ 26489 h 136078"/>
              <a:gd name="connsiteX17" fmla="*/ 82110 w 132269"/>
              <a:gd name="connsiteY17" fmla="*/ 20522 h 136078"/>
              <a:gd name="connsiteX18" fmla="*/ 75648 w 132269"/>
              <a:gd name="connsiteY18" fmla="*/ 91050 h 136078"/>
              <a:gd name="connsiteX19" fmla="*/ 73335 w 132269"/>
              <a:gd name="connsiteY19" fmla="*/ 105781 h 136078"/>
              <a:gd name="connsiteX20" fmla="*/ 100320 w 132269"/>
              <a:gd name="connsiteY20" fmla="*/ 121018 h 136078"/>
              <a:gd name="connsiteX21" fmla="*/ 132269 w 132269"/>
              <a:gd name="connsiteY21" fmla="*/ 117869 h 136078"/>
              <a:gd name="connsiteX22" fmla="*/ 131774 w 132269"/>
              <a:gd name="connsiteY22" fmla="*/ 131279 h 136078"/>
              <a:gd name="connsiteX23" fmla="*/ 100155 w 132269"/>
              <a:gd name="connsiteY23" fmla="*/ 133436 h 136078"/>
              <a:gd name="connsiteX24" fmla="*/ 60751 w 132269"/>
              <a:gd name="connsiteY24" fmla="*/ 109260 h 136078"/>
              <a:gd name="connsiteX25" fmla="*/ 63240 w 132269"/>
              <a:gd name="connsiteY25" fmla="*/ 89893 h 136078"/>
              <a:gd name="connsiteX26" fmla="*/ 71508 w 132269"/>
              <a:gd name="connsiteY26" fmla="*/ 51151 h 136078"/>
              <a:gd name="connsiteX27" fmla="*/ 101476 w 132269"/>
              <a:gd name="connsiteY27" fmla="*/ 49830 h 136078"/>
              <a:gd name="connsiteX28" fmla="*/ 129782 w 132269"/>
              <a:gd name="connsiteY28" fmla="*/ 51151 h 136078"/>
              <a:gd name="connsiteX29" fmla="*/ 129452 w 132269"/>
              <a:gd name="connsiteY29" fmla="*/ 63735 h 136078"/>
              <a:gd name="connsiteX30" fmla="*/ 101806 w 132269"/>
              <a:gd name="connsiteY30" fmla="*/ 61743 h 136078"/>
              <a:gd name="connsiteX31" fmla="*/ 71508 w 132269"/>
              <a:gd name="connsiteY31" fmla="*/ 63570 h 136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32269" h="136078">
                <a:moveTo>
                  <a:pt x="82110" y="33602"/>
                </a:moveTo>
                <a:cubicBezTo>
                  <a:pt x="70909" y="36100"/>
                  <a:pt x="59574" y="37979"/>
                  <a:pt x="48168" y="39238"/>
                </a:cubicBezTo>
                <a:cubicBezTo>
                  <a:pt x="46681" y="46351"/>
                  <a:pt x="44854" y="53969"/>
                  <a:pt x="43037" y="60916"/>
                </a:cubicBezTo>
                <a:cubicBezTo>
                  <a:pt x="36554" y="86631"/>
                  <a:pt x="27965" y="111768"/>
                  <a:pt x="17374" y="136079"/>
                </a:cubicBezTo>
                <a:lnTo>
                  <a:pt x="2808" y="131279"/>
                </a:lnTo>
                <a:cubicBezTo>
                  <a:pt x="14576" y="107897"/>
                  <a:pt x="23795" y="83307"/>
                  <a:pt x="30288" y="57943"/>
                </a:cubicBezTo>
                <a:cubicBezTo>
                  <a:pt x="31785" y="52472"/>
                  <a:pt x="33106" y="46516"/>
                  <a:pt x="34428" y="40560"/>
                </a:cubicBezTo>
                <a:cubicBezTo>
                  <a:pt x="29132" y="40890"/>
                  <a:pt x="24166" y="41055"/>
                  <a:pt x="19532" y="41055"/>
                </a:cubicBezTo>
                <a:cubicBezTo>
                  <a:pt x="12244" y="41055"/>
                  <a:pt x="6287" y="40725"/>
                  <a:pt x="485" y="40394"/>
                </a:cubicBezTo>
                <a:lnTo>
                  <a:pt x="0" y="27480"/>
                </a:lnTo>
                <a:cubicBezTo>
                  <a:pt x="6524" y="28306"/>
                  <a:pt x="13111" y="28698"/>
                  <a:pt x="19697" y="28636"/>
                </a:cubicBezTo>
                <a:cubicBezTo>
                  <a:pt x="25157" y="28636"/>
                  <a:pt x="30948" y="28306"/>
                  <a:pt x="37246" y="27976"/>
                </a:cubicBezTo>
                <a:cubicBezTo>
                  <a:pt x="38402" y="22019"/>
                  <a:pt x="39228" y="16889"/>
                  <a:pt x="39723" y="13575"/>
                </a:cubicBezTo>
                <a:cubicBezTo>
                  <a:pt x="40281" y="9074"/>
                  <a:pt x="40456" y="4532"/>
                  <a:pt x="40229" y="0"/>
                </a:cubicBezTo>
                <a:lnTo>
                  <a:pt x="56282" y="1322"/>
                </a:lnTo>
                <a:cubicBezTo>
                  <a:pt x="55125" y="4966"/>
                  <a:pt x="53969" y="11087"/>
                  <a:pt x="53298" y="14401"/>
                </a:cubicBezTo>
                <a:lnTo>
                  <a:pt x="50821" y="26489"/>
                </a:lnTo>
                <a:cubicBezTo>
                  <a:pt x="61371" y="25199"/>
                  <a:pt x="71828" y="23206"/>
                  <a:pt x="82110" y="20522"/>
                </a:cubicBezTo>
                <a:close/>
                <a:moveTo>
                  <a:pt x="75648" y="91050"/>
                </a:moveTo>
                <a:cubicBezTo>
                  <a:pt x="74254" y="95840"/>
                  <a:pt x="73469" y="100795"/>
                  <a:pt x="73335" y="105781"/>
                </a:cubicBezTo>
                <a:cubicBezTo>
                  <a:pt x="73335" y="113564"/>
                  <a:pt x="76979" y="121018"/>
                  <a:pt x="100320" y="121018"/>
                </a:cubicBezTo>
                <a:cubicBezTo>
                  <a:pt x="111046" y="120904"/>
                  <a:pt x="121730" y="119851"/>
                  <a:pt x="132269" y="117869"/>
                </a:cubicBezTo>
                <a:lnTo>
                  <a:pt x="131774" y="131279"/>
                </a:lnTo>
                <a:cubicBezTo>
                  <a:pt x="121286" y="132683"/>
                  <a:pt x="110725" y="133405"/>
                  <a:pt x="100155" y="133436"/>
                </a:cubicBezTo>
                <a:cubicBezTo>
                  <a:pt x="74326" y="133436"/>
                  <a:pt x="60751" y="125487"/>
                  <a:pt x="60751" y="109260"/>
                </a:cubicBezTo>
                <a:cubicBezTo>
                  <a:pt x="60886" y="102736"/>
                  <a:pt x="61712" y="96242"/>
                  <a:pt x="63240" y="89893"/>
                </a:cubicBezTo>
                <a:close/>
                <a:moveTo>
                  <a:pt x="71508" y="51151"/>
                </a:moveTo>
                <a:cubicBezTo>
                  <a:pt x="80117" y="50325"/>
                  <a:pt x="90885" y="49830"/>
                  <a:pt x="101476" y="49830"/>
                </a:cubicBezTo>
                <a:cubicBezTo>
                  <a:pt x="110932" y="49757"/>
                  <a:pt x="120377" y="50201"/>
                  <a:pt x="129782" y="51151"/>
                </a:cubicBezTo>
                <a:lnTo>
                  <a:pt x="129452" y="63735"/>
                </a:lnTo>
                <a:cubicBezTo>
                  <a:pt x="120285" y="62537"/>
                  <a:pt x="111056" y="61866"/>
                  <a:pt x="101806" y="61743"/>
                </a:cubicBezTo>
                <a:cubicBezTo>
                  <a:pt x="91680" y="61773"/>
                  <a:pt x="81563" y="62382"/>
                  <a:pt x="71508" y="6357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0" name="フリーフォーム: 図形 79">
            <a:extLst>
              <a:ext uri="{FF2B5EF4-FFF2-40B4-BE49-F238E27FC236}">
                <a16:creationId xmlns:a16="http://schemas.microsoft.com/office/drawing/2014/main" id="{B6CA6F84-EF90-2F23-171E-958FB7F7AC63}"/>
              </a:ext>
            </a:extLst>
          </p:cNvPr>
          <p:cNvSpPr/>
          <p:nvPr/>
        </p:nvSpPr>
        <p:spPr>
          <a:xfrm>
            <a:off x="7780787" y="4577352"/>
            <a:ext cx="141550" cy="151191"/>
          </a:xfrm>
          <a:custGeom>
            <a:avLst/>
            <a:gdLst>
              <a:gd name="connsiteX0" fmla="*/ 141550 w 141550"/>
              <a:gd name="connsiteY0" fmla="*/ 100660 h 151191"/>
              <a:gd name="connsiteX1" fmla="*/ 77155 w 141550"/>
              <a:gd name="connsiteY1" fmla="*/ 100660 h 151191"/>
              <a:gd name="connsiteX2" fmla="*/ 77155 w 141550"/>
              <a:gd name="connsiteY2" fmla="*/ 136089 h 151191"/>
              <a:gd name="connsiteX3" fmla="*/ 69371 w 141550"/>
              <a:gd name="connsiteY3" fmla="*/ 148993 h 151191"/>
              <a:gd name="connsiteX4" fmla="*/ 41231 w 141550"/>
              <a:gd name="connsiteY4" fmla="*/ 150985 h 151191"/>
              <a:gd name="connsiteX5" fmla="*/ 35594 w 141550"/>
              <a:gd name="connsiteY5" fmla="*/ 138897 h 151191"/>
              <a:gd name="connsiteX6" fmla="*/ 60431 w 141550"/>
              <a:gd name="connsiteY6" fmla="*/ 139062 h 151191"/>
              <a:gd name="connsiteX7" fmla="*/ 64241 w 141550"/>
              <a:gd name="connsiteY7" fmla="*/ 135924 h 151191"/>
              <a:gd name="connsiteX8" fmla="*/ 64241 w 141550"/>
              <a:gd name="connsiteY8" fmla="*/ 100660 h 151191"/>
              <a:gd name="connsiteX9" fmla="*/ 0 w 141550"/>
              <a:gd name="connsiteY9" fmla="*/ 100660 h 151191"/>
              <a:gd name="connsiteX10" fmla="*/ 0 w 141550"/>
              <a:gd name="connsiteY10" fmla="*/ 88902 h 151191"/>
              <a:gd name="connsiteX11" fmla="*/ 64241 w 141550"/>
              <a:gd name="connsiteY11" fmla="*/ 88902 h 151191"/>
              <a:gd name="connsiteX12" fmla="*/ 64241 w 141550"/>
              <a:gd name="connsiteY12" fmla="*/ 76649 h 151191"/>
              <a:gd name="connsiteX13" fmla="*/ 70362 w 141550"/>
              <a:gd name="connsiteY13" fmla="*/ 76649 h 151191"/>
              <a:gd name="connsiteX14" fmla="*/ 93703 w 141550"/>
              <a:gd name="connsiteY14" fmla="*/ 59099 h 151191"/>
              <a:gd name="connsiteX15" fmla="*/ 26655 w 141550"/>
              <a:gd name="connsiteY15" fmla="*/ 59099 h 151191"/>
              <a:gd name="connsiteX16" fmla="*/ 26655 w 141550"/>
              <a:gd name="connsiteY16" fmla="*/ 47682 h 151191"/>
              <a:gd name="connsiteX17" fmla="*/ 105130 w 141550"/>
              <a:gd name="connsiteY17" fmla="*/ 47682 h 151191"/>
              <a:gd name="connsiteX18" fmla="*/ 107773 w 141550"/>
              <a:gd name="connsiteY18" fmla="*/ 47022 h 151191"/>
              <a:gd name="connsiteX19" fmla="*/ 115887 w 141550"/>
              <a:gd name="connsiteY19" fmla="*/ 53143 h 151191"/>
              <a:gd name="connsiteX20" fmla="*/ 77155 w 141550"/>
              <a:gd name="connsiteY20" fmla="*/ 83772 h 151191"/>
              <a:gd name="connsiteX21" fmla="*/ 77155 w 141550"/>
              <a:gd name="connsiteY21" fmla="*/ 88902 h 151191"/>
              <a:gd name="connsiteX22" fmla="*/ 141550 w 141550"/>
              <a:gd name="connsiteY22" fmla="*/ 88902 h 151191"/>
              <a:gd name="connsiteX23" fmla="*/ 13585 w 141550"/>
              <a:gd name="connsiteY23" fmla="*/ 56787 h 151191"/>
              <a:gd name="connsiteX24" fmla="*/ 1497 w 141550"/>
              <a:gd name="connsiteY24" fmla="*/ 56787 h 151191"/>
              <a:gd name="connsiteX25" fmla="*/ 1497 w 141550"/>
              <a:gd name="connsiteY25" fmla="*/ 18045 h 151191"/>
              <a:gd name="connsiteX26" fmla="*/ 63910 w 141550"/>
              <a:gd name="connsiteY26" fmla="*/ 18045 h 151191"/>
              <a:gd name="connsiteX27" fmla="*/ 63910 w 141550"/>
              <a:gd name="connsiteY27" fmla="*/ 0 h 151191"/>
              <a:gd name="connsiteX28" fmla="*/ 76649 w 141550"/>
              <a:gd name="connsiteY28" fmla="*/ 0 h 151191"/>
              <a:gd name="connsiteX29" fmla="*/ 76649 w 141550"/>
              <a:gd name="connsiteY29" fmla="*/ 18045 h 151191"/>
              <a:gd name="connsiteX30" fmla="*/ 139403 w 141550"/>
              <a:gd name="connsiteY30" fmla="*/ 18045 h 151191"/>
              <a:gd name="connsiteX31" fmla="*/ 139403 w 141550"/>
              <a:gd name="connsiteY31" fmla="*/ 56787 h 151191"/>
              <a:gd name="connsiteX32" fmla="*/ 126819 w 141550"/>
              <a:gd name="connsiteY32" fmla="*/ 56787 h 151191"/>
              <a:gd name="connsiteX33" fmla="*/ 126819 w 141550"/>
              <a:gd name="connsiteY33" fmla="*/ 29638 h 151191"/>
              <a:gd name="connsiteX34" fmla="*/ 13575 w 141550"/>
              <a:gd name="connsiteY34" fmla="*/ 29638 h 15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1550" h="151191">
                <a:moveTo>
                  <a:pt x="141550" y="100660"/>
                </a:moveTo>
                <a:lnTo>
                  <a:pt x="77155" y="100660"/>
                </a:lnTo>
                <a:lnTo>
                  <a:pt x="77155" y="136089"/>
                </a:lnTo>
                <a:cubicBezTo>
                  <a:pt x="77155" y="143367"/>
                  <a:pt x="75162" y="147011"/>
                  <a:pt x="69371" y="148993"/>
                </a:cubicBezTo>
                <a:cubicBezTo>
                  <a:pt x="60122" y="150903"/>
                  <a:pt x="50655" y="151574"/>
                  <a:pt x="41231" y="150985"/>
                </a:cubicBezTo>
                <a:cubicBezTo>
                  <a:pt x="39868" y="146732"/>
                  <a:pt x="37968" y="142675"/>
                  <a:pt x="35594" y="138897"/>
                </a:cubicBezTo>
                <a:cubicBezTo>
                  <a:pt x="46856" y="139227"/>
                  <a:pt x="57613" y="139227"/>
                  <a:pt x="60431" y="139062"/>
                </a:cubicBezTo>
                <a:cubicBezTo>
                  <a:pt x="63415" y="138897"/>
                  <a:pt x="64241" y="138236"/>
                  <a:pt x="64241" y="135924"/>
                </a:cubicBezTo>
                <a:lnTo>
                  <a:pt x="64241" y="100660"/>
                </a:lnTo>
                <a:lnTo>
                  <a:pt x="0" y="100660"/>
                </a:lnTo>
                <a:lnTo>
                  <a:pt x="0" y="88902"/>
                </a:lnTo>
                <a:lnTo>
                  <a:pt x="64241" y="88902"/>
                </a:lnTo>
                <a:lnTo>
                  <a:pt x="64241" y="76649"/>
                </a:lnTo>
                <a:lnTo>
                  <a:pt x="70362" y="76649"/>
                </a:lnTo>
                <a:cubicBezTo>
                  <a:pt x="78775" y="71694"/>
                  <a:pt x="86600" y="65810"/>
                  <a:pt x="93703" y="59099"/>
                </a:cubicBezTo>
                <a:lnTo>
                  <a:pt x="26655" y="59099"/>
                </a:lnTo>
                <a:lnTo>
                  <a:pt x="26655" y="47682"/>
                </a:lnTo>
                <a:lnTo>
                  <a:pt x="105130" y="47682"/>
                </a:lnTo>
                <a:lnTo>
                  <a:pt x="107773" y="47022"/>
                </a:lnTo>
                <a:lnTo>
                  <a:pt x="115887" y="53143"/>
                </a:lnTo>
                <a:cubicBezTo>
                  <a:pt x="104697" y="65366"/>
                  <a:pt x="91617" y="75699"/>
                  <a:pt x="77155" y="83772"/>
                </a:cubicBezTo>
                <a:lnTo>
                  <a:pt x="77155" y="88902"/>
                </a:lnTo>
                <a:lnTo>
                  <a:pt x="141550" y="88902"/>
                </a:lnTo>
                <a:close/>
                <a:moveTo>
                  <a:pt x="13585" y="56787"/>
                </a:moveTo>
                <a:lnTo>
                  <a:pt x="1497" y="56787"/>
                </a:lnTo>
                <a:lnTo>
                  <a:pt x="1497" y="18045"/>
                </a:lnTo>
                <a:lnTo>
                  <a:pt x="63910" y="18045"/>
                </a:lnTo>
                <a:lnTo>
                  <a:pt x="63910" y="0"/>
                </a:lnTo>
                <a:lnTo>
                  <a:pt x="76649" y="0"/>
                </a:lnTo>
                <a:lnTo>
                  <a:pt x="76649" y="18045"/>
                </a:lnTo>
                <a:lnTo>
                  <a:pt x="139403" y="18045"/>
                </a:lnTo>
                <a:lnTo>
                  <a:pt x="139403" y="56787"/>
                </a:lnTo>
                <a:lnTo>
                  <a:pt x="126819" y="56787"/>
                </a:lnTo>
                <a:lnTo>
                  <a:pt x="126819" y="29638"/>
                </a:lnTo>
                <a:lnTo>
                  <a:pt x="13575" y="29638"/>
                </a:ln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1" name="フリーフォーム: 図形 80">
            <a:extLst>
              <a:ext uri="{FF2B5EF4-FFF2-40B4-BE49-F238E27FC236}">
                <a16:creationId xmlns:a16="http://schemas.microsoft.com/office/drawing/2014/main" id="{48434D3C-F699-A867-6C97-9978E6EEF65B}"/>
              </a:ext>
            </a:extLst>
          </p:cNvPr>
          <p:cNvSpPr/>
          <p:nvPr/>
        </p:nvSpPr>
        <p:spPr>
          <a:xfrm>
            <a:off x="7949208" y="4597455"/>
            <a:ext cx="134763" cy="122933"/>
          </a:xfrm>
          <a:custGeom>
            <a:avLst/>
            <a:gdLst>
              <a:gd name="connsiteX0" fmla="*/ 65386 w 134763"/>
              <a:gd name="connsiteY0" fmla="*/ 110514 h 122933"/>
              <a:gd name="connsiteX1" fmla="*/ 79467 w 134763"/>
              <a:gd name="connsiteY1" fmla="*/ 108533 h 122933"/>
              <a:gd name="connsiteX2" fmla="*/ 121018 w 134763"/>
              <a:gd name="connsiteY2" fmla="*/ 60024 h 122933"/>
              <a:gd name="connsiteX3" fmla="*/ 77733 w 134763"/>
              <a:gd name="connsiteY3" fmla="*/ 12518 h 122933"/>
              <a:gd name="connsiteX4" fmla="*/ 77475 w 134763"/>
              <a:gd name="connsiteY4" fmla="*/ 12507 h 122933"/>
              <a:gd name="connsiteX5" fmla="*/ 67709 w 134763"/>
              <a:gd name="connsiteY5" fmla="*/ 59694 h 122933"/>
              <a:gd name="connsiteX6" fmla="*/ 29297 w 134763"/>
              <a:gd name="connsiteY6" fmla="*/ 110680 h 122933"/>
              <a:gd name="connsiteX7" fmla="*/ 0 w 134763"/>
              <a:gd name="connsiteY7" fmla="*/ 66817 h 122933"/>
              <a:gd name="connsiteX8" fmla="*/ 71849 w 134763"/>
              <a:gd name="connsiteY8" fmla="*/ 99 h 122933"/>
              <a:gd name="connsiteX9" fmla="*/ 134664 w 134763"/>
              <a:gd name="connsiteY9" fmla="*/ 56122 h 122933"/>
              <a:gd name="connsiteX10" fmla="*/ 134758 w 134763"/>
              <a:gd name="connsiteY10" fmla="*/ 60355 h 122933"/>
              <a:gd name="connsiteX11" fmla="*/ 73005 w 134763"/>
              <a:gd name="connsiteY11" fmla="*/ 122933 h 122933"/>
              <a:gd name="connsiteX12" fmla="*/ 54630 w 134763"/>
              <a:gd name="connsiteY12" fmla="*/ 56876 h 122933"/>
              <a:gd name="connsiteX13" fmla="*/ 63735 w 134763"/>
              <a:gd name="connsiteY13" fmla="*/ 12672 h 122933"/>
              <a:gd name="connsiteX14" fmla="*/ 13080 w 134763"/>
              <a:gd name="connsiteY14" fmla="*/ 65650 h 122933"/>
              <a:gd name="connsiteX15" fmla="*/ 29803 w 134763"/>
              <a:gd name="connsiteY15" fmla="*/ 95453 h 122933"/>
              <a:gd name="connsiteX16" fmla="*/ 54630 w 134763"/>
              <a:gd name="connsiteY16" fmla="*/ 56876 h 122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4763" h="122933">
                <a:moveTo>
                  <a:pt x="65386" y="110514"/>
                </a:moveTo>
                <a:cubicBezTo>
                  <a:pt x="70125" y="110184"/>
                  <a:pt x="74822" y="109513"/>
                  <a:pt x="79467" y="108533"/>
                </a:cubicBezTo>
                <a:cubicBezTo>
                  <a:pt x="103365" y="104796"/>
                  <a:pt x="120997" y="84211"/>
                  <a:pt x="121018" y="60024"/>
                </a:cubicBezTo>
                <a:cubicBezTo>
                  <a:pt x="122184" y="34949"/>
                  <a:pt x="102797" y="13684"/>
                  <a:pt x="77733" y="12518"/>
                </a:cubicBezTo>
                <a:cubicBezTo>
                  <a:pt x="77651" y="12518"/>
                  <a:pt x="77557" y="12518"/>
                  <a:pt x="77475" y="12507"/>
                </a:cubicBezTo>
                <a:cubicBezTo>
                  <a:pt x="75317" y="28446"/>
                  <a:pt x="72055" y="44209"/>
                  <a:pt x="67709" y="59694"/>
                </a:cubicBezTo>
                <a:cubicBezTo>
                  <a:pt x="57613" y="93306"/>
                  <a:pt x="44534" y="110680"/>
                  <a:pt x="29297" y="110680"/>
                </a:cubicBezTo>
                <a:cubicBezTo>
                  <a:pt x="14731" y="110680"/>
                  <a:pt x="0" y="93791"/>
                  <a:pt x="0" y="66817"/>
                </a:cubicBezTo>
                <a:cubicBezTo>
                  <a:pt x="1776" y="28715"/>
                  <a:pt x="33726" y="-944"/>
                  <a:pt x="71849" y="99"/>
                </a:cubicBezTo>
                <a:cubicBezTo>
                  <a:pt x="104665" y="-1780"/>
                  <a:pt x="132796" y="23305"/>
                  <a:pt x="134664" y="56122"/>
                </a:cubicBezTo>
                <a:cubicBezTo>
                  <a:pt x="134747" y="57526"/>
                  <a:pt x="134778" y="58940"/>
                  <a:pt x="134758" y="60355"/>
                </a:cubicBezTo>
                <a:cubicBezTo>
                  <a:pt x="134758" y="94792"/>
                  <a:pt x="112078" y="117803"/>
                  <a:pt x="73005" y="122933"/>
                </a:cubicBezTo>
                <a:close/>
                <a:moveTo>
                  <a:pt x="54630" y="56876"/>
                </a:moveTo>
                <a:cubicBezTo>
                  <a:pt x="58914" y="42434"/>
                  <a:pt x="61969" y="27641"/>
                  <a:pt x="63735" y="12672"/>
                </a:cubicBezTo>
                <a:cubicBezTo>
                  <a:pt x="36265" y="15759"/>
                  <a:pt x="14927" y="38067"/>
                  <a:pt x="13080" y="65650"/>
                </a:cubicBezTo>
                <a:cubicBezTo>
                  <a:pt x="13080" y="86348"/>
                  <a:pt x="22680" y="95453"/>
                  <a:pt x="29803" y="95453"/>
                </a:cubicBezTo>
                <a:cubicBezTo>
                  <a:pt x="37080" y="95453"/>
                  <a:pt x="46185" y="84521"/>
                  <a:pt x="54630" y="56876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2" name="フリーフォーム: 図形 81">
            <a:extLst>
              <a:ext uri="{FF2B5EF4-FFF2-40B4-BE49-F238E27FC236}">
                <a16:creationId xmlns:a16="http://schemas.microsoft.com/office/drawing/2014/main" id="{B02D7F10-FF73-53D3-FCBD-ACA8FE5BB784}"/>
              </a:ext>
            </a:extLst>
          </p:cNvPr>
          <p:cNvSpPr/>
          <p:nvPr/>
        </p:nvSpPr>
        <p:spPr>
          <a:xfrm>
            <a:off x="8115801" y="4587778"/>
            <a:ext cx="140889" cy="141219"/>
          </a:xfrm>
          <a:custGeom>
            <a:avLst/>
            <a:gdLst>
              <a:gd name="connsiteX0" fmla="*/ 140889 w 140889"/>
              <a:gd name="connsiteY0" fmla="*/ 131619 h 141219"/>
              <a:gd name="connsiteX1" fmla="*/ 12254 w 140889"/>
              <a:gd name="connsiteY1" fmla="*/ 131619 h 141219"/>
              <a:gd name="connsiteX2" fmla="*/ 12254 w 140889"/>
              <a:gd name="connsiteY2" fmla="*/ 141220 h 141219"/>
              <a:gd name="connsiteX3" fmla="*/ 0 w 140889"/>
              <a:gd name="connsiteY3" fmla="*/ 141220 h 141219"/>
              <a:gd name="connsiteX4" fmla="*/ 0 w 140889"/>
              <a:gd name="connsiteY4" fmla="*/ 0 h 141219"/>
              <a:gd name="connsiteX5" fmla="*/ 137080 w 140889"/>
              <a:gd name="connsiteY5" fmla="*/ 0 h 141219"/>
              <a:gd name="connsiteX6" fmla="*/ 137080 w 140889"/>
              <a:gd name="connsiteY6" fmla="*/ 11758 h 141219"/>
              <a:gd name="connsiteX7" fmla="*/ 12254 w 140889"/>
              <a:gd name="connsiteY7" fmla="*/ 11758 h 141219"/>
              <a:gd name="connsiteX8" fmla="*/ 12254 w 140889"/>
              <a:gd name="connsiteY8" fmla="*/ 120027 h 141219"/>
              <a:gd name="connsiteX9" fmla="*/ 140889 w 140889"/>
              <a:gd name="connsiteY9" fmla="*/ 120027 h 141219"/>
              <a:gd name="connsiteX10" fmla="*/ 110921 w 140889"/>
              <a:gd name="connsiteY10" fmla="*/ 106452 h 141219"/>
              <a:gd name="connsiteX11" fmla="*/ 77145 w 140889"/>
              <a:gd name="connsiteY11" fmla="*/ 72850 h 141219"/>
              <a:gd name="connsiteX12" fmla="*/ 32125 w 140889"/>
              <a:gd name="connsiteY12" fmla="*/ 112584 h 141219"/>
              <a:gd name="connsiteX13" fmla="*/ 22184 w 140889"/>
              <a:gd name="connsiteY13" fmla="*/ 103148 h 141219"/>
              <a:gd name="connsiteX14" fmla="*/ 67874 w 140889"/>
              <a:gd name="connsiteY14" fmla="*/ 65232 h 141219"/>
              <a:gd name="connsiteX15" fmla="*/ 29132 w 140889"/>
              <a:gd name="connsiteY15" fmla="*/ 37421 h 141219"/>
              <a:gd name="connsiteX16" fmla="*/ 37741 w 140889"/>
              <a:gd name="connsiteY16" fmla="*/ 29638 h 141219"/>
              <a:gd name="connsiteX17" fmla="*/ 75658 w 140889"/>
              <a:gd name="connsiteY17" fmla="*/ 56127 h 141219"/>
              <a:gd name="connsiteX18" fmla="*/ 101156 w 140889"/>
              <a:gd name="connsiteY18" fmla="*/ 17560 h 141219"/>
              <a:gd name="connsiteX19" fmla="*/ 112904 w 140889"/>
              <a:gd name="connsiteY19" fmla="*/ 21524 h 141219"/>
              <a:gd name="connsiteX20" fmla="*/ 85093 w 140889"/>
              <a:gd name="connsiteY20" fmla="*/ 63580 h 141219"/>
              <a:gd name="connsiteX21" fmla="*/ 120522 w 140889"/>
              <a:gd name="connsiteY21" fmla="*/ 97181 h 141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40889" h="141219">
                <a:moveTo>
                  <a:pt x="140889" y="131619"/>
                </a:moveTo>
                <a:lnTo>
                  <a:pt x="12254" y="131619"/>
                </a:lnTo>
                <a:lnTo>
                  <a:pt x="12254" y="141220"/>
                </a:lnTo>
                <a:lnTo>
                  <a:pt x="0" y="141220"/>
                </a:lnTo>
                <a:lnTo>
                  <a:pt x="0" y="0"/>
                </a:lnTo>
                <a:lnTo>
                  <a:pt x="137080" y="0"/>
                </a:lnTo>
                <a:lnTo>
                  <a:pt x="137080" y="11758"/>
                </a:lnTo>
                <a:lnTo>
                  <a:pt x="12254" y="11758"/>
                </a:lnTo>
                <a:lnTo>
                  <a:pt x="12254" y="120027"/>
                </a:lnTo>
                <a:lnTo>
                  <a:pt x="140889" y="120027"/>
                </a:lnTo>
                <a:close/>
                <a:moveTo>
                  <a:pt x="110921" y="106452"/>
                </a:moveTo>
                <a:cubicBezTo>
                  <a:pt x="100722" y="94239"/>
                  <a:pt x="89418" y="82987"/>
                  <a:pt x="77145" y="72850"/>
                </a:cubicBezTo>
                <a:cubicBezTo>
                  <a:pt x="63827" y="87891"/>
                  <a:pt x="48704" y="101238"/>
                  <a:pt x="32125" y="112584"/>
                </a:cubicBezTo>
                <a:cubicBezTo>
                  <a:pt x="29049" y="109187"/>
                  <a:pt x="25725" y="106039"/>
                  <a:pt x="22184" y="103148"/>
                </a:cubicBezTo>
                <a:cubicBezTo>
                  <a:pt x="39135" y="92743"/>
                  <a:pt x="54526" y="79973"/>
                  <a:pt x="67874" y="65232"/>
                </a:cubicBezTo>
                <a:cubicBezTo>
                  <a:pt x="55446" y="55311"/>
                  <a:pt x="42510" y="46031"/>
                  <a:pt x="29132" y="37421"/>
                </a:cubicBezTo>
                <a:lnTo>
                  <a:pt x="37741" y="29638"/>
                </a:lnTo>
                <a:cubicBezTo>
                  <a:pt x="49995" y="37256"/>
                  <a:pt x="63239" y="46526"/>
                  <a:pt x="75658" y="56127"/>
                </a:cubicBezTo>
                <a:cubicBezTo>
                  <a:pt x="85516" y="44224"/>
                  <a:pt x="94064" y="31289"/>
                  <a:pt x="101156" y="17560"/>
                </a:cubicBezTo>
                <a:lnTo>
                  <a:pt x="112904" y="21524"/>
                </a:lnTo>
                <a:cubicBezTo>
                  <a:pt x="104934" y="36358"/>
                  <a:pt x="95633" y="50439"/>
                  <a:pt x="85093" y="63580"/>
                </a:cubicBezTo>
                <a:cubicBezTo>
                  <a:pt x="97966" y="73604"/>
                  <a:pt x="109827" y="84866"/>
                  <a:pt x="120522" y="97181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3" name="フリーフォーム: 図形 82">
            <a:extLst>
              <a:ext uri="{FF2B5EF4-FFF2-40B4-BE49-F238E27FC236}">
                <a16:creationId xmlns:a16="http://schemas.microsoft.com/office/drawing/2014/main" id="{ED999252-7153-7ADD-177F-100ECBC20FE9}"/>
              </a:ext>
            </a:extLst>
          </p:cNvPr>
          <p:cNvSpPr/>
          <p:nvPr/>
        </p:nvSpPr>
        <p:spPr>
          <a:xfrm>
            <a:off x="8271474" y="4580831"/>
            <a:ext cx="144523" cy="148260"/>
          </a:xfrm>
          <a:custGeom>
            <a:avLst/>
            <a:gdLst>
              <a:gd name="connsiteX0" fmla="*/ 76319 w 144523"/>
              <a:gd name="connsiteY0" fmla="*/ 75823 h 148260"/>
              <a:gd name="connsiteX1" fmla="*/ 76153 w 144523"/>
              <a:gd name="connsiteY1" fmla="*/ 81119 h 148260"/>
              <a:gd name="connsiteX2" fmla="*/ 68039 w 144523"/>
              <a:gd name="connsiteY2" fmla="*/ 142541 h 148260"/>
              <a:gd name="connsiteX3" fmla="*/ 57448 w 144523"/>
              <a:gd name="connsiteY3" fmla="*/ 147176 h 148260"/>
              <a:gd name="connsiteX4" fmla="*/ 37245 w 144523"/>
              <a:gd name="connsiteY4" fmla="*/ 147176 h 148260"/>
              <a:gd name="connsiteX5" fmla="*/ 33767 w 144523"/>
              <a:gd name="connsiteY5" fmla="*/ 136409 h 148260"/>
              <a:gd name="connsiteX6" fmla="*/ 52647 w 144523"/>
              <a:gd name="connsiteY6" fmla="*/ 137245 h 148260"/>
              <a:gd name="connsiteX7" fmla="*/ 58273 w 144523"/>
              <a:gd name="connsiteY7" fmla="*/ 135418 h 148260"/>
              <a:gd name="connsiteX8" fmla="*/ 64395 w 144523"/>
              <a:gd name="connsiteY8" fmla="*/ 86920 h 148260"/>
              <a:gd name="connsiteX9" fmla="*/ 37245 w 144523"/>
              <a:gd name="connsiteY9" fmla="*/ 86920 h 148260"/>
              <a:gd name="connsiteX10" fmla="*/ 8444 w 144523"/>
              <a:gd name="connsiteY10" fmla="*/ 148167 h 148260"/>
              <a:gd name="connsiteX11" fmla="*/ 0 w 144523"/>
              <a:gd name="connsiteY11" fmla="*/ 139723 h 148260"/>
              <a:gd name="connsiteX12" fmla="*/ 28141 w 144523"/>
              <a:gd name="connsiteY12" fmla="*/ 58109 h 148260"/>
              <a:gd name="connsiteX13" fmla="*/ 10096 w 144523"/>
              <a:gd name="connsiteY13" fmla="*/ 58109 h 148260"/>
              <a:gd name="connsiteX14" fmla="*/ 10096 w 144523"/>
              <a:gd name="connsiteY14" fmla="*/ 4305 h 148260"/>
              <a:gd name="connsiteX15" fmla="*/ 75162 w 144523"/>
              <a:gd name="connsiteY15" fmla="*/ 4305 h 148260"/>
              <a:gd name="connsiteX16" fmla="*/ 75162 w 144523"/>
              <a:gd name="connsiteY16" fmla="*/ 58109 h 148260"/>
              <a:gd name="connsiteX17" fmla="*/ 40064 w 144523"/>
              <a:gd name="connsiteY17" fmla="*/ 58109 h 148260"/>
              <a:gd name="connsiteX18" fmla="*/ 38577 w 144523"/>
              <a:gd name="connsiteY18" fmla="*/ 75823 h 148260"/>
              <a:gd name="connsiteX19" fmla="*/ 21523 w 144523"/>
              <a:gd name="connsiteY19" fmla="*/ 47177 h 148260"/>
              <a:gd name="connsiteX20" fmla="*/ 63569 w 144523"/>
              <a:gd name="connsiteY20" fmla="*/ 47177 h 148260"/>
              <a:gd name="connsiteX21" fmla="*/ 63569 w 144523"/>
              <a:gd name="connsiteY21" fmla="*/ 15392 h 148260"/>
              <a:gd name="connsiteX22" fmla="*/ 21523 w 144523"/>
              <a:gd name="connsiteY22" fmla="*/ 15392 h 148260"/>
              <a:gd name="connsiteX23" fmla="*/ 103964 w 144523"/>
              <a:gd name="connsiteY23" fmla="*/ 107608 h 148260"/>
              <a:gd name="connsiteX24" fmla="*/ 92041 w 144523"/>
              <a:gd name="connsiteY24" fmla="*/ 107608 h 148260"/>
              <a:gd name="connsiteX25" fmla="*/ 92041 w 144523"/>
              <a:gd name="connsiteY25" fmla="*/ 16558 h 148260"/>
              <a:gd name="connsiteX26" fmla="*/ 103964 w 144523"/>
              <a:gd name="connsiteY26" fmla="*/ 16558 h 148260"/>
              <a:gd name="connsiteX27" fmla="*/ 144523 w 144523"/>
              <a:gd name="connsiteY27" fmla="*/ 0 h 148260"/>
              <a:gd name="connsiteX28" fmla="*/ 144523 w 144523"/>
              <a:gd name="connsiteY28" fmla="*/ 131609 h 148260"/>
              <a:gd name="connsiteX29" fmla="*/ 137080 w 144523"/>
              <a:gd name="connsiteY29" fmla="*/ 145845 h 148260"/>
              <a:gd name="connsiteX30" fmla="*/ 107277 w 144523"/>
              <a:gd name="connsiteY30" fmla="*/ 148002 h 148260"/>
              <a:gd name="connsiteX31" fmla="*/ 102807 w 144523"/>
              <a:gd name="connsiteY31" fmla="*/ 135583 h 148260"/>
              <a:gd name="connsiteX32" fmla="*/ 127965 w 144523"/>
              <a:gd name="connsiteY32" fmla="*/ 135749 h 148260"/>
              <a:gd name="connsiteX33" fmla="*/ 132269 w 144523"/>
              <a:gd name="connsiteY33" fmla="*/ 131609 h 148260"/>
              <a:gd name="connsiteX34" fmla="*/ 132269 w 144523"/>
              <a:gd name="connsiteY34" fmla="*/ 0 h 148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4523" h="148260">
                <a:moveTo>
                  <a:pt x="76319" y="75823"/>
                </a:moveTo>
                <a:cubicBezTo>
                  <a:pt x="76319" y="75823"/>
                  <a:pt x="76153" y="79632"/>
                  <a:pt x="76153" y="81119"/>
                </a:cubicBezTo>
                <a:cubicBezTo>
                  <a:pt x="74161" y="122339"/>
                  <a:pt x="72509" y="137411"/>
                  <a:pt x="68039" y="142541"/>
                </a:cubicBezTo>
                <a:cubicBezTo>
                  <a:pt x="65428" y="145648"/>
                  <a:pt x="61505" y="147362"/>
                  <a:pt x="57448" y="147176"/>
                </a:cubicBezTo>
                <a:cubicBezTo>
                  <a:pt x="50717" y="147599"/>
                  <a:pt x="43976" y="147599"/>
                  <a:pt x="37245" y="147176"/>
                </a:cubicBezTo>
                <a:cubicBezTo>
                  <a:pt x="36925" y="143367"/>
                  <a:pt x="35738" y="139692"/>
                  <a:pt x="33767" y="136409"/>
                </a:cubicBezTo>
                <a:cubicBezTo>
                  <a:pt x="41881" y="137245"/>
                  <a:pt x="49664" y="137245"/>
                  <a:pt x="52647" y="137245"/>
                </a:cubicBezTo>
                <a:cubicBezTo>
                  <a:pt x="54702" y="137545"/>
                  <a:pt x="56787" y="136874"/>
                  <a:pt x="58273" y="135418"/>
                </a:cubicBezTo>
                <a:cubicBezTo>
                  <a:pt x="61247" y="132105"/>
                  <a:pt x="62909" y="119531"/>
                  <a:pt x="64395" y="86920"/>
                </a:cubicBezTo>
                <a:lnTo>
                  <a:pt x="37245" y="86920"/>
                </a:lnTo>
                <a:cubicBezTo>
                  <a:pt x="33612" y="110922"/>
                  <a:pt x="25828" y="133767"/>
                  <a:pt x="8444" y="148167"/>
                </a:cubicBezTo>
                <a:cubicBezTo>
                  <a:pt x="6194" y="144843"/>
                  <a:pt x="3324" y="141973"/>
                  <a:pt x="0" y="139723"/>
                </a:cubicBezTo>
                <a:cubicBezTo>
                  <a:pt x="22514" y="121843"/>
                  <a:pt x="26489" y="88077"/>
                  <a:pt x="28141" y="58109"/>
                </a:cubicBezTo>
                <a:lnTo>
                  <a:pt x="10096" y="58109"/>
                </a:lnTo>
                <a:lnTo>
                  <a:pt x="10096" y="4305"/>
                </a:lnTo>
                <a:lnTo>
                  <a:pt x="75162" y="4305"/>
                </a:lnTo>
                <a:lnTo>
                  <a:pt x="75162" y="58109"/>
                </a:lnTo>
                <a:lnTo>
                  <a:pt x="40064" y="58109"/>
                </a:lnTo>
                <a:cubicBezTo>
                  <a:pt x="39734" y="63900"/>
                  <a:pt x="39238" y="69867"/>
                  <a:pt x="38577" y="75823"/>
                </a:cubicBezTo>
                <a:close/>
                <a:moveTo>
                  <a:pt x="21523" y="47177"/>
                </a:moveTo>
                <a:lnTo>
                  <a:pt x="63569" y="47177"/>
                </a:lnTo>
                <a:lnTo>
                  <a:pt x="63569" y="15392"/>
                </a:lnTo>
                <a:lnTo>
                  <a:pt x="21523" y="15392"/>
                </a:lnTo>
                <a:close/>
                <a:moveTo>
                  <a:pt x="103964" y="107608"/>
                </a:moveTo>
                <a:lnTo>
                  <a:pt x="92041" y="107608"/>
                </a:lnTo>
                <a:lnTo>
                  <a:pt x="92041" y="16558"/>
                </a:lnTo>
                <a:lnTo>
                  <a:pt x="103964" y="16558"/>
                </a:lnTo>
                <a:close/>
                <a:moveTo>
                  <a:pt x="144523" y="0"/>
                </a:moveTo>
                <a:lnTo>
                  <a:pt x="144523" y="131609"/>
                </a:lnTo>
                <a:cubicBezTo>
                  <a:pt x="144523" y="139888"/>
                  <a:pt x="142211" y="143697"/>
                  <a:pt x="137080" y="145845"/>
                </a:cubicBezTo>
                <a:cubicBezTo>
                  <a:pt x="127294" y="147971"/>
                  <a:pt x="117260" y="148704"/>
                  <a:pt x="107277" y="148002"/>
                </a:cubicBezTo>
                <a:cubicBezTo>
                  <a:pt x="106358" y="143677"/>
                  <a:pt x="104851" y="139506"/>
                  <a:pt x="102807" y="135583"/>
                </a:cubicBezTo>
                <a:cubicBezTo>
                  <a:pt x="114390" y="136079"/>
                  <a:pt x="124826" y="135914"/>
                  <a:pt x="127965" y="135749"/>
                </a:cubicBezTo>
                <a:cubicBezTo>
                  <a:pt x="130948" y="135749"/>
                  <a:pt x="132269" y="134758"/>
                  <a:pt x="132269" y="131609"/>
                </a:cubicBezTo>
                <a:lnTo>
                  <a:pt x="132269" y="0"/>
                </a:ln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4" name="フリーフォーム: 図形 83">
            <a:extLst>
              <a:ext uri="{FF2B5EF4-FFF2-40B4-BE49-F238E27FC236}">
                <a16:creationId xmlns:a16="http://schemas.microsoft.com/office/drawing/2014/main" id="{C219B6AE-0B88-0B96-CF73-BC72C5E9F88A}"/>
              </a:ext>
            </a:extLst>
          </p:cNvPr>
          <p:cNvSpPr/>
          <p:nvPr/>
        </p:nvSpPr>
        <p:spPr>
          <a:xfrm>
            <a:off x="8470688" y="4587448"/>
            <a:ext cx="108093" cy="136256"/>
          </a:xfrm>
          <a:custGeom>
            <a:avLst/>
            <a:gdLst>
              <a:gd name="connsiteX0" fmla="*/ 16878 w 108093"/>
              <a:gd name="connsiteY0" fmla="*/ 165 h 136256"/>
              <a:gd name="connsiteX1" fmla="*/ 15227 w 108093"/>
              <a:gd name="connsiteY1" fmla="*/ 16558 h 136256"/>
              <a:gd name="connsiteX2" fmla="*/ 13234 w 108093"/>
              <a:gd name="connsiteY2" fmla="*/ 98348 h 136256"/>
              <a:gd name="connsiteX3" fmla="*/ 40054 w 108093"/>
              <a:gd name="connsiteY3" fmla="*/ 122679 h 136256"/>
              <a:gd name="connsiteX4" fmla="*/ 98988 w 108093"/>
              <a:gd name="connsiteY4" fmla="*/ 88737 h 136256"/>
              <a:gd name="connsiteX5" fmla="*/ 108093 w 108093"/>
              <a:gd name="connsiteY5" fmla="*/ 100165 h 136256"/>
              <a:gd name="connsiteX6" fmla="*/ 39723 w 108093"/>
              <a:gd name="connsiteY6" fmla="*/ 136254 h 136256"/>
              <a:gd name="connsiteX7" fmla="*/ 0 w 108093"/>
              <a:gd name="connsiteY7" fmla="*/ 99659 h 136256"/>
              <a:gd name="connsiteX8" fmla="*/ 1652 w 108093"/>
              <a:gd name="connsiteY8" fmla="*/ 16558 h 136256"/>
              <a:gd name="connsiteX9" fmla="*/ 155 w 108093"/>
              <a:gd name="connsiteY9" fmla="*/ 0 h 136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093" h="136256">
                <a:moveTo>
                  <a:pt x="16878" y="165"/>
                </a:moveTo>
                <a:cubicBezTo>
                  <a:pt x="16052" y="5461"/>
                  <a:pt x="15557" y="11263"/>
                  <a:pt x="15227" y="16558"/>
                </a:cubicBezTo>
                <a:cubicBezTo>
                  <a:pt x="14566" y="35098"/>
                  <a:pt x="13234" y="73841"/>
                  <a:pt x="13234" y="98348"/>
                </a:cubicBezTo>
                <a:cubicBezTo>
                  <a:pt x="13234" y="116393"/>
                  <a:pt x="24827" y="122679"/>
                  <a:pt x="40054" y="122679"/>
                </a:cubicBezTo>
                <a:cubicBezTo>
                  <a:pt x="64323" y="122607"/>
                  <a:pt x="86745" y="109693"/>
                  <a:pt x="98988" y="88737"/>
                </a:cubicBezTo>
                <a:lnTo>
                  <a:pt x="108093" y="100165"/>
                </a:lnTo>
                <a:cubicBezTo>
                  <a:pt x="92804" y="122896"/>
                  <a:pt x="67131" y="136450"/>
                  <a:pt x="39723" y="136254"/>
                </a:cubicBezTo>
                <a:cubicBezTo>
                  <a:pt x="16217" y="136254"/>
                  <a:pt x="0" y="126313"/>
                  <a:pt x="0" y="99659"/>
                </a:cubicBezTo>
                <a:cubicBezTo>
                  <a:pt x="0" y="75327"/>
                  <a:pt x="1652" y="33942"/>
                  <a:pt x="1652" y="16558"/>
                </a:cubicBezTo>
                <a:cubicBezTo>
                  <a:pt x="1704" y="11004"/>
                  <a:pt x="1198" y="5461"/>
                  <a:pt x="155" y="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5" name="フリーフォーム: 図形 84">
            <a:extLst>
              <a:ext uri="{FF2B5EF4-FFF2-40B4-BE49-F238E27FC236}">
                <a16:creationId xmlns:a16="http://schemas.microsoft.com/office/drawing/2014/main" id="{A5A67E32-5F26-0A97-7728-98C023215269}"/>
              </a:ext>
            </a:extLst>
          </p:cNvPr>
          <p:cNvSpPr/>
          <p:nvPr/>
        </p:nvSpPr>
        <p:spPr>
          <a:xfrm>
            <a:off x="8607149" y="4582988"/>
            <a:ext cx="139888" cy="140879"/>
          </a:xfrm>
          <a:custGeom>
            <a:avLst/>
            <a:gdLst>
              <a:gd name="connsiteX0" fmla="*/ 29142 w 139888"/>
              <a:gd name="connsiteY0" fmla="*/ 14225 h 140879"/>
              <a:gd name="connsiteX1" fmla="*/ 34934 w 139888"/>
              <a:gd name="connsiteY1" fmla="*/ 24992 h 140879"/>
              <a:gd name="connsiteX2" fmla="*/ 44369 w 139888"/>
              <a:gd name="connsiteY2" fmla="*/ 43863 h 140879"/>
              <a:gd name="connsiteX3" fmla="*/ 103303 w 139888"/>
              <a:gd name="connsiteY3" fmla="*/ 26314 h 140879"/>
              <a:gd name="connsiteX4" fmla="*/ 139888 w 139888"/>
              <a:gd name="connsiteY4" fmla="*/ 57272 h 140879"/>
              <a:gd name="connsiteX5" fmla="*/ 102147 w 139888"/>
              <a:gd name="connsiteY5" fmla="*/ 90544 h 140879"/>
              <a:gd name="connsiteX6" fmla="*/ 77640 w 139888"/>
              <a:gd name="connsiteY6" fmla="*/ 85919 h 140879"/>
              <a:gd name="connsiteX7" fmla="*/ 78136 w 139888"/>
              <a:gd name="connsiteY7" fmla="*/ 72675 h 140879"/>
              <a:gd name="connsiteX8" fmla="*/ 101311 w 139888"/>
              <a:gd name="connsiteY8" fmla="*/ 78135 h 140879"/>
              <a:gd name="connsiteX9" fmla="*/ 126644 w 139888"/>
              <a:gd name="connsiteY9" fmla="*/ 56777 h 140879"/>
              <a:gd name="connsiteX10" fmla="*/ 102808 w 139888"/>
              <a:gd name="connsiteY10" fmla="*/ 38071 h 140879"/>
              <a:gd name="connsiteX11" fmla="*/ 49500 w 139888"/>
              <a:gd name="connsiteY11" fmla="*/ 54630 h 140879"/>
              <a:gd name="connsiteX12" fmla="*/ 55786 w 139888"/>
              <a:gd name="connsiteY12" fmla="*/ 68194 h 140879"/>
              <a:gd name="connsiteX13" fmla="*/ 80623 w 139888"/>
              <a:gd name="connsiteY13" fmla="*/ 137070 h 140879"/>
              <a:gd name="connsiteX14" fmla="*/ 66377 w 139888"/>
              <a:gd name="connsiteY14" fmla="*/ 140879 h 140879"/>
              <a:gd name="connsiteX15" fmla="*/ 44028 w 139888"/>
              <a:gd name="connsiteY15" fmla="*/ 73665 h 140879"/>
              <a:gd name="connsiteX16" fmla="*/ 37906 w 139888"/>
              <a:gd name="connsiteY16" fmla="*/ 60091 h 140879"/>
              <a:gd name="connsiteX17" fmla="*/ 6452 w 139888"/>
              <a:gd name="connsiteY17" fmla="*/ 75482 h 140879"/>
              <a:gd name="connsiteX18" fmla="*/ 0 w 139888"/>
              <a:gd name="connsiteY18" fmla="*/ 61908 h 140879"/>
              <a:gd name="connsiteX19" fmla="*/ 13575 w 139888"/>
              <a:gd name="connsiteY19" fmla="*/ 57438 h 140879"/>
              <a:gd name="connsiteX20" fmla="*/ 32776 w 139888"/>
              <a:gd name="connsiteY20" fmla="*/ 49158 h 140879"/>
              <a:gd name="connsiteX21" fmla="*/ 23506 w 139888"/>
              <a:gd name="connsiteY21" fmla="*/ 31114 h 140879"/>
              <a:gd name="connsiteX22" fmla="*/ 15557 w 139888"/>
              <a:gd name="connsiteY22" fmla="*/ 19531 h 140879"/>
              <a:gd name="connsiteX23" fmla="*/ 78301 w 139888"/>
              <a:gd name="connsiteY23" fmla="*/ 25983 h 140879"/>
              <a:gd name="connsiteX24" fmla="*/ 56942 w 139888"/>
              <a:gd name="connsiteY24" fmla="*/ 6947 h 140879"/>
              <a:gd name="connsiteX25" fmla="*/ 66553 w 139888"/>
              <a:gd name="connsiteY25" fmla="*/ 0 h 140879"/>
              <a:gd name="connsiteX26" fmla="*/ 87901 w 139888"/>
              <a:gd name="connsiteY26" fmla="*/ 18530 h 140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39888" h="140879">
                <a:moveTo>
                  <a:pt x="29142" y="14225"/>
                </a:moveTo>
                <a:cubicBezTo>
                  <a:pt x="30463" y="16878"/>
                  <a:pt x="33272" y="22174"/>
                  <a:pt x="34934" y="24992"/>
                </a:cubicBezTo>
                <a:cubicBezTo>
                  <a:pt x="37741" y="30453"/>
                  <a:pt x="41055" y="37081"/>
                  <a:pt x="44369" y="43863"/>
                </a:cubicBezTo>
                <a:cubicBezTo>
                  <a:pt x="62744" y="34386"/>
                  <a:pt x="82740" y="28440"/>
                  <a:pt x="103303" y="26314"/>
                </a:cubicBezTo>
                <a:cubicBezTo>
                  <a:pt x="125983" y="26314"/>
                  <a:pt x="139888" y="39393"/>
                  <a:pt x="139888" y="57272"/>
                </a:cubicBezTo>
                <a:cubicBezTo>
                  <a:pt x="139888" y="76143"/>
                  <a:pt x="127800" y="90544"/>
                  <a:pt x="102147" y="90544"/>
                </a:cubicBezTo>
                <a:cubicBezTo>
                  <a:pt x="93775" y="90409"/>
                  <a:pt x="85485" y="88851"/>
                  <a:pt x="77640" y="85919"/>
                </a:cubicBezTo>
                <a:lnTo>
                  <a:pt x="78136" y="72675"/>
                </a:lnTo>
                <a:cubicBezTo>
                  <a:pt x="85362" y="76184"/>
                  <a:pt x="93279" y="78053"/>
                  <a:pt x="101311" y="78135"/>
                </a:cubicBezTo>
                <a:cubicBezTo>
                  <a:pt x="119356" y="78135"/>
                  <a:pt x="126644" y="68370"/>
                  <a:pt x="126644" y="56777"/>
                </a:cubicBezTo>
                <a:cubicBezTo>
                  <a:pt x="126644" y="46846"/>
                  <a:pt x="119035" y="38071"/>
                  <a:pt x="102808" y="38071"/>
                </a:cubicBezTo>
                <a:cubicBezTo>
                  <a:pt x="84143" y="40167"/>
                  <a:pt x="66058" y="45783"/>
                  <a:pt x="49500" y="54630"/>
                </a:cubicBezTo>
                <a:cubicBezTo>
                  <a:pt x="51646" y="59100"/>
                  <a:pt x="53804" y="63724"/>
                  <a:pt x="55786" y="68194"/>
                </a:cubicBezTo>
                <a:cubicBezTo>
                  <a:pt x="64726" y="88396"/>
                  <a:pt x="74987" y="119025"/>
                  <a:pt x="80623" y="137070"/>
                </a:cubicBezTo>
                <a:lnTo>
                  <a:pt x="66377" y="140879"/>
                </a:lnTo>
                <a:cubicBezTo>
                  <a:pt x="60586" y="117962"/>
                  <a:pt x="53112" y="95488"/>
                  <a:pt x="44028" y="73665"/>
                </a:cubicBezTo>
                <a:cubicBezTo>
                  <a:pt x="42046" y="69031"/>
                  <a:pt x="39899" y="64395"/>
                  <a:pt x="37906" y="60091"/>
                </a:cubicBezTo>
                <a:cubicBezTo>
                  <a:pt x="25323" y="66212"/>
                  <a:pt x="13906" y="72169"/>
                  <a:pt x="6452" y="75482"/>
                </a:cubicBezTo>
                <a:lnTo>
                  <a:pt x="0" y="61908"/>
                </a:lnTo>
                <a:cubicBezTo>
                  <a:pt x="4801" y="60586"/>
                  <a:pt x="10591" y="58594"/>
                  <a:pt x="13575" y="57438"/>
                </a:cubicBezTo>
                <a:cubicBezTo>
                  <a:pt x="19036" y="55290"/>
                  <a:pt x="25663" y="52307"/>
                  <a:pt x="32776" y="49158"/>
                </a:cubicBezTo>
                <a:cubicBezTo>
                  <a:pt x="30030" y="42975"/>
                  <a:pt x="26944" y="36946"/>
                  <a:pt x="23506" y="31114"/>
                </a:cubicBezTo>
                <a:cubicBezTo>
                  <a:pt x="21121" y="27077"/>
                  <a:pt x="18468" y="23206"/>
                  <a:pt x="15557" y="19531"/>
                </a:cubicBezTo>
                <a:close/>
                <a:moveTo>
                  <a:pt x="78301" y="25983"/>
                </a:moveTo>
                <a:cubicBezTo>
                  <a:pt x="71663" y="19118"/>
                  <a:pt x="64530" y="12759"/>
                  <a:pt x="56942" y="6947"/>
                </a:cubicBezTo>
                <a:lnTo>
                  <a:pt x="66553" y="0"/>
                </a:lnTo>
                <a:cubicBezTo>
                  <a:pt x="74089" y="5667"/>
                  <a:pt x="81232" y="11861"/>
                  <a:pt x="87901" y="1853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6" name="フリーフォーム: 図形 85">
            <a:extLst>
              <a:ext uri="{FF2B5EF4-FFF2-40B4-BE49-F238E27FC236}">
                <a16:creationId xmlns:a16="http://schemas.microsoft.com/office/drawing/2014/main" id="{D152F7D1-498C-782C-0F9F-0715813B8F3A}"/>
              </a:ext>
            </a:extLst>
          </p:cNvPr>
          <p:cNvSpPr/>
          <p:nvPr/>
        </p:nvSpPr>
        <p:spPr>
          <a:xfrm>
            <a:off x="8778708" y="4585466"/>
            <a:ext cx="136574" cy="138731"/>
          </a:xfrm>
          <a:custGeom>
            <a:avLst/>
            <a:gdLst>
              <a:gd name="connsiteX0" fmla="*/ 86084 w 136574"/>
              <a:gd name="connsiteY0" fmla="*/ 32611 h 138731"/>
              <a:gd name="connsiteX1" fmla="*/ 86425 w 136574"/>
              <a:gd name="connsiteY1" fmla="*/ 59430 h 138731"/>
              <a:gd name="connsiteX2" fmla="*/ 91721 w 136574"/>
              <a:gd name="connsiteY2" fmla="*/ 80458 h 138731"/>
              <a:gd name="connsiteX3" fmla="*/ 42882 w 136574"/>
              <a:gd name="connsiteY3" fmla="*/ 138732 h 138731"/>
              <a:gd name="connsiteX4" fmla="*/ 31454 w 136574"/>
              <a:gd name="connsiteY4" fmla="*/ 127645 h 138731"/>
              <a:gd name="connsiteX5" fmla="*/ 74997 w 136574"/>
              <a:gd name="connsiteY5" fmla="*/ 99164 h 138731"/>
              <a:gd name="connsiteX6" fmla="*/ 60927 w 136574"/>
              <a:gd name="connsiteY6" fmla="*/ 103303 h 138731"/>
              <a:gd name="connsiteX7" fmla="*/ 33767 w 136574"/>
              <a:gd name="connsiteY7" fmla="*/ 77671 h 138731"/>
              <a:gd name="connsiteX8" fmla="*/ 33777 w 136574"/>
              <a:gd name="connsiteY8" fmla="*/ 75823 h 138731"/>
              <a:gd name="connsiteX9" fmla="*/ 62744 w 136574"/>
              <a:gd name="connsiteY9" fmla="*/ 47187 h 138731"/>
              <a:gd name="connsiteX10" fmla="*/ 73676 w 136574"/>
              <a:gd name="connsiteY10" fmla="*/ 49004 h 138731"/>
              <a:gd name="connsiteX11" fmla="*/ 73510 w 136574"/>
              <a:gd name="connsiteY11" fmla="*/ 32776 h 138731"/>
              <a:gd name="connsiteX12" fmla="*/ 330 w 136574"/>
              <a:gd name="connsiteY12" fmla="*/ 35594 h 138731"/>
              <a:gd name="connsiteX13" fmla="*/ 0 w 136574"/>
              <a:gd name="connsiteY13" fmla="*/ 22680 h 138731"/>
              <a:gd name="connsiteX14" fmla="*/ 73335 w 136574"/>
              <a:gd name="connsiteY14" fmla="*/ 21018 h 138731"/>
              <a:gd name="connsiteX15" fmla="*/ 73005 w 136574"/>
              <a:gd name="connsiteY15" fmla="*/ 10261 h 138731"/>
              <a:gd name="connsiteX16" fmla="*/ 72014 w 136574"/>
              <a:gd name="connsiteY16" fmla="*/ 0 h 138731"/>
              <a:gd name="connsiteX17" fmla="*/ 87085 w 136574"/>
              <a:gd name="connsiteY17" fmla="*/ 0 h 138731"/>
              <a:gd name="connsiteX18" fmla="*/ 86249 w 136574"/>
              <a:gd name="connsiteY18" fmla="*/ 10261 h 138731"/>
              <a:gd name="connsiteX19" fmla="*/ 86084 w 136574"/>
              <a:gd name="connsiteY19" fmla="*/ 20863 h 138731"/>
              <a:gd name="connsiteX20" fmla="*/ 88572 w 136574"/>
              <a:gd name="connsiteY20" fmla="*/ 20863 h 138731"/>
              <a:gd name="connsiteX21" fmla="*/ 136574 w 136574"/>
              <a:gd name="connsiteY21" fmla="*/ 21018 h 138731"/>
              <a:gd name="connsiteX22" fmla="*/ 136420 w 136574"/>
              <a:gd name="connsiteY22" fmla="*/ 33437 h 138731"/>
              <a:gd name="connsiteX23" fmla="*/ 88241 w 136574"/>
              <a:gd name="connsiteY23" fmla="*/ 32611 h 138731"/>
              <a:gd name="connsiteX24" fmla="*/ 77310 w 136574"/>
              <a:gd name="connsiteY24" fmla="*/ 68535 h 138731"/>
              <a:gd name="connsiteX25" fmla="*/ 62744 w 136574"/>
              <a:gd name="connsiteY25" fmla="*/ 58439 h 138731"/>
              <a:gd name="connsiteX26" fmla="*/ 46185 w 136574"/>
              <a:gd name="connsiteY26" fmla="*/ 75173 h 138731"/>
              <a:gd name="connsiteX27" fmla="*/ 46196 w 136574"/>
              <a:gd name="connsiteY27" fmla="*/ 75658 h 138731"/>
              <a:gd name="connsiteX28" fmla="*/ 61463 w 136574"/>
              <a:gd name="connsiteY28" fmla="*/ 91907 h 138731"/>
              <a:gd name="connsiteX29" fmla="*/ 62909 w 136574"/>
              <a:gd name="connsiteY29" fmla="*/ 91886 h 138731"/>
              <a:gd name="connsiteX30" fmla="*/ 77310 w 136574"/>
              <a:gd name="connsiteY30" fmla="*/ 68535 h 138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36574" h="138731">
                <a:moveTo>
                  <a:pt x="86084" y="32611"/>
                </a:moveTo>
                <a:cubicBezTo>
                  <a:pt x="86084" y="41881"/>
                  <a:pt x="86249" y="51977"/>
                  <a:pt x="86425" y="59430"/>
                </a:cubicBezTo>
                <a:cubicBezTo>
                  <a:pt x="90089" y="65820"/>
                  <a:pt x="91917" y="73098"/>
                  <a:pt x="91721" y="80458"/>
                </a:cubicBezTo>
                <a:cubicBezTo>
                  <a:pt x="91721" y="102643"/>
                  <a:pt x="80953" y="127304"/>
                  <a:pt x="42882" y="138732"/>
                </a:cubicBezTo>
                <a:lnTo>
                  <a:pt x="31454" y="127645"/>
                </a:lnTo>
                <a:cubicBezTo>
                  <a:pt x="52978" y="122669"/>
                  <a:pt x="68205" y="113729"/>
                  <a:pt x="74997" y="99164"/>
                </a:cubicBezTo>
                <a:cubicBezTo>
                  <a:pt x="70868" y="102002"/>
                  <a:pt x="65934" y="103458"/>
                  <a:pt x="60927" y="103303"/>
                </a:cubicBezTo>
                <a:cubicBezTo>
                  <a:pt x="46351" y="103726"/>
                  <a:pt x="34190" y="92247"/>
                  <a:pt x="33767" y="77671"/>
                </a:cubicBezTo>
                <a:cubicBezTo>
                  <a:pt x="33746" y="77052"/>
                  <a:pt x="33757" y="76442"/>
                  <a:pt x="33777" y="75823"/>
                </a:cubicBezTo>
                <a:cubicBezTo>
                  <a:pt x="33880" y="59915"/>
                  <a:pt x="46836" y="47104"/>
                  <a:pt x="62744" y="47187"/>
                </a:cubicBezTo>
                <a:cubicBezTo>
                  <a:pt x="66460" y="47166"/>
                  <a:pt x="70156" y="47785"/>
                  <a:pt x="73676" y="49004"/>
                </a:cubicBezTo>
                <a:cubicBezTo>
                  <a:pt x="73676" y="44204"/>
                  <a:pt x="73676" y="38402"/>
                  <a:pt x="73510" y="32776"/>
                </a:cubicBezTo>
                <a:cubicBezTo>
                  <a:pt x="48674" y="32941"/>
                  <a:pt x="20863" y="34097"/>
                  <a:pt x="330" y="35594"/>
                </a:cubicBezTo>
                <a:lnTo>
                  <a:pt x="0" y="22680"/>
                </a:lnTo>
                <a:cubicBezTo>
                  <a:pt x="18210" y="22350"/>
                  <a:pt x="49004" y="21358"/>
                  <a:pt x="73335" y="21018"/>
                </a:cubicBezTo>
                <a:cubicBezTo>
                  <a:pt x="73335" y="16393"/>
                  <a:pt x="73170" y="12574"/>
                  <a:pt x="73005" y="10261"/>
                </a:cubicBezTo>
                <a:cubicBezTo>
                  <a:pt x="72850" y="6782"/>
                  <a:pt x="72344" y="1982"/>
                  <a:pt x="72014" y="0"/>
                </a:cubicBezTo>
                <a:lnTo>
                  <a:pt x="87085" y="0"/>
                </a:lnTo>
                <a:lnTo>
                  <a:pt x="86249" y="10261"/>
                </a:lnTo>
                <a:cubicBezTo>
                  <a:pt x="86249" y="12749"/>
                  <a:pt x="86084" y="16558"/>
                  <a:pt x="86084" y="20863"/>
                </a:cubicBezTo>
                <a:lnTo>
                  <a:pt x="88572" y="20863"/>
                </a:lnTo>
                <a:cubicBezTo>
                  <a:pt x="108434" y="20863"/>
                  <a:pt x="128636" y="21018"/>
                  <a:pt x="136574" y="21018"/>
                </a:cubicBezTo>
                <a:lnTo>
                  <a:pt x="136420" y="33437"/>
                </a:lnTo>
                <a:cubicBezTo>
                  <a:pt x="127139" y="32941"/>
                  <a:pt x="112243" y="32611"/>
                  <a:pt x="88241" y="32611"/>
                </a:cubicBezTo>
                <a:close/>
                <a:moveTo>
                  <a:pt x="77310" y="68535"/>
                </a:moveTo>
                <a:cubicBezTo>
                  <a:pt x="75307" y="62259"/>
                  <a:pt x="69330" y="58119"/>
                  <a:pt x="62744" y="58439"/>
                </a:cubicBezTo>
                <a:cubicBezTo>
                  <a:pt x="53546" y="58480"/>
                  <a:pt x="46134" y="65975"/>
                  <a:pt x="46185" y="75173"/>
                </a:cubicBezTo>
                <a:cubicBezTo>
                  <a:pt x="46185" y="75327"/>
                  <a:pt x="46185" y="75493"/>
                  <a:pt x="46196" y="75658"/>
                </a:cubicBezTo>
                <a:cubicBezTo>
                  <a:pt x="45927" y="84360"/>
                  <a:pt x="52761" y="91638"/>
                  <a:pt x="61463" y="91907"/>
                </a:cubicBezTo>
                <a:cubicBezTo>
                  <a:pt x="61949" y="91917"/>
                  <a:pt x="62434" y="91917"/>
                  <a:pt x="62909" y="91886"/>
                </a:cubicBezTo>
                <a:cubicBezTo>
                  <a:pt x="72509" y="91886"/>
                  <a:pt x="78806" y="84102"/>
                  <a:pt x="77310" y="68535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7" name="フリーフォーム: 図形 86">
            <a:extLst>
              <a:ext uri="{FF2B5EF4-FFF2-40B4-BE49-F238E27FC236}">
                <a16:creationId xmlns:a16="http://schemas.microsoft.com/office/drawing/2014/main" id="{B8E0324A-9D6E-B7EC-022D-3C6469401BCE}"/>
              </a:ext>
            </a:extLst>
          </p:cNvPr>
          <p:cNvSpPr/>
          <p:nvPr/>
        </p:nvSpPr>
        <p:spPr>
          <a:xfrm>
            <a:off x="8953746" y="4584640"/>
            <a:ext cx="114069" cy="137750"/>
          </a:xfrm>
          <a:custGeom>
            <a:avLst/>
            <a:gdLst>
              <a:gd name="connsiteX0" fmla="*/ 114070 w 114069"/>
              <a:gd name="connsiteY0" fmla="*/ 31785 h 137750"/>
              <a:gd name="connsiteX1" fmla="*/ 83111 w 114069"/>
              <a:gd name="connsiteY1" fmla="*/ 38577 h 137750"/>
              <a:gd name="connsiteX2" fmla="*/ 105130 w 114069"/>
              <a:gd name="connsiteY2" fmla="*/ 84422 h 137750"/>
              <a:gd name="connsiteX3" fmla="*/ 97512 w 114069"/>
              <a:gd name="connsiteY3" fmla="*/ 92371 h 137750"/>
              <a:gd name="connsiteX4" fmla="*/ 63570 w 114069"/>
              <a:gd name="connsiteY4" fmla="*/ 87571 h 137750"/>
              <a:gd name="connsiteX5" fmla="*/ 64901 w 114069"/>
              <a:gd name="connsiteY5" fmla="*/ 76814 h 137750"/>
              <a:gd name="connsiteX6" fmla="*/ 88076 w 114069"/>
              <a:gd name="connsiteY6" fmla="*/ 79126 h 137750"/>
              <a:gd name="connsiteX7" fmla="*/ 70197 w 114069"/>
              <a:gd name="connsiteY7" fmla="*/ 40559 h 137750"/>
              <a:gd name="connsiteX8" fmla="*/ 496 w 114069"/>
              <a:gd name="connsiteY8" fmla="*/ 40890 h 137750"/>
              <a:gd name="connsiteX9" fmla="*/ 0 w 114069"/>
              <a:gd name="connsiteY9" fmla="*/ 27645 h 137750"/>
              <a:gd name="connsiteX10" fmla="*/ 65066 w 114069"/>
              <a:gd name="connsiteY10" fmla="*/ 28636 h 137750"/>
              <a:gd name="connsiteX11" fmla="*/ 59595 w 114069"/>
              <a:gd name="connsiteY11" fmla="*/ 16548 h 137750"/>
              <a:gd name="connsiteX12" fmla="*/ 52648 w 114069"/>
              <a:gd name="connsiteY12" fmla="*/ 2808 h 137750"/>
              <a:gd name="connsiteX13" fmla="*/ 67378 w 114069"/>
              <a:gd name="connsiteY13" fmla="*/ 0 h 137750"/>
              <a:gd name="connsiteX14" fmla="*/ 77981 w 114069"/>
              <a:gd name="connsiteY14" fmla="*/ 26984 h 137750"/>
              <a:gd name="connsiteX15" fmla="*/ 111582 w 114069"/>
              <a:gd name="connsiteY15" fmla="*/ 18705 h 137750"/>
              <a:gd name="connsiteX16" fmla="*/ 21524 w 114069"/>
              <a:gd name="connsiteY16" fmla="*/ 80954 h 137750"/>
              <a:gd name="connsiteX17" fmla="*/ 16888 w 114069"/>
              <a:gd name="connsiteY17" fmla="*/ 101641 h 137750"/>
              <a:gd name="connsiteX18" fmla="*/ 51161 w 114069"/>
              <a:gd name="connsiteY18" fmla="*/ 124651 h 137750"/>
              <a:gd name="connsiteX19" fmla="*/ 94208 w 114069"/>
              <a:gd name="connsiteY19" fmla="*/ 120192 h 137750"/>
              <a:gd name="connsiteX20" fmla="*/ 94033 w 114069"/>
              <a:gd name="connsiteY20" fmla="*/ 133932 h 137750"/>
              <a:gd name="connsiteX21" fmla="*/ 50996 w 114069"/>
              <a:gd name="connsiteY21" fmla="*/ 137731 h 137750"/>
              <a:gd name="connsiteX22" fmla="*/ 3644 w 114069"/>
              <a:gd name="connsiteY22" fmla="*/ 104955 h 137750"/>
              <a:gd name="connsiteX23" fmla="*/ 8114 w 114069"/>
              <a:gd name="connsiteY23" fmla="*/ 79797 h 13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14069" h="137750">
                <a:moveTo>
                  <a:pt x="114070" y="31785"/>
                </a:moveTo>
                <a:cubicBezTo>
                  <a:pt x="103964" y="34438"/>
                  <a:pt x="93207" y="36915"/>
                  <a:pt x="83111" y="38577"/>
                </a:cubicBezTo>
                <a:cubicBezTo>
                  <a:pt x="89067" y="51646"/>
                  <a:pt x="98007" y="70682"/>
                  <a:pt x="105130" y="84422"/>
                </a:cubicBezTo>
                <a:lnTo>
                  <a:pt x="97512" y="92371"/>
                </a:lnTo>
                <a:cubicBezTo>
                  <a:pt x="90389" y="90884"/>
                  <a:pt x="74171" y="88562"/>
                  <a:pt x="63570" y="87571"/>
                </a:cubicBezTo>
                <a:lnTo>
                  <a:pt x="64901" y="76814"/>
                </a:lnTo>
                <a:cubicBezTo>
                  <a:pt x="71188" y="77309"/>
                  <a:pt x="82605" y="78631"/>
                  <a:pt x="88076" y="79126"/>
                </a:cubicBezTo>
                <a:cubicBezTo>
                  <a:pt x="83441" y="69030"/>
                  <a:pt x="75162" y="51977"/>
                  <a:pt x="70197" y="40559"/>
                </a:cubicBezTo>
                <a:cubicBezTo>
                  <a:pt x="47032" y="42996"/>
                  <a:pt x="23681" y="43109"/>
                  <a:pt x="496" y="40890"/>
                </a:cubicBezTo>
                <a:lnTo>
                  <a:pt x="0" y="27645"/>
                </a:lnTo>
                <a:cubicBezTo>
                  <a:pt x="21576" y="30515"/>
                  <a:pt x="43409" y="30845"/>
                  <a:pt x="65066" y="28636"/>
                </a:cubicBezTo>
                <a:lnTo>
                  <a:pt x="59595" y="16548"/>
                </a:lnTo>
                <a:cubicBezTo>
                  <a:pt x="57551" y="11841"/>
                  <a:pt x="55229" y="7247"/>
                  <a:pt x="52648" y="2808"/>
                </a:cubicBezTo>
                <a:lnTo>
                  <a:pt x="67378" y="0"/>
                </a:lnTo>
                <a:cubicBezTo>
                  <a:pt x="71353" y="10922"/>
                  <a:pt x="74336" y="18210"/>
                  <a:pt x="77981" y="26984"/>
                </a:cubicBezTo>
                <a:cubicBezTo>
                  <a:pt x="89357" y="25002"/>
                  <a:pt x="100588" y="22236"/>
                  <a:pt x="111582" y="18705"/>
                </a:cubicBezTo>
                <a:close/>
                <a:moveTo>
                  <a:pt x="21524" y="80954"/>
                </a:moveTo>
                <a:cubicBezTo>
                  <a:pt x="18871" y="87550"/>
                  <a:pt x="17302" y="94539"/>
                  <a:pt x="16888" y="101641"/>
                </a:cubicBezTo>
                <a:cubicBezTo>
                  <a:pt x="16888" y="116052"/>
                  <a:pt x="26655" y="124651"/>
                  <a:pt x="51161" y="124651"/>
                </a:cubicBezTo>
                <a:cubicBezTo>
                  <a:pt x="65634" y="124971"/>
                  <a:pt x="80097" y="123464"/>
                  <a:pt x="94208" y="120192"/>
                </a:cubicBezTo>
                <a:lnTo>
                  <a:pt x="94033" y="133932"/>
                </a:lnTo>
                <a:cubicBezTo>
                  <a:pt x="79860" y="136657"/>
                  <a:pt x="65428" y="137927"/>
                  <a:pt x="50996" y="137731"/>
                </a:cubicBezTo>
                <a:cubicBezTo>
                  <a:pt x="20533" y="137731"/>
                  <a:pt x="3644" y="125487"/>
                  <a:pt x="3644" y="104955"/>
                </a:cubicBezTo>
                <a:cubicBezTo>
                  <a:pt x="3995" y="96407"/>
                  <a:pt x="5502" y="87942"/>
                  <a:pt x="8114" y="79797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8" name="フリーフォーム: 図形 87">
            <a:extLst>
              <a:ext uri="{FF2B5EF4-FFF2-40B4-BE49-F238E27FC236}">
                <a16:creationId xmlns:a16="http://schemas.microsoft.com/office/drawing/2014/main" id="{FA73B4E3-0B80-CB75-1362-7D1BED21F43F}"/>
              </a:ext>
            </a:extLst>
          </p:cNvPr>
          <p:cNvSpPr/>
          <p:nvPr/>
        </p:nvSpPr>
        <p:spPr>
          <a:xfrm>
            <a:off x="7527087" y="4845762"/>
            <a:ext cx="153132" cy="151305"/>
          </a:xfrm>
          <a:custGeom>
            <a:avLst/>
            <a:gdLst>
              <a:gd name="connsiteX0" fmla="*/ 55796 w 153132"/>
              <a:gd name="connsiteY0" fmla="*/ 37576 h 151305"/>
              <a:gd name="connsiteX1" fmla="*/ 0 w 153132"/>
              <a:gd name="connsiteY1" fmla="*/ 37576 h 151305"/>
              <a:gd name="connsiteX2" fmla="*/ 0 w 153132"/>
              <a:gd name="connsiteY2" fmla="*/ 27480 h 151305"/>
              <a:gd name="connsiteX3" fmla="*/ 55796 w 153132"/>
              <a:gd name="connsiteY3" fmla="*/ 27480 h 151305"/>
              <a:gd name="connsiteX4" fmla="*/ 51492 w 153132"/>
              <a:gd name="connsiteY4" fmla="*/ 141540 h 151305"/>
              <a:gd name="connsiteX5" fmla="*/ 17219 w 153132"/>
              <a:gd name="connsiteY5" fmla="*/ 141540 h 151305"/>
              <a:gd name="connsiteX6" fmla="*/ 17219 w 153132"/>
              <a:gd name="connsiteY6" fmla="*/ 149324 h 151305"/>
              <a:gd name="connsiteX7" fmla="*/ 6792 w 153132"/>
              <a:gd name="connsiteY7" fmla="*/ 149324 h 151305"/>
              <a:gd name="connsiteX8" fmla="*/ 6792 w 153132"/>
              <a:gd name="connsiteY8" fmla="*/ 93858 h 151305"/>
              <a:gd name="connsiteX9" fmla="*/ 51492 w 153132"/>
              <a:gd name="connsiteY9" fmla="*/ 93858 h 151305"/>
              <a:gd name="connsiteX10" fmla="*/ 6958 w 153132"/>
              <a:gd name="connsiteY10" fmla="*/ 49830 h 151305"/>
              <a:gd name="connsiteX11" fmla="*/ 51492 w 153132"/>
              <a:gd name="connsiteY11" fmla="*/ 49830 h 151305"/>
              <a:gd name="connsiteX12" fmla="*/ 51492 w 153132"/>
              <a:gd name="connsiteY12" fmla="*/ 59595 h 151305"/>
              <a:gd name="connsiteX13" fmla="*/ 6958 w 153132"/>
              <a:gd name="connsiteY13" fmla="*/ 59595 h 151305"/>
              <a:gd name="connsiteX14" fmla="*/ 6958 w 153132"/>
              <a:gd name="connsiteY14" fmla="*/ 71673 h 151305"/>
              <a:gd name="connsiteX15" fmla="*/ 51492 w 153132"/>
              <a:gd name="connsiteY15" fmla="*/ 71673 h 151305"/>
              <a:gd name="connsiteX16" fmla="*/ 51492 w 153132"/>
              <a:gd name="connsiteY16" fmla="*/ 81614 h 151305"/>
              <a:gd name="connsiteX17" fmla="*/ 6958 w 153132"/>
              <a:gd name="connsiteY17" fmla="*/ 81614 h 151305"/>
              <a:gd name="connsiteX18" fmla="*/ 50821 w 153132"/>
              <a:gd name="connsiteY18" fmla="*/ 15722 h 151305"/>
              <a:gd name="connsiteX19" fmla="*/ 7949 w 153132"/>
              <a:gd name="connsiteY19" fmla="*/ 15722 h 151305"/>
              <a:gd name="connsiteX20" fmla="*/ 7949 w 153132"/>
              <a:gd name="connsiteY20" fmla="*/ 5791 h 151305"/>
              <a:gd name="connsiteX21" fmla="*/ 50821 w 153132"/>
              <a:gd name="connsiteY21" fmla="*/ 5791 h 151305"/>
              <a:gd name="connsiteX22" fmla="*/ 17219 w 153132"/>
              <a:gd name="connsiteY22" fmla="*/ 103964 h 151305"/>
              <a:gd name="connsiteX23" fmla="*/ 17219 w 153132"/>
              <a:gd name="connsiteY23" fmla="*/ 131609 h 151305"/>
              <a:gd name="connsiteX24" fmla="*/ 41055 w 153132"/>
              <a:gd name="connsiteY24" fmla="*/ 131609 h 151305"/>
              <a:gd name="connsiteX25" fmla="*/ 41055 w 153132"/>
              <a:gd name="connsiteY25" fmla="*/ 103964 h 151305"/>
              <a:gd name="connsiteX26" fmla="*/ 95199 w 153132"/>
              <a:gd name="connsiteY26" fmla="*/ 84092 h 151305"/>
              <a:gd name="connsiteX27" fmla="*/ 59100 w 153132"/>
              <a:gd name="connsiteY27" fmla="*/ 151305 h 151305"/>
              <a:gd name="connsiteX28" fmla="*/ 51977 w 153132"/>
              <a:gd name="connsiteY28" fmla="*/ 141705 h 151305"/>
              <a:gd name="connsiteX29" fmla="*/ 83607 w 153132"/>
              <a:gd name="connsiteY29" fmla="*/ 84092 h 151305"/>
              <a:gd name="connsiteX30" fmla="*/ 70362 w 153132"/>
              <a:gd name="connsiteY30" fmla="*/ 92206 h 151305"/>
              <a:gd name="connsiteX31" fmla="*/ 59275 w 153132"/>
              <a:gd name="connsiteY31" fmla="*/ 92206 h 151305"/>
              <a:gd name="connsiteX32" fmla="*/ 59275 w 153132"/>
              <a:gd name="connsiteY32" fmla="*/ 63074 h 151305"/>
              <a:gd name="connsiteX33" fmla="*/ 149323 w 153132"/>
              <a:gd name="connsiteY33" fmla="*/ 63074 h 151305"/>
              <a:gd name="connsiteX34" fmla="*/ 149323 w 153132"/>
              <a:gd name="connsiteY34" fmla="*/ 92206 h 151305"/>
              <a:gd name="connsiteX35" fmla="*/ 137906 w 153132"/>
              <a:gd name="connsiteY35" fmla="*/ 92206 h 151305"/>
              <a:gd name="connsiteX36" fmla="*/ 137906 w 153132"/>
              <a:gd name="connsiteY36" fmla="*/ 73170 h 151305"/>
              <a:gd name="connsiteX37" fmla="*/ 70362 w 153132"/>
              <a:gd name="connsiteY37" fmla="*/ 73170 h 151305"/>
              <a:gd name="connsiteX38" fmla="*/ 97347 w 153132"/>
              <a:gd name="connsiteY38" fmla="*/ 25323 h 151305"/>
              <a:gd name="connsiteX39" fmla="*/ 59925 w 153132"/>
              <a:gd name="connsiteY39" fmla="*/ 25323 h 151305"/>
              <a:gd name="connsiteX40" fmla="*/ 59925 w 153132"/>
              <a:gd name="connsiteY40" fmla="*/ 14896 h 151305"/>
              <a:gd name="connsiteX41" fmla="*/ 97347 w 153132"/>
              <a:gd name="connsiteY41" fmla="*/ 14896 h 151305"/>
              <a:gd name="connsiteX42" fmla="*/ 97347 w 153132"/>
              <a:gd name="connsiteY42" fmla="*/ 0 h 151305"/>
              <a:gd name="connsiteX43" fmla="*/ 109600 w 153132"/>
              <a:gd name="connsiteY43" fmla="*/ 0 h 151305"/>
              <a:gd name="connsiteX44" fmla="*/ 109600 w 153132"/>
              <a:gd name="connsiteY44" fmla="*/ 14896 h 151305"/>
              <a:gd name="connsiteX45" fmla="*/ 148663 w 153132"/>
              <a:gd name="connsiteY45" fmla="*/ 14896 h 151305"/>
              <a:gd name="connsiteX46" fmla="*/ 148663 w 153132"/>
              <a:gd name="connsiteY46" fmla="*/ 25323 h 151305"/>
              <a:gd name="connsiteX47" fmla="*/ 109600 w 153132"/>
              <a:gd name="connsiteY47" fmla="*/ 25323 h 151305"/>
              <a:gd name="connsiteX48" fmla="*/ 109600 w 153132"/>
              <a:gd name="connsiteY48" fmla="*/ 40714 h 151305"/>
              <a:gd name="connsiteX49" fmla="*/ 143862 w 153132"/>
              <a:gd name="connsiteY49" fmla="*/ 40714 h 151305"/>
              <a:gd name="connsiteX50" fmla="*/ 143862 w 153132"/>
              <a:gd name="connsiteY50" fmla="*/ 51151 h 151305"/>
              <a:gd name="connsiteX51" fmla="*/ 65232 w 153132"/>
              <a:gd name="connsiteY51" fmla="*/ 51151 h 151305"/>
              <a:gd name="connsiteX52" fmla="*/ 65232 w 153132"/>
              <a:gd name="connsiteY52" fmla="*/ 40714 h 151305"/>
              <a:gd name="connsiteX53" fmla="*/ 97347 w 153132"/>
              <a:gd name="connsiteY53" fmla="*/ 40714 h 151305"/>
              <a:gd name="connsiteX54" fmla="*/ 138236 w 153132"/>
              <a:gd name="connsiteY54" fmla="*/ 138226 h 151305"/>
              <a:gd name="connsiteX55" fmla="*/ 143037 w 153132"/>
              <a:gd name="connsiteY55" fmla="*/ 116548 h 151305"/>
              <a:gd name="connsiteX56" fmla="*/ 153132 w 153132"/>
              <a:gd name="connsiteY56" fmla="*/ 121348 h 151305"/>
              <a:gd name="connsiteX57" fmla="*/ 139557 w 153132"/>
              <a:gd name="connsiteY57" fmla="*/ 149324 h 151305"/>
              <a:gd name="connsiteX58" fmla="*/ 125818 w 153132"/>
              <a:gd name="connsiteY58" fmla="*/ 149324 h 151305"/>
              <a:gd name="connsiteX59" fmla="*/ 111912 w 153132"/>
              <a:gd name="connsiteY59" fmla="*/ 133601 h 151305"/>
              <a:gd name="connsiteX60" fmla="*/ 111912 w 153132"/>
              <a:gd name="connsiteY60" fmla="*/ 84092 h 151305"/>
              <a:gd name="connsiteX61" fmla="*/ 123340 w 153132"/>
              <a:gd name="connsiteY61" fmla="*/ 84092 h 151305"/>
              <a:gd name="connsiteX62" fmla="*/ 123340 w 153132"/>
              <a:gd name="connsiteY62" fmla="*/ 133601 h 151305"/>
              <a:gd name="connsiteX63" fmla="*/ 127304 w 153132"/>
              <a:gd name="connsiteY63" fmla="*/ 138226 h 151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53132" h="151305">
                <a:moveTo>
                  <a:pt x="55796" y="37576"/>
                </a:moveTo>
                <a:lnTo>
                  <a:pt x="0" y="37576"/>
                </a:lnTo>
                <a:lnTo>
                  <a:pt x="0" y="27480"/>
                </a:lnTo>
                <a:lnTo>
                  <a:pt x="55796" y="27480"/>
                </a:lnTo>
                <a:close/>
                <a:moveTo>
                  <a:pt x="51492" y="141540"/>
                </a:moveTo>
                <a:lnTo>
                  <a:pt x="17219" y="141540"/>
                </a:lnTo>
                <a:lnTo>
                  <a:pt x="17219" y="149324"/>
                </a:lnTo>
                <a:lnTo>
                  <a:pt x="6792" y="149324"/>
                </a:lnTo>
                <a:lnTo>
                  <a:pt x="6792" y="93858"/>
                </a:lnTo>
                <a:lnTo>
                  <a:pt x="51492" y="93858"/>
                </a:lnTo>
                <a:close/>
                <a:moveTo>
                  <a:pt x="6958" y="49830"/>
                </a:moveTo>
                <a:lnTo>
                  <a:pt x="51492" y="49830"/>
                </a:lnTo>
                <a:lnTo>
                  <a:pt x="51492" y="59595"/>
                </a:lnTo>
                <a:lnTo>
                  <a:pt x="6958" y="59595"/>
                </a:lnTo>
                <a:close/>
                <a:moveTo>
                  <a:pt x="6958" y="71673"/>
                </a:moveTo>
                <a:lnTo>
                  <a:pt x="51492" y="71673"/>
                </a:lnTo>
                <a:lnTo>
                  <a:pt x="51492" y="81614"/>
                </a:lnTo>
                <a:lnTo>
                  <a:pt x="6958" y="81614"/>
                </a:lnTo>
                <a:close/>
                <a:moveTo>
                  <a:pt x="50821" y="15722"/>
                </a:moveTo>
                <a:lnTo>
                  <a:pt x="7949" y="15722"/>
                </a:lnTo>
                <a:lnTo>
                  <a:pt x="7949" y="5791"/>
                </a:lnTo>
                <a:lnTo>
                  <a:pt x="50821" y="5791"/>
                </a:lnTo>
                <a:close/>
                <a:moveTo>
                  <a:pt x="17219" y="103964"/>
                </a:moveTo>
                <a:lnTo>
                  <a:pt x="17219" y="131609"/>
                </a:lnTo>
                <a:lnTo>
                  <a:pt x="41055" y="131609"/>
                </a:lnTo>
                <a:lnTo>
                  <a:pt x="41055" y="103964"/>
                </a:lnTo>
                <a:close/>
                <a:moveTo>
                  <a:pt x="95199" y="84092"/>
                </a:moveTo>
                <a:cubicBezTo>
                  <a:pt x="93702" y="119190"/>
                  <a:pt x="88241" y="139888"/>
                  <a:pt x="59100" y="151305"/>
                </a:cubicBezTo>
                <a:cubicBezTo>
                  <a:pt x="57200" y="147785"/>
                  <a:pt x="54795" y="144554"/>
                  <a:pt x="51977" y="141705"/>
                </a:cubicBezTo>
                <a:cubicBezTo>
                  <a:pt x="78466" y="132270"/>
                  <a:pt x="82285" y="115051"/>
                  <a:pt x="83607" y="84092"/>
                </a:cubicBezTo>
                <a:close/>
                <a:moveTo>
                  <a:pt x="70362" y="92206"/>
                </a:moveTo>
                <a:lnTo>
                  <a:pt x="59275" y="92206"/>
                </a:lnTo>
                <a:lnTo>
                  <a:pt x="59275" y="63074"/>
                </a:lnTo>
                <a:lnTo>
                  <a:pt x="149323" y="63074"/>
                </a:lnTo>
                <a:lnTo>
                  <a:pt x="149323" y="92206"/>
                </a:lnTo>
                <a:lnTo>
                  <a:pt x="137906" y="92206"/>
                </a:lnTo>
                <a:lnTo>
                  <a:pt x="137906" y="73170"/>
                </a:lnTo>
                <a:lnTo>
                  <a:pt x="70362" y="73170"/>
                </a:lnTo>
                <a:close/>
                <a:moveTo>
                  <a:pt x="97347" y="25323"/>
                </a:moveTo>
                <a:lnTo>
                  <a:pt x="59925" y="25323"/>
                </a:lnTo>
                <a:lnTo>
                  <a:pt x="59925" y="14896"/>
                </a:lnTo>
                <a:lnTo>
                  <a:pt x="97347" y="14896"/>
                </a:lnTo>
                <a:lnTo>
                  <a:pt x="97347" y="0"/>
                </a:lnTo>
                <a:lnTo>
                  <a:pt x="109600" y="0"/>
                </a:lnTo>
                <a:lnTo>
                  <a:pt x="109600" y="14896"/>
                </a:lnTo>
                <a:lnTo>
                  <a:pt x="148663" y="14896"/>
                </a:lnTo>
                <a:lnTo>
                  <a:pt x="148663" y="25323"/>
                </a:lnTo>
                <a:lnTo>
                  <a:pt x="109600" y="25323"/>
                </a:lnTo>
                <a:lnTo>
                  <a:pt x="109600" y="40714"/>
                </a:lnTo>
                <a:lnTo>
                  <a:pt x="143862" y="40714"/>
                </a:lnTo>
                <a:lnTo>
                  <a:pt x="143862" y="51151"/>
                </a:lnTo>
                <a:lnTo>
                  <a:pt x="65232" y="51151"/>
                </a:lnTo>
                <a:lnTo>
                  <a:pt x="65232" y="40714"/>
                </a:lnTo>
                <a:lnTo>
                  <a:pt x="97347" y="40714"/>
                </a:lnTo>
                <a:close/>
                <a:moveTo>
                  <a:pt x="138236" y="138226"/>
                </a:moveTo>
                <a:cubicBezTo>
                  <a:pt x="141881" y="138226"/>
                  <a:pt x="142541" y="135583"/>
                  <a:pt x="143037" y="116548"/>
                </a:cubicBezTo>
                <a:cubicBezTo>
                  <a:pt x="146113" y="118695"/>
                  <a:pt x="149520" y="120315"/>
                  <a:pt x="153132" y="121348"/>
                </a:cubicBezTo>
                <a:cubicBezTo>
                  <a:pt x="152306" y="143522"/>
                  <a:pt x="149323" y="149324"/>
                  <a:pt x="139557" y="149324"/>
                </a:cubicBezTo>
                <a:lnTo>
                  <a:pt x="125818" y="149324"/>
                </a:lnTo>
                <a:cubicBezTo>
                  <a:pt x="114555" y="149324"/>
                  <a:pt x="111912" y="145679"/>
                  <a:pt x="111912" y="133601"/>
                </a:cubicBezTo>
                <a:lnTo>
                  <a:pt x="111912" y="84092"/>
                </a:lnTo>
                <a:lnTo>
                  <a:pt x="123340" y="84092"/>
                </a:lnTo>
                <a:lnTo>
                  <a:pt x="123340" y="133601"/>
                </a:lnTo>
                <a:cubicBezTo>
                  <a:pt x="123340" y="137731"/>
                  <a:pt x="123835" y="138226"/>
                  <a:pt x="127304" y="138226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9" name="フリーフォーム: 図形 88">
            <a:extLst>
              <a:ext uri="{FF2B5EF4-FFF2-40B4-BE49-F238E27FC236}">
                <a16:creationId xmlns:a16="http://schemas.microsoft.com/office/drawing/2014/main" id="{8C97DDC8-381F-0FC2-406F-5A6BC28B6543}"/>
              </a:ext>
            </a:extLst>
          </p:cNvPr>
          <p:cNvSpPr/>
          <p:nvPr/>
        </p:nvSpPr>
        <p:spPr>
          <a:xfrm>
            <a:off x="7698261" y="4860328"/>
            <a:ext cx="143751" cy="133095"/>
          </a:xfrm>
          <a:custGeom>
            <a:avLst/>
            <a:gdLst>
              <a:gd name="connsiteX0" fmla="*/ 137795 w 143751"/>
              <a:gd name="connsiteY0" fmla="*/ 97171 h 133095"/>
              <a:gd name="connsiteX1" fmla="*/ 120742 w 143751"/>
              <a:gd name="connsiteY1" fmla="*/ 84257 h 133095"/>
              <a:gd name="connsiteX2" fmla="*/ 77540 w 143751"/>
              <a:gd name="connsiteY2" fmla="*/ 133095 h 133095"/>
              <a:gd name="connsiteX3" fmla="*/ 66607 w 143751"/>
              <a:gd name="connsiteY3" fmla="*/ 124001 h 133095"/>
              <a:gd name="connsiteX4" fmla="*/ 109489 w 143751"/>
              <a:gd name="connsiteY4" fmla="*/ 77640 h 133095"/>
              <a:gd name="connsiteX5" fmla="*/ 62798 w 143751"/>
              <a:gd name="connsiteY5" fmla="*/ 62909 h 133095"/>
              <a:gd name="connsiteX6" fmla="*/ 42100 w 143751"/>
              <a:gd name="connsiteY6" fmla="*/ 105615 h 133095"/>
              <a:gd name="connsiteX7" fmla="*/ 21413 w 143751"/>
              <a:gd name="connsiteY7" fmla="*/ 117043 h 133095"/>
              <a:gd name="connsiteX8" fmla="*/ 3 w 143751"/>
              <a:gd name="connsiteY8" fmla="*/ 96438 h 133095"/>
              <a:gd name="connsiteX9" fmla="*/ 54 w 143751"/>
              <a:gd name="connsiteY9" fmla="*/ 94529 h 133095"/>
              <a:gd name="connsiteX10" fmla="*/ 54529 w 143751"/>
              <a:gd name="connsiteY10" fmla="*/ 50986 h 133095"/>
              <a:gd name="connsiteX11" fmla="*/ 71573 w 143751"/>
              <a:gd name="connsiteY11" fmla="*/ 13740 h 133095"/>
              <a:gd name="connsiteX12" fmla="*/ 37640 w 143751"/>
              <a:gd name="connsiteY12" fmla="*/ 15557 h 133095"/>
              <a:gd name="connsiteX13" fmla="*/ 25553 w 143751"/>
              <a:gd name="connsiteY13" fmla="*/ 16713 h 133095"/>
              <a:gd name="connsiteX14" fmla="*/ 24892 w 143751"/>
              <a:gd name="connsiteY14" fmla="*/ 2808 h 133095"/>
              <a:gd name="connsiteX15" fmla="*/ 37310 w 143751"/>
              <a:gd name="connsiteY15" fmla="*/ 3479 h 133095"/>
              <a:gd name="connsiteX16" fmla="*/ 74391 w 143751"/>
              <a:gd name="connsiteY16" fmla="*/ 1817 h 133095"/>
              <a:gd name="connsiteX17" fmla="*/ 82329 w 143751"/>
              <a:gd name="connsiteY17" fmla="*/ 0 h 133095"/>
              <a:gd name="connsiteX18" fmla="*/ 90774 w 143751"/>
              <a:gd name="connsiteY18" fmla="*/ 6782 h 133095"/>
              <a:gd name="connsiteX19" fmla="*/ 86479 w 143751"/>
              <a:gd name="connsiteY19" fmla="*/ 12243 h 133095"/>
              <a:gd name="connsiteX20" fmla="*/ 67929 w 143751"/>
              <a:gd name="connsiteY20" fmla="*/ 51646 h 133095"/>
              <a:gd name="connsiteX21" fmla="*/ 112463 w 143751"/>
              <a:gd name="connsiteY21" fmla="*/ 64726 h 133095"/>
              <a:gd name="connsiteX22" fmla="*/ 113794 w 143751"/>
              <a:gd name="connsiteY22" fmla="*/ 52472 h 133095"/>
              <a:gd name="connsiteX23" fmla="*/ 113959 w 143751"/>
              <a:gd name="connsiteY23" fmla="*/ 37411 h 133095"/>
              <a:gd name="connsiteX24" fmla="*/ 127534 w 143751"/>
              <a:gd name="connsiteY24" fmla="*/ 38897 h 133095"/>
              <a:gd name="connsiteX25" fmla="*/ 124055 w 143751"/>
              <a:gd name="connsiteY25" fmla="*/ 70682 h 133095"/>
              <a:gd name="connsiteX26" fmla="*/ 143752 w 143751"/>
              <a:gd name="connsiteY26" fmla="*/ 83266 h 133095"/>
              <a:gd name="connsiteX27" fmla="*/ 49058 w 143751"/>
              <a:gd name="connsiteY27" fmla="*/ 62744 h 133095"/>
              <a:gd name="connsiteX28" fmla="*/ 12143 w 143751"/>
              <a:gd name="connsiteY28" fmla="*/ 92711 h 133095"/>
              <a:gd name="connsiteX29" fmla="*/ 21072 w 143751"/>
              <a:gd name="connsiteY29" fmla="*/ 103592 h 133095"/>
              <a:gd name="connsiteX30" fmla="*/ 21578 w 143751"/>
              <a:gd name="connsiteY30" fmla="*/ 103633 h 133095"/>
              <a:gd name="connsiteX31" fmla="*/ 31509 w 143751"/>
              <a:gd name="connsiteY31" fmla="*/ 97842 h 133095"/>
              <a:gd name="connsiteX32" fmla="*/ 49058 w 143751"/>
              <a:gd name="connsiteY32" fmla="*/ 62744 h 133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43751" h="133095">
                <a:moveTo>
                  <a:pt x="137795" y="97171"/>
                </a:moveTo>
                <a:cubicBezTo>
                  <a:pt x="132396" y="92505"/>
                  <a:pt x="126698" y="88190"/>
                  <a:pt x="120742" y="84257"/>
                </a:cubicBezTo>
                <a:cubicBezTo>
                  <a:pt x="114176" y="106070"/>
                  <a:pt x="98382" y="123918"/>
                  <a:pt x="77540" y="133095"/>
                </a:cubicBezTo>
                <a:lnTo>
                  <a:pt x="66607" y="124001"/>
                </a:lnTo>
                <a:cubicBezTo>
                  <a:pt x="87470" y="116258"/>
                  <a:pt x="103399" y="99050"/>
                  <a:pt x="109489" y="77640"/>
                </a:cubicBezTo>
                <a:cubicBezTo>
                  <a:pt x="95099" y="69598"/>
                  <a:pt x="79201" y="64581"/>
                  <a:pt x="62798" y="62909"/>
                </a:cubicBezTo>
                <a:cubicBezTo>
                  <a:pt x="56955" y="77629"/>
                  <a:pt x="50039" y="91907"/>
                  <a:pt x="42100" y="105615"/>
                </a:cubicBezTo>
                <a:cubicBezTo>
                  <a:pt x="37785" y="112893"/>
                  <a:pt x="29867" y="117260"/>
                  <a:pt x="21413" y="117043"/>
                </a:cubicBezTo>
                <a:cubicBezTo>
                  <a:pt x="9810" y="117260"/>
                  <a:pt x="230" y="108041"/>
                  <a:pt x="3" y="96438"/>
                </a:cubicBezTo>
                <a:cubicBezTo>
                  <a:pt x="-8" y="95798"/>
                  <a:pt x="13" y="95158"/>
                  <a:pt x="54" y="94529"/>
                </a:cubicBezTo>
                <a:cubicBezTo>
                  <a:pt x="54" y="70362"/>
                  <a:pt x="22404" y="51812"/>
                  <a:pt x="54529" y="50986"/>
                </a:cubicBezTo>
                <a:cubicBezTo>
                  <a:pt x="60486" y="38071"/>
                  <a:pt x="66442" y="24001"/>
                  <a:pt x="71573" y="13740"/>
                </a:cubicBezTo>
                <a:cubicBezTo>
                  <a:pt x="65121" y="14235"/>
                  <a:pt x="45249" y="15062"/>
                  <a:pt x="37640" y="15557"/>
                </a:cubicBezTo>
                <a:cubicBezTo>
                  <a:pt x="33594" y="15712"/>
                  <a:pt x="29558" y="16094"/>
                  <a:pt x="25553" y="16713"/>
                </a:cubicBezTo>
                <a:lnTo>
                  <a:pt x="24892" y="2808"/>
                </a:lnTo>
                <a:cubicBezTo>
                  <a:pt x="29010" y="3262"/>
                  <a:pt x="33161" y="3489"/>
                  <a:pt x="37310" y="3479"/>
                </a:cubicBezTo>
                <a:cubicBezTo>
                  <a:pt x="45920" y="3479"/>
                  <a:pt x="67443" y="2312"/>
                  <a:pt x="74391" y="1817"/>
                </a:cubicBezTo>
                <a:cubicBezTo>
                  <a:pt x="77106" y="1538"/>
                  <a:pt x="79769" y="929"/>
                  <a:pt x="82329" y="0"/>
                </a:cubicBezTo>
                <a:lnTo>
                  <a:pt x="90774" y="6782"/>
                </a:lnTo>
                <a:cubicBezTo>
                  <a:pt x="89112" y="8413"/>
                  <a:pt x="87666" y="10251"/>
                  <a:pt x="86479" y="12243"/>
                </a:cubicBezTo>
                <a:cubicBezTo>
                  <a:pt x="81844" y="19531"/>
                  <a:pt x="74886" y="36255"/>
                  <a:pt x="67929" y="51646"/>
                </a:cubicBezTo>
                <a:cubicBezTo>
                  <a:pt x="83424" y="53391"/>
                  <a:pt x="98495" y="57820"/>
                  <a:pt x="112463" y="64726"/>
                </a:cubicBezTo>
                <a:cubicBezTo>
                  <a:pt x="113123" y="60586"/>
                  <a:pt x="113464" y="56457"/>
                  <a:pt x="113794" y="52472"/>
                </a:cubicBezTo>
                <a:cubicBezTo>
                  <a:pt x="114176" y="47465"/>
                  <a:pt x="114238" y="42428"/>
                  <a:pt x="113959" y="37411"/>
                </a:cubicBezTo>
                <a:lnTo>
                  <a:pt x="127534" y="38897"/>
                </a:lnTo>
                <a:cubicBezTo>
                  <a:pt x="127059" y="49561"/>
                  <a:pt x="125903" y="60173"/>
                  <a:pt x="124055" y="70682"/>
                </a:cubicBezTo>
                <a:cubicBezTo>
                  <a:pt x="130868" y="74491"/>
                  <a:pt x="137444" y="78683"/>
                  <a:pt x="143752" y="83266"/>
                </a:cubicBezTo>
                <a:close/>
                <a:moveTo>
                  <a:pt x="49058" y="62744"/>
                </a:moveTo>
                <a:cubicBezTo>
                  <a:pt x="25553" y="64726"/>
                  <a:pt x="12143" y="78806"/>
                  <a:pt x="12143" y="92711"/>
                </a:cubicBezTo>
                <a:cubicBezTo>
                  <a:pt x="11606" y="98183"/>
                  <a:pt x="15601" y="103055"/>
                  <a:pt x="21072" y="103592"/>
                </a:cubicBezTo>
                <a:cubicBezTo>
                  <a:pt x="21237" y="103613"/>
                  <a:pt x="21413" y="103623"/>
                  <a:pt x="21578" y="103633"/>
                </a:cubicBezTo>
                <a:cubicBezTo>
                  <a:pt x="25687" y="103603"/>
                  <a:pt x="29465" y="101404"/>
                  <a:pt x="31509" y="97842"/>
                </a:cubicBezTo>
                <a:cubicBezTo>
                  <a:pt x="38477" y="86735"/>
                  <a:pt x="44361" y="74987"/>
                  <a:pt x="49058" y="62744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0" name="フリーフォーム: 図形 89">
            <a:extLst>
              <a:ext uri="{FF2B5EF4-FFF2-40B4-BE49-F238E27FC236}">
                <a16:creationId xmlns:a16="http://schemas.microsoft.com/office/drawing/2014/main" id="{F0C9DD37-9666-1AF4-36AF-CF3AF19F9D68}"/>
              </a:ext>
            </a:extLst>
          </p:cNvPr>
          <p:cNvSpPr/>
          <p:nvPr/>
        </p:nvSpPr>
        <p:spPr>
          <a:xfrm>
            <a:off x="7866737" y="4852875"/>
            <a:ext cx="135748" cy="144270"/>
          </a:xfrm>
          <a:custGeom>
            <a:avLst/>
            <a:gdLst>
              <a:gd name="connsiteX0" fmla="*/ 12254 w 135748"/>
              <a:gd name="connsiteY0" fmla="*/ 56457 h 144270"/>
              <a:gd name="connsiteX1" fmla="*/ 12254 w 135748"/>
              <a:gd name="connsiteY1" fmla="*/ 144193 h 144270"/>
              <a:gd name="connsiteX2" fmla="*/ 0 w 135748"/>
              <a:gd name="connsiteY2" fmla="*/ 144193 h 144270"/>
              <a:gd name="connsiteX3" fmla="*/ 0 w 135748"/>
              <a:gd name="connsiteY3" fmla="*/ 0 h 144270"/>
              <a:gd name="connsiteX4" fmla="*/ 59760 w 135748"/>
              <a:gd name="connsiteY4" fmla="*/ 0 h 144270"/>
              <a:gd name="connsiteX5" fmla="*/ 59760 w 135748"/>
              <a:gd name="connsiteY5" fmla="*/ 56457 h 144270"/>
              <a:gd name="connsiteX6" fmla="*/ 12254 w 135748"/>
              <a:gd name="connsiteY6" fmla="*/ 9600 h 144270"/>
              <a:gd name="connsiteX7" fmla="*/ 12254 w 135748"/>
              <a:gd name="connsiteY7" fmla="*/ 23340 h 144270"/>
              <a:gd name="connsiteX8" fmla="*/ 48013 w 135748"/>
              <a:gd name="connsiteY8" fmla="*/ 23340 h 144270"/>
              <a:gd name="connsiteX9" fmla="*/ 48013 w 135748"/>
              <a:gd name="connsiteY9" fmla="*/ 9600 h 144270"/>
              <a:gd name="connsiteX10" fmla="*/ 48013 w 135748"/>
              <a:gd name="connsiteY10" fmla="*/ 47022 h 144270"/>
              <a:gd name="connsiteX11" fmla="*/ 48013 w 135748"/>
              <a:gd name="connsiteY11" fmla="*/ 32445 h 144270"/>
              <a:gd name="connsiteX12" fmla="*/ 12254 w 135748"/>
              <a:gd name="connsiteY12" fmla="*/ 32445 h 144270"/>
              <a:gd name="connsiteX13" fmla="*/ 12254 w 135748"/>
              <a:gd name="connsiteY13" fmla="*/ 47022 h 144270"/>
              <a:gd name="connsiteX14" fmla="*/ 47517 w 135748"/>
              <a:gd name="connsiteY14" fmla="*/ 128801 h 144270"/>
              <a:gd name="connsiteX15" fmla="*/ 47517 w 135748"/>
              <a:gd name="connsiteY15" fmla="*/ 137080 h 144270"/>
              <a:gd name="connsiteX16" fmla="*/ 36420 w 135748"/>
              <a:gd name="connsiteY16" fmla="*/ 137080 h 144270"/>
              <a:gd name="connsiteX17" fmla="*/ 36420 w 135748"/>
              <a:gd name="connsiteY17" fmla="*/ 68865 h 144270"/>
              <a:gd name="connsiteX18" fmla="*/ 97842 w 135748"/>
              <a:gd name="connsiteY18" fmla="*/ 68865 h 144270"/>
              <a:gd name="connsiteX19" fmla="*/ 97842 w 135748"/>
              <a:gd name="connsiteY19" fmla="*/ 128801 h 144270"/>
              <a:gd name="connsiteX20" fmla="*/ 47517 w 135748"/>
              <a:gd name="connsiteY20" fmla="*/ 78311 h 144270"/>
              <a:gd name="connsiteX21" fmla="*/ 47517 w 135748"/>
              <a:gd name="connsiteY21" fmla="*/ 93703 h 144270"/>
              <a:gd name="connsiteX22" fmla="*/ 86415 w 135748"/>
              <a:gd name="connsiteY22" fmla="*/ 93703 h 144270"/>
              <a:gd name="connsiteX23" fmla="*/ 86415 w 135748"/>
              <a:gd name="connsiteY23" fmla="*/ 78311 h 144270"/>
              <a:gd name="connsiteX24" fmla="*/ 86415 w 135748"/>
              <a:gd name="connsiteY24" fmla="*/ 119035 h 144270"/>
              <a:gd name="connsiteX25" fmla="*/ 86415 w 135748"/>
              <a:gd name="connsiteY25" fmla="*/ 102972 h 144270"/>
              <a:gd name="connsiteX26" fmla="*/ 47517 w 135748"/>
              <a:gd name="connsiteY26" fmla="*/ 102972 h 144270"/>
              <a:gd name="connsiteX27" fmla="*/ 47517 w 135748"/>
              <a:gd name="connsiteY27" fmla="*/ 119035 h 144270"/>
              <a:gd name="connsiteX28" fmla="*/ 135749 w 135748"/>
              <a:gd name="connsiteY28" fmla="*/ 127799 h 144270"/>
              <a:gd name="connsiteX29" fmla="*/ 128471 w 135748"/>
              <a:gd name="connsiteY29" fmla="*/ 141880 h 144270"/>
              <a:gd name="connsiteX30" fmla="*/ 100650 w 135748"/>
              <a:gd name="connsiteY30" fmla="*/ 144028 h 144270"/>
              <a:gd name="connsiteX31" fmla="*/ 96356 w 135748"/>
              <a:gd name="connsiteY31" fmla="*/ 131444 h 144270"/>
              <a:gd name="connsiteX32" fmla="*/ 119531 w 135748"/>
              <a:gd name="connsiteY32" fmla="*/ 131619 h 144270"/>
              <a:gd name="connsiteX33" fmla="*/ 123330 w 135748"/>
              <a:gd name="connsiteY33" fmla="*/ 127645 h 144270"/>
              <a:gd name="connsiteX34" fmla="*/ 123330 w 135748"/>
              <a:gd name="connsiteY34" fmla="*/ 56622 h 144270"/>
              <a:gd name="connsiteX35" fmla="*/ 74491 w 135748"/>
              <a:gd name="connsiteY35" fmla="*/ 56622 h 144270"/>
              <a:gd name="connsiteX36" fmla="*/ 74491 w 135748"/>
              <a:gd name="connsiteY36" fmla="*/ 0 h 144270"/>
              <a:gd name="connsiteX37" fmla="*/ 135749 w 135748"/>
              <a:gd name="connsiteY37" fmla="*/ 0 h 144270"/>
              <a:gd name="connsiteX38" fmla="*/ 86250 w 135748"/>
              <a:gd name="connsiteY38" fmla="*/ 9600 h 144270"/>
              <a:gd name="connsiteX39" fmla="*/ 86250 w 135748"/>
              <a:gd name="connsiteY39" fmla="*/ 23340 h 144270"/>
              <a:gd name="connsiteX40" fmla="*/ 123330 w 135748"/>
              <a:gd name="connsiteY40" fmla="*/ 23340 h 144270"/>
              <a:gd name="connsiteX41" fmla="*/ 123330 w 135748"/>
              <a:gd name="connsiteY41" fmla="*/ 9600 h 144270"/>
              <a:gd name="connsiteX42" fmla="*/ 123330 w 135748"/>
              <a:gd name="connsiteY42" fmla="*/ 47187 h 144270"/>
              <a:gd name="connsiteX43" fmla="*/ 123330 w 135748"/>
              <a:gd name="connsiteY43" fmla="*/ 32445 h 144270"/>
              <a:gd name="connsiteX44" fmla="*/ 86250 w 135748"/>
              <a:gd name="connsiteY44" fmla="*/ 32445 h 144270"/>
              <a:gd name="connsiteX45" fmla="*/ 86250 w 135748"/>
              <a:gd name="connsiteY45" fmla="*/ 47187 h 14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35748" h="144270">
                <a:moveTo>
                  <a:pt x="12254" y="56457"/>
                </a:moveTo>
                <a:lnTo>
                  <a:pt x="12254" y="144193"/>
                </a:lnTo>
                <a:lnTo>
                  <a:pt x="0" y="144193"/>
                </a:lnTo>
                <a:lnTo>
                  <a:pt x="0" y="0"/>
                </a:lnTo>
                <a:lnTo>
                  <a:pt x="59760" y="0"/>
                </a:lnTo>
                <a:lnTo>
                  <a:pt x="59760" y="56457"/>
                </a:lnTo>
                <a:close/>
                <a:moveTo>
                  <a:pt x="12254" y="9600"/>
                </a:moveTo>
                <a:lnTo>
                  <a:pt x="12254" y="23340"/>
                </a:lnTo>
                <a:lnTo>
                  <a:pt x="48013" y="23340"/>
                </a:lnTo>
                <a:lnTo>
                  <a:pt x="48013" y="9600"/>
                </a:lnTo>
                <a:close/>
                <a:moveTo>
                  <a:pt x="48013" y="47022"/>
                </a:moveTo>
                <a:lnTo>
                  <a:pt x="48013" y="32445"/>
                </a:lnTo>
                <a:lnTo>
                  <a:pt x="12254" y="32445"/>
                </a:lnTo>
                <a:lnTo>
                  <a:pt x="12254" y="47022"/>
                </a:lnTo>
                <a:close/>
                <a:moveTo>
                  <a:pt x="47517" y="128801"/>
                </a:moveTo>
                <a:lnTo>
                  <a:pt x="47517" y="137080"/>
                </a:lnTo>
                <a:lnTo>
                  <a:pt x="36420" y="137080"/>
                </a:lnTo>
                <a:lnTo>
                  <a:pt x="36420" y="68865"/>
                </a:lnTo>
                <a:lnTo>
                  <a:pt x="97842" y="68865"/>
                </a:lnTo>
                <a:lnTo>
                  <a:pt x="97842" y="128801"/>
                </a:lnTo>
                <a:close/>
                <a:moveTo>
                  <a:pt x="47517" y="78311"/>
                </a:moveTo>
                <a:lnTo>
                  <a:pt x="47517" y="93703"/>
                </a:lnTo>
                <a:lnTo>
                  <a:pt x="86415" y="93703"/>
                </a:lnTo>
                <a:lnTo>
                  <a:pt x="86415" y="78311"/>
                </a:lnTo>
                <a:close/>
                <a:moveTo>
                  <a:pt x="86415" y="119035"/>
                </a:moveTo>
                <a:lnTo>
                  <a:pt x="86415" y="102972"/>
                </a:lnTo>
                <a:lnTo>
                  <a:pt x="47517" y="102972"/>
                </a:lnTo>
                <a:lnTo>
                  <a:pt x="47517" y="119035"/>
                </a:lnTo>
                <a:close/>
                <a:moveTo>
                  <a:pt x="135749" y="127799"/>
                </a:moveTo>
                <a:cubicBezTo>
                  <a:pt x="135749" y="135583"/>
                  <a:pt x="133932" y="139723"/>
                  <a:pt x="128471" y="141880"/>
                </a:cubicBezTo>
                <a:cubicBezTo>
                  <a:pt x="119356" y="143976"/>
                  <a:pt x="109982" y="144699"/>
                  <a:pt x="100650" y="144028"/>
                </a:cubicBezTo>
                <a:cubicBezTo>
                  <a:pt x="99845" y="139650"/>
                  <a:pt x="98400" y="135408"/>
                  <a:pt x="96356" y="131444"/>
                </a:cubicBezTo>
                <a:cubicBezTo>
                  <a:pt x="106452" y="131949"/>
                  <a:pt x="116548" y="131784"/>
                  <a:pt x="119531" y="131619"/>
                </a:cubicBezTo>
                <a:cubicBezTo>
                  <a:pt x="122339" y="131619"/>
                  <a:pt x="123330" y="130618"/>
                  <a:pt x="123330" y="127645"/>
                </a:cubicBezTo>
                <a:lnTo>
                  <a:pt x="123330" y="56622"/>
                </a:lnTo>
                <a:lnTo>
                  <a:pt x="74491" y="56622"/>
                </a:lnTo>
                <a:lnTo>
                  <a:pt x="74491" y="0"/>
                </a:lnTo>
                <a:lnTo>
                  <a:pt x="135749" y="0"/>
                </a:lnTo>
                <a:close/>
                <a:moveTo>
                  <a:pt x="86250" y="9600"/>
                </a:moveTo>
                <a:lnTo>
                  <a:pt x="86250" y="23340"/>
                </a:lnTo>
                <a:lnTo>
                  <a:pt x="123330" y="23340"/>
                </a:lnTo>
                <a:lnTo>
                  <a:pt x="123330" y="9600"/>
                </a:lnTo>
                <a:close/>
                <a:moveTo>
                  <a:pt x="123330" y="47187"/>
                </a:moveTo>
                <a:lnTo>
                  <a:pt x="123330" y="32445"/>
                </a:lnTo>
                <a:lnTo>
                  <a:pt x="86250" y="32445"/>
                </a:lnTo>
                <a:lnTo>
                  <a:pt x="86250" y="47187"/>
                </a:ln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1" name="フリーフォーム: 図形 90">
            <a:extLst>
              <a:ext uri="{FF2B5EF4-FFF2-40B4-BE49-F238E27FC236}">
                <a16:creationId xmlns:a16="http://schemas.microsoft.com/office/drawing/2014/main" id="{7BD05F54-00C7-0568-2B8A-33EC054DB061}"/>
              </a:ext>
            </a:extLst>
          </p:cNvPr>
          <p:cNvSpPr/>
          <p:nvPr/>
        </p:nvSpPr>
        <p:spPr>
          <a:xfrm>
            <a:off x="8023400" y="4845762"/>
            <a:ext cx="152306" cy="149653"/>
          </a:xfrm>
          <a:custGeom>
            <a:avLst/>
            <a:gdLst>
              <a:gd name="connsiteX0" fmla="*/ 34428 w 152306"/>
              <a:gd name="connsiteY0" fmla="*/ 118034 h 149653"/>
              <a:gd name="connsiteX1" fmla="*/ 76153 w 152306"/>
              <a:gd name="connsiteY1" fmla="*/ 136574 h 149653"/>
              <a:gd name="connsiteX2" fmla="*/ 152306 w 152306"/>
              <a:gd name="connsiteY2" fmla="*/ 135583 h 149653"/>
              <a:gd name="connsiteX3" fmla="*/ 148332 w 152306"/>
              <a:gd name="connsiteY3" fmla="*/ 147661 h 149653"/>
              <a:gd name="connsiteX4" fmla="*/ 76319 w 152306"/>
              <a:gd name="connsiteY4" fmla="*/ 148002 h 149653"/>
              <a:gd name="connsiteX5" fmla="*/ 29462 w 152306"/>
              <a:gd name="connsiteY5" fmla="*/ 128460 h 149653"/>
              <a:gd name="connsiteX6" fmla="*/ 6452 w 152306"/>
              <a:gd name="connsiteY6" fmla="*/ 149654 h 149653"/>
              <a:gd name="connsiteX7" fmla="*/ 0 w 152306"/>
              <a:gd name="connsiteY7" fmla="*/ 137906 h 149653"/>
              <a:gd name="connsiteX8" fmla="*/ 22845 w 152306"/>
              <a:gd name="connsiteY8" fmla="*/ 118860 h 149653"/>
              <a:gd name="connsiteX9" fmla="*/ 22845 w 152306"/>
              <a:gd name="connsiteY9" fmla="*/ 76484 h 149653"/>
              <a:gd name="connsiteX10" fmla="*/ 1816 w 152306"/>
              <a:gd name="connsiteY10" fmla="*/ 76484 h 149653"/>
              <a:gd name="connsiteX11" fmla="*/ 1816 w 152306"/>
              <a:gd name="connsiteY11" fmla="*/ 64891 h 149653"/>
              <a:gd name="connsiteX12" fmla="*/ 34428 w 152306"/>
              <a:gd name="connsiteY12" fmla="*/ 64891 h 149653"/>
              <a:gd name="connsiteX13" fmla="*/ 27315 w 152306"/>
              <a:gd name="connsiteY13" fmla="*/ 37576 h 149653"/>
              <a:gd name="connsiteX14" fmla="*/ 3314 w 152306"/>
              <a:gd name="connsiteY14" fmla="*/ 11087 h 149653"/>
              <a:gd name="connsiteX15" fmla="*/ 12749 w 152306"/>
              <a:gd name="connsiteY15" fmla="*/ 4470 h 149653"/>
              <a:gd name="connsiteX16" fmla="*/ 37421 w 152306"/>
              <a:gd name="connsiteY16" fmla="*/ 30288 h 149653"/>
              <a:gd name="connsiteX17" fmla="*/ 149489 w 152306"/>
              <a:gd name="connsiteY17" fmla="*/ 41881 h 149653"/>
              <a:gd name="connsiteX18" fmla="*/ 41550 w 152306"/>
              <a:gd name="connsiteY18" fmla="*/ 41881 h 149653"/>
              <a:gd name="connsiteX19" fmla="*/ 41550 w 152306"/>
              <a:gd name="connsiteY19" fmla="*/ 32941 h 149653"/>
              <a:gd name="connsiteX20" fmla="*/ 72839 w 152306"/>
              <a:gd name="connsiteY20" fmla="*/ 32941 h 149653"/>
              <a:gd name="connsiteX21" fmla="*/ 76814 w 152306"/>
              <a:gd name="connsiteY21" fmla="*/ 21348 h 149653"/>
              <a:gd name="connsiteX22" fmla="*/ 52317 w 152306"/>
              <a:gd name="connsiteY22" fmla="*/ 21348 h 149653"/>
              <a:gd name="connsiteX23" fmla="*/ 52317 w 152306"/>
              <a:gd name="connsiteY23" fmla="*/ 12409 h 149653"/>
              <a:gd name="connsiteX24" fmla="*/ 79797 w 152306"/>
              <a:gd name="connsiteY24" fmla="*/ 12409 h 149653"/>
              <a:gd name="connsiteX25" fmla="*/ 83266 w 152306"/>
              <a:gd name="connsiteY25" fmla="*/ 0 h 149653"/>
              <a:gd name="connsiteX26" fmla="*/ 95189 w 152306"/>
              <a:gd name="connsiteY26" fmla="*/ 1487 h 149653"/>
              <a:gd name="connsiteX27" fmla="*/ 91875 w 152306"/>
              <a:gd name="connsiteY27" fmla="*/ 12409 h 149653"/>
              <a:gd name="connsiteX28" fmla="*/ 129627 w 152306"/>
              <a:gd name="connsiteY28" fmla="*/ 12409 h 149653"/>
              <a:gd name="connsiteX29" fmla="*/ 129627 w 152306"/>
              <a:gd name="connsiteY29" fmla="*/ 32941 h 149653"/>
              <a:gd name="connsiteX30" fmla="*/ 149489 w 152306"/>
              <a:gd name="connsiteY30" fmla="*/ 32941 h 149653"/>
              <a:gd name="connsiteX31" fmla="*/ 99659 w 152306"/>
              <a:gd name="connsiteY31" fmla="*/ 117704 h 149653"/>
              <a:gd name="connsiteX32" fmla="*/ 41550 w 152306"/>
              <a:gd name="connsiteY32" fmla="*/ 117704 h 149653"/>
              <a:gd name="connsiteX33" fmla="*/ 41550 w 152306"/>
              <a:gd name="connsiteY33" fmla="*/ 108929 h 149653"/>
              <a:gd name="connsiteX34" fmla="*/ 61918 w 152306"/>
              <a:gd name="connsiteY34" fmla="*/ 108929 h 149653"/>
              <a:gd name="connsiteX35" fmla="*/ 61918 w 152306"/>
              <a:gd name="connsiteY35" fmla="*/ 96676 h 149653"/>
              <a:gd name="connsiteX36" fmla="*/ 46516 w 152306"/>
              <a:gd name="connsiteY36" fmla="*/ 96676 h 149653"/>
              <a:gd name="connsiteX37" fmla="*/ 46516 w 152306"/>
              <a:gd name="connsiteY37" fmla="*/ 87571 h 149653"/>
              <a:gd name="connsiteX38" fmla="*/ 99659 w 152306"/>
              <a:gd name="connsiteY38" fmla="*/ 87571 h 149653"/>
              <a:gd name="connsiteX39" fmla="*/ 99659 w 152306"/>
              <a:gd name="connsiteY39" fmla="*/ 78631 h 149653"/>
              <a:gd name="connsiteX40" fmla="*/ 54795 w 152306"/>
              <a:gd name="connsiteY40" fmla="*/ 78631 h 149653"/>
              <a:gd name="connsiteX41" fmla="*/ 54795 w 152306"/>
              <a:gd name="connsiteY41" fmla="*/ 49995 h 149653"/>
              <a:gd name="connsiteX42" fmla="*/ 133106 w 152306"/>
              <a:gd name="connsiteY42" fmla="*/ 49995 h 149653"/>
              <a:gd name="connsiteX43" fmla="*/ 133106 w 152306"/>
              <a:gd name="connsiteY43" fmla="*/ 78631 h 149653"/>
              <a:gd name="connsiteX44" fmla="*/ 111252 w 152306"/>
              <a:gd name="connsiteY44" fmla="*/ 78631 h 149653"/>
              <a:gd name="connsiteX45" fmla="*/ 111252 w 152306"/>
              <a:gd name="connsiteY45" fmla="*/ 87571 h 149653"/>
              <a:gd name="connsiteX46" fmla="*/ 145018 w 152306"/>
              <a:gd name="connsiteY46" fmla="*/ 87571 h 149653"/>
              <a:gd name="connsiteX47" fmla="*/ 145018 w 152306"/>
              <a:gd name="connsiteY47" fmla="*/ 96676 h 149653"/>
              <a:gd name="connsiteX48" fmla="*/ 111252 w 152306"/>
              <a:gd name="connsiteY48" fmla="*/ 96676 h 149653"/>
              <a:gd name="connsiteX49" fmla="*/ 111252 w 152306"/>
              <a:gd name="connsiteY49" fmla="*/ 108929 h 149653"/>
              <a:gd name="connsiteX50" fmla="*/ 149323 w 152306"/>
              <a:gd name="connsiteY50" fmla="*/ 108929 h 149653"/>
              <a:gd name="connsiteX51" fmla="*/ 149323 w 152306"/>
              <a:gd name="connsiteY51" fmla="*/ 117704 h 149653"/>
              <a:gd name="connsiteX52" fmla="*/ 111252 w 152306"/>
              <a:gd name="connsiteY52" fmla="*/ 117704 h 149653"/>
              <a:gd name="connsiteX53" fmla="*/ 111252 w 152306"/>
              <a:gd name="connsiteY53" fmla="*/ 131609 h 149653"/>
              <a:gd name="connsiteX54" fmla="*/ 99659 w 152306"/>
              <a:gd name="connsiteY54" fmla="*/ 131609 h 149653"/>
              <a:gd name="connsiteX55" fmla="*/ 66057 w 152306"/>
              <a:gd name="connsiteY55" fmla="*/ 70517 h 149653"/>
              <a:gd name="connsiteX56" fmla="*/ 121183 w 152306"/>
              <a:gd name="connsiteY56" fmla="*/ 70517 h 149653"/>
              <a:gd name="connsiteX57" fmla="*/ 121183 w 152306"/>
              <a:gd name="connsiteY57" fmla="*/ 57933 h 149653"/>
              <a:gd name="connsiteX58" fmla="*/ 66057 w 152306"/>
              <a:gd name="connsiteY58" fmla="*/ 57933 h 149653"/>
              <a:gd name="connsiteX59" fmla="*/ 99659 w 152306"/>
              <a:gd name="connsiteY59" fmla="*/ 108929 h 149653"/>
              <a:gd name="connsiteX60" fmla="*/ 99659 w 152306"/>
              <a:gd name="connsiteY60" fmla="*/ 96676 h 149653"/>
              <a:gd name="connsiteX61" fmla="*/ 73170 w 152306"/>
              <a:gd name="connsiteY61" fmla="*/ 96676 h 149653"/>
              <a:gd name="connsiteX62" fmla="*/ 73170 w 152306"/>
              <a:gd name="connsiteY62" fmla="*/ 108929 h 149653"/>
              <a:gd name="connsiteX63" fmla="*/ 89067 w 152306"/>
              <a:gd name="connsiteY63" fmla="*/ 21348 h 149653"/>
              <a:gd name="connsiteX64" fmla="*/ 85093 w 152306"/>
              <a:gd name="connsiteY64" fmla="*/ 32941 h 149653"/>
              <a:gd name="connsiteX65" fmla="*/ 118364 w 152306"/>
              <a:gd name="connsiteY65" fmla="*/ 32941 h 149653"/>
              <a:gd name="connsiteX66" fmla="*/ 118364 w 152306"/>
              <a:gd name="connsiteY66" fmla="*/ 21348 h 149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52306" h="149653">
                <a:moveTo>
                  <a:pt x="34428" y="118034"/>
                </a:moveTo>
                <a:cubicBezTo>
                  <a:pt x="42211" y="130288"/>
                  <a:pt x="56777" y="135914"/>
                  <a:pt x="76153" y="136574"/>
                </a:cubicBezTo>
                <a:cubicBezTo>
                  <a:pt x="94363" y="137400"/>
                  <a:pt x="132445" y="136905"/>
                  <a:pt x="152306" y="135583"/>
                </a:cubicBezTo>
                <a:cubicBezTo>
                  <a:pt x="150417" y="139403"/>
                  <a:pt x="149075" y="143470"/>
                  <a:pt x="148332" y="147661"/>
                </a:cubicBezTo>
                <a:cubicBezTo>
                  <a:pt x="129792" y="148498"/>
                  <a:pt x="94858" y="148828"/>
                  <a:pt x="76319" y="148002"/>
                </a:cubicBezTo>
                <a:cubicBezTo>
                  <a:pt x="54630" y="147166"/>
                  <a:pt x="39734" y="141375"/>
                  <a:pt x="29462" y="128460"/>
                </a:cubicBezTo>
                <a:cubicBezTo>
                  <a:pt x="22184" y="135583"/>
                  <a:pt x="14566" y="142531"/>
                  <a:pt x="6452" y="149654"/>
                </a:cubicBezTo>
                <a:lnTo>
                  <a:pt x="0" y="137906"/>
                </a:lnTo>
                <a:cubicBezTo>
                  <a:pt x="7949" y="131970"/>
                  <a:pt x="15577" y="125622"/>
                  <a:pt x="22845" y="118860"/>
                </a:cubicBezTo>
                <a:lnTo>
                  <a:pt x="22845" y="76484"/>
                </a:lnTo>
                <a:lnTo>
                  <a:pt x="1816" y="76484"/>
                </a:lnTo>
                <a:lnTo>
                  <a:pt x="1816" y="64891"/>
                </a:lnTo>
                <a:lnTo>
                  <a:pt x="34428" y="64891"/>
                </a:lnTo>
                <a:close/>
                <a:moveTo>
                  <a:pt x="27315" y="37576"/>
                </a:moveTo>
                <a:cubicBezTo>
                  <a:pt x="20635" y="27635"/>
                  <a:pt x="12542" y="18716"/>
                  <a:pt x="3314" y="11087"/>
                </a:cubicBezTo>
                <a:lnTo>
                  <a:pt x="12749" y="4470"/>
                </a:lnTo>
                <a:cubicBezTo>
                  <a:pt x="22215" y="11789"/>
                  <a:pt x="30536" y="20491"/>
                  <a:pt x="37421" y="30288"/>
                </a:cubicBezTo>
                <a:close/>
                <a:moveTo>
                  <a:pt x="149489" y="41881"/>
                </a:moveTo>
                <a:lnTo>
                  <a:pt x="41550" y="41881"/>
                </a:lnTo>
                <a:lnTo>
                  <a:pt x="41550" y="32941"/>
                </a:lnTo>
                <a:lnTo>
                  <a:pt x="72839" y="32941"/>
                </a:lnTo>
                <a:cubicBezTo>
                  <a:pt x="74171" y="29462"/>
                  <a:pt x="75493" y="25488"/>
                  <a:pt x="76814" y="21348"/>
                </a:cubicBezTo>
                <a:lnTo>
                  <a:pt x="52317" y="21348"/>
                </a:lnTo>
                <a:lnTo>
                  <a:pt x="52317" y="12409"/>
                </a:lnTo>
                <a:lnTo>
                  <a:pt x="79797" y="12409"/>
                </a:lnTo>
                <a:cubicBezTo>
                  <a:pt x="80953" y="8104"/>
                  <a:pt x="82275" y="3799"/>
                  <a:pt x="83266" y="0"/>
                </a:cubicBezTo>
                <a:lnTo>
                  <a:pt x="95189" y="1487"/>
                </a:lnTo>
                <a:cubicBezTo>
                  <a:pt x="94198" y="4966"/>
                  <a:pt x="93042" y="8610"/>
                  <a:pt x="91875" y="12409"/>
                </a:cubicBezTo>
                <a:lnTo>
                  <a:pt x="129627" y="12409"/>
                </a:lnTo>
                <a:lnTo>
                  <a:pt x="129627" y="32941"/>
                </a:lnTo>
                <a:lnTo>
                  <a:pt x="149489" y="32941"/>
                </a:lnTo>
                <a:close/>
                <a:moveTo>
                  <a:pt x="99659" y="117704"/>
                </a:moveTo>
                <a:lnTo>
                  <a:pt x="41550" y="117704"/>
                </a:lnTo>
                <a:lnTo>
                  <a:pt x="41550" y="108929"/>
                </a:lnTo>
                <a:lnTo>
                  <a:pt x="61918" y="108929"/>
                </a:lnTo>
                <a:lnTo>
                  <a:pt x="61918" y="96676"/>
                </a:lnTo>
                <a:lnTo>
                  <a:pt x="46516" y="96676"/>
                </a:lnTo>
                <a:lnTo>
                  <a:pt x="46516" y="87571"/>
                </a:lnTo>
                <a:lnTo>
                  <a:pt x="99659" y="87571"/>
                </a:lnTo>
                <a:lnTo>
                  <a:pt x="99659" y="78631"/>
                </a:lnTo>
                <a:lnTo>
                  <a:pt x="54795" y="78631"/>
                </a:lnTo>
                <a:lnTo>
                  <a:pt x="54795" y="49995"/>
                </a:lnTo>
                <a:lnTo>
                  <a:pt x="133106" y="49995"/>
                </a:lnTo>
                <a:lnTo>
                  <a:pt x="133106" y="78631"/>
                </a:lnTo>
                <a:lnTo>
                  <a:pt x="111252" y="78631"/>
                </a:lnTo>
                <a:lnTo>
                  <a:pt x="111252" y="87571"/>
                </a:lnTo>
                <a:lnTo>
                  <a:pt x="145018" y="87571"/>
                </a:lnTo>
                <a:lnTo>
                  <a:pt x="145018" y="96676"/>
                </a:lnTo>
                <a:lnTo>
                  <a:pt x="111252" y="96676"/>
                </a:lnTo>
                <a:lnTo>
                  <a:pt x="111252" y="108929"/>
                </a:lnTo>
                <a:lnTo>
                  <a:pt x="149323" y="108929"/>
                </a:lnTo>
                <a:lnTo>
                  <a:pt x="149323" y="117704"/>
                </a:lnTo>
                <a:lnTo>
                  <a:pt x="111252" y="117704"/>
                </a:lnTo>
                <a:lnTo>
                  <a:pt x="111252" y="131609"/>
                </a:lnTo>
                <a:lnTo>
                  <a:pt x="99659" y="131609"/>
                </a:lnTo>
                <a:close/>
                <a:moveTo>
                  <a:pt x="66057" y="70517"/>
                </a:moveTo>
                <a:lnTo>
                  <a:pt x="121183" y="70517"/>
                </a:lnTo>
                <a:lnTo>
                  <a:pt x="121183" y="57933"/>
                </a:lnTo>
                <a:lnTo>
                  <a:pt x="66057" y="57933"/>
                </a:lnTo>
                <a:close/>
                <a:moveTo>
                  <a:pt x="99659" y="108929"/>
                </a:moveTo>
                <a:lnTo>
                  <a:pt x="99659" y="96676"/>
                </a:lnTo>
                <a:lnTo>
                  <a:pt x="73170" y="96676"/>
                </a:lnTo>
                <a:lnTo>
                  <a:pt x="73170" y="108929"/>
                </a:lnTo>
                <a:close/>
                <a:moveTo>
                  <a:pt x="89067" y="21348"/>
                </a:moveTo>
                <a:cubicBezTo>
                  <a:pt x="87746" y="25488"/>
                  <a:pt x="86249" y="29462"/>
                  <a:pt x="85093" y="32941"/>
                </a:cubicBezTo>
                <a:lnTo>
                  <a:pt x="118364" y="32941"/>
                </a:lnTo>
                <a:lnTo>
                  <a:pt x="118364" y="21348"/>
                </a:ln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2" name="フリーフォーム: 図形 91">
            <a:extLst>
              <a:ext uri="{FF2B5EF4-FFF2-40B4-BE49-F238E27FC236}">
                <a16:creationId xmlns:a16="http://schemas.microsoft.com/office/drawing/2014/main" id="{FD4765A7-183E-4FAF-A2B2-43CB06EA90A1}"/>
              </a:ext>
            </a:extLst>
          </p:cNvPr>
          <p:cNvSpPr/>
          <p:nvPr/>
        </p:nvSpPr>
        <p:spPr>
          <a:xfrm>
            <a:off x="8204064" y="4868772"/>
            <a:ext cx="130122" cy="116207"/>
          </a:xfrm>
          <a:custGeom>
            <a:avLst/>
            <a:gdLst>
              <a:gd name="connsiteX0" fmla="*/ 14576 w 130122"/>
              <a:gd name="connsiteY0" fmla="*/ 16218 h 116207"/>
              <a:gd name="connsiteX1" fmla="*/ 15732 w 130122"/>
              <a:gd name="connsiteY1" fmla="*/ 54960 h 116207"/>
              <a:gd name="connsiteX2" fmla="*/ 37917 w 130122"/>
              <a:gd name="connsiteY2" fmla="*/ 100485 h 116207"/>
              <a:gd name="connsiteX3" fmla="*/ 58274 w 130122"/>
              <a:gd name="connsiteY3" fmla="*/ 67048 h 116207"/>
              <a:gd name="connsiteX4" fmla="*/ 68710 w 130122"/>
              <a:gd name="connsiteY4" fmla="*/ 78971 h 116207"/>
              <a:gd name="connsiteX5" fmla="*/ 37586 w 130122"/>
              <a:gd name="connsiteY5" fmla="*/ 116207 h 116207"/>
              <a:gd name="connsiteX6" fmla="*/ 2818 w 130122"/>
              <a:gd name="connsiteY6" fmla="*/ 58274 h 116207"/>
              <a:gd name="connsiteX7" fmla="*/ 1002 w 130122"/>
              <a:gd name="connsiteY7" fmla="*/ 14566 h 116207"/>
              <a:gd name="connsiteX8" fmla="*/ 0 w 130122"/>
              <a:gd name="connsiteY8" fmla="*/ 0 h 116207"/>
              <a:gd name="connsiteX9" fmla="*/ 15898 w 130122"/>
              <a:gd name="connsiteY9" fmla="*/ 330 h 116207"/>
              <a:gd name="connsiteX10" fmla="*/ 14576 w 130122"/>
              <a:gd name="connsiteY10" fmla="*/ 16218 h 116207"/>
              <a:gd name="connsiteX11" fmla="*/ 130123 w 130122"/>
              <a:gd name="connsiteY11" fmla="*/ 85093 h 116207"/>
              <a:gd name="connsiteX12" fmla="*/ 116723 w 130122"/>
              <a:gd name="connsiteY12" fmla="*/ 90389 h 116207"/>
              <a:gd name="connsiteX13" fmla="*/ 88407 w 130122"/>
              <a:gd name="connsiteY13" fmla="*/ 9270 h 116207"/>
              <a:gd name="connsiteX14" fmla="*/ 101321 w 130122"/>
              <a:gd name="connsiteY14" fmla="*/ 4800 h 116207"/>
              <a:gd name="connsiteX15" fmla="*/ 130123 w 130122"/>
              <a:gd name="connsiteY15" fmla="*/ 85093 h 116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0122" h="116207">
                <a:moveTo>
                  <a:pt x="14576" y="16218"/>
                </a:moveTo>
                <a:cubicBezTo>
                  <a:pt x="14401" y="26489"/>
                  <a:pt x="14576" y="41550"/>
                  <a:pt x="15732" y="54960"/>
                </a:cubicBezTo>
                <a:cubicBezTo>
                  <a:pt x="18375" y="82440"/>
                  <a:pt x="26324" y="100485"/>
                  <a:pt x="37917" y="100485"/>
                </a:cubicBezTo>
                <a:cubicBezTo>
                  <a:pt x="46361" y="100485"/>
                  <a:pt x="53979" y="83597"/>
                  <a:pt x="58274" y="67048"/>
                </a:cubicBezTo>
                <a:lnTo>
                  <a:pt x="68710" y="78971"/>
                </a:lnTo>
                <a:cubicBezTo>
                  <a:pt x="58935" y="106772"/>
                  <a:pt x="48839" y="116207"/>
                  <a:pt x="37586" y="116207"/>
                </a:cubicBezTo>
                <a:cubicBezTo>
                  <a:pt x="22184" y="116207"/>
                  <a:pt x="7288" y="100815"/>
                  <a:pt x="2818" y="58274"/>
                </a:cubicBezTo>
                <a:cubicBezTo>
                  <a:pt x="1476" y="43739"/>
                  <a:pt x="868" y="29152"/>
                  <a:pt x="1002" y="14566"/>
                </a:cubicBezTo>
                <a:cubicBezTo>
                  <a:pt x="1074" y="9693"/>
                  <a:pt x="743" y="4821"/>
                  <a:pt x="0" y="0"/>
                </a:cubicBezTo>
                <a:lnTo>
                  <a:pt x="15898" y="330"/>
                </a:lnTo>
                <a:cubicBezTo>
                  <a:pt x="15237" y="4305"/>
                  <a:pt x="14742" y="11913"/>
                  <a:pt x="14576" y="16218"/>
                </a:cubicBezTo>
                <a:close/>
                <a:moveTo>
                  <a:pt x="130123" y="85093"/>
                </a:moveTo>
                <a:lnTo>
                  <a:pt x="116723" y="90389"/>
                </a:lnTo>
                <a:cubicBezTo>
                  <a:pt x="114752" y="61299"/>
                  <a:pt x="104965" y="33272"/>
                  <a:pt x="88407" y="9270"/>
                </a:cubicBezTo>
                <a:lnTo>
                  <a:pt x="101321" y="4800"/>
                </a:lnTo>
                <a:cubicBezTo>
                  <a:pt x="117642" y="28657"/>
                  <a:pt x="127562" y="56302"/>
                  <a:pt x="130123" y="85093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3" name="フリーフォーム: 図形 92">
            <a:extLst>
              <a:ext uri="{FF2B5EF4-FFF2-40B4-BE49-F238E27FC236}">
                <a16:creationId xmlns:a16="http://schemas.microsoft.com/office/drawing/2014/main" id="{230A76C0-C4D6-E48A-9DF0-8481FCD31EE4}"/>
              </a:ext>
            </a:extLst>
          </p:cNvPr>
          <p:cNvSpPr/>
          <p:nvPr/>
        </p:nvSpPr>
        <p:spPr>
          <a:xfrm>
            <a:off x="8363214" y="4865690"/>
            <a:ext cx="134763" cy="122933"/>
          </a:xfrm>
          <a:custGeom>
            <a:avLst/>
            <a:gdLst>
              <a:gd name="connsiteX0" fmla="*/ 65387 w 134763"/>
              <a:gd name="connsiteY0" fmla="*/ 110525 h 122933"/>
              <a:gd name="connsiteX1" fmla="*/ 79467 w 134763"/>
              <a:gd name="connsiteY1" fmla="*/ 108533 h 122933"/>
              <a:gd name="connsiteX2" fmla="*/ 121018 w 134763"/>
              <a:gd name="connsiteY2" fmla="*/ 60025 h 122933"/>
              <a:gd name="connsiteX3" fmla="*/ 77733 w 134763"/>
              <a:gd name="connsiteY3" fmla="*/ 12528 h 122933"/>
              <a:gd name="connsiteX4" fmla="*/ 77475 w 134763"/>
              <a:gd name="connsiteY4" fmla="*/ 12518 h 122933"/>
              <a:gd name="connsiteX5" fmla="*/ 67709 w 134763"/>
              <a:gd name="connsiteY5" fmla="*/ 59694 h 122933"/>
              <a:gd name="connsiteX6" fmla="*/ 29297 w 134763"/>
              <a:gd name="connsiteY6" fmla="*/ 110690 h 122933"/>
              <a:gd name="connsiteX7" fmla="*/ 0 w 134763"/>
              <a:gd name="connsiteY7" fmla="*/ 66817 h 122933"/>
              <a:gd name="connsiteX8" fmla="*/ 71849 w 134763"/>
              <a:gd name="connsiteY8" fmla="*/ 99 h 122933"/>
              <a:gd name="connsiteX9" fmla="*/ 134665 w 134763"/>
              <a:gd name="connsiteY9" fmla="*/ 56122 h 122933"/>
              <a:gd name="connsiteX10" fmla="*/ 134758 w 134763"/>
              <a:gd name="connsiteY10" fmla="*/ 60365 h 122933"/>
              <a:gd name="connsiteX11" fmla="*/ 73005 w 134763"/>
              <a:gd name="connsiteY11" fmla="*/ 122933 h 122933"/>
              <a:gd name="connsiteX12" fmla="*/ 54630 w 134763"/>
              <a:gd name="connsiteY12" fmla="*/ 56886 h 122933"/>
              <a:gd name="connsiteX13" fmla="*/ 63735 w 134763"/>
              <a:gd name="connsiteY13" fmla="*/ 12683 h 122933"/>
              <a:gd name="connsiteX14" fmla="*/ 13080 w 134763"/>
              <a:gd name="connsiteY14" fmla="*/ 65661 h 122933"/>
              <a:gd name="connsiteX15" fmla="*/ 29803 w 134763"/>
              <a:gd name="connsiteY15" fmla="*/ 95453 h 122933"/>
              <a:gd name="connsiteX16" fmla="*/ 54630 w 134763"/>
              <a:gd name="connsiteY16" fmla="*/ 56886 h 122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4763" h="122933">
                <a:moveTo>
                  <a:pt x="65387" y="110525"/>
                </a:moveTo>
                <a:cubicBezTo>
                  <a:pt x="70125" y="110184"/>
                  <a:pt x="74822" y="109524"/>
                  <a:pt x="79467" y="108533"/>
                </a:cubicBezTo>
                <a:cubicBezTo>
                  <a:pt x="103365" y="104796"/>
                  <a:pt x="120997" y="84222"/>
                  <a:pt x="121018" y="60025"/>
                </a:cubicBezTo>
                <a:cubicBezTo>
                  <a:pt x="122184" y="34960"/>
                  <a:pt x="102797" y="13684"/>
                  <a:pt x="77733" y="12528"/>
                </a:cubicBezTo>
                <a:cubicBezTo>
                  <a:pt x="77651" y="12518"/>
                  <a:pt x="77557" y="12518"/>
                  <a:pt x="77475" y="12518"/>
                </a:cubicBezTo>
                <a:cubicBezTo>
                  <a:pt x="75317" y="28446"/>
                  <a:pt x="72055" y="44220"/>
                  <a:pt x="67709" y="59694"/>
                </a:cubicBezTo>
                <a:cubicBezTo>
                  <a:pt x="57613" y="93306"/>
                  <a:pt x="44534" y="110690"/>
                  <a:pt x="29297" y="110690"/>
                </a:cubicBezTo>
                <a:cubicBezTo>
                  <a:pt x="14731" y="110690"/>
                  <a:pt x="0" y="93802"/>
                  <a:pt x="0" y="66817"/>
                </a:cubicBezTo>
                <a:cubicBezTo>
                  <a:pt x="1776" y="28725"/>
                  <a:pt x="33726" y="-943"/>
                  <a:pt x="71849" y="99"/>
                </a:cubicBezTo>
                <a:cubicBezTo>
                  <a:pt x="104666" y="-1780"/>
                  <a:pt x="132796" y="23305"/>
                  <a:pt x="134665" y="56122"/>
                </a:cubicBezTo>
                <a:cubicBezTo>
                  <a:pt x="134748" y="57537"/>
                  <a:pt x="134778" y="58951"/>
                  <a:pt x="134758" y="60365"/>
                </a:cubicBezTo>
                <a:cubicBezTo>
                  <a:pt x="134758" y="94793"/>
                  <a:pt x="112078" y="117803"/>
                  <a:pt x="73005" y="122933"/>
                </a:cubicBezTo>
                <a:close/>
                <a:moveTo>
                  <a:pt x="54630" y="56886"/>
                </a:moveTo>
                <a:cubicBezTo>
                  <a:pt x="58914" y="42434"/>
                  <a:pt x="61970" y="27651"/>
                  <a:pt x="63735" y="12683"/>
                </a:cubicBezTo>
                <a:cubicBezTo>
                  <a:pt x="36265" y="15759"/>
                  <a:pt x="14928" y="38067"/>
                  <a:pt x="13080" y="65661"/>
                </a:cubicBezTo>
                <a:cubicBezTo>
                  <a:pt x="13080" y="86348"/>
                  <a:pt x="22680" y="95453"/>
                  <a:pt x="29803" y="95453"/>
                </a:cubicBezTo>
                <a:cubicBezTo>
                  <a:pt x="37081" y="95453"/>
                  <a:pt x="46185" y="84532"/>
                  <a:pt x="54630" y="56886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4" name="フリーフォーム: 図形 93">
            <a:extLst>
              <a:ext uri="{FF2B5EF4-FFF2-40B4-BE49-F238E27FC236}">
                <a16:creationId xmlns:a16="http://schemas.microsoft.com/office/drawing/2014/main" id="{C1D9950A-A7F9-5824-C639-D381E60AAE52}"/>
              </a:ext>
            </a:extLst>
          </p:cNvPr>
          <p:cNvSpPr/>
          <p:nvPr/>
        </p:nvSpPr>
        <p:spPr>
          <a:xfrm>
            <a:off x="8525008" y="4845597"/>
            <a:ext cx="143366" cy="151646"/>
          </a:xfrm>
          <a:custGeom>
            <a:avLst/>
            <a:gdLst>
              <a:gd name="connsiteX0" fmla="*/ 119035 w 143366"/>
              <a:gd name="connsiteY0" fmla="*/ 18375 h 151646"/>
              <a:gd name="connsiteX1" fmla="*/ 5956 w 143366"/>
              <a:gd name="connsiteY1" fmla="*/ 89233 h 151646"/>
              <a:gd name="connsiteX2" fmla="*/ 0 w 143366"/>
              <a:gd name="connsiteY2" fmla="*/ 78466 h 151646"/>
              <a:gd name="connsiteX3" fmla="*/ 62248 w 143366"/>
              <a:gd name="connsiteY3" fmla="*/ 56447 h 151646"/>
              <a:gd name="connsiteX4" fmla="*/ 33271 w 143366"/>
              <a:gd name="connsiteY4" fmla="*/ 37741 h 151646"/>
              <a:gd name="connsiteX5" fmla="*/ 9765 w 143366"/>
              <a:gd name="connsiteY5" fmla="*/ 48828 h 151646"/>
              <a:gd name="connsiteX6" fmla="*/ 1321 w 143366"/>
              <a:gd name="connsiteY6" fmla="*/ 39723 h 151646"/>
              <a:gd name="connsiteX7" fmla="*/ 63900 w 143366"/>
              <a:gd name="connsiteY7" fmla="*/ 0 h 151646"/>
              <a:gd name="connsiteX8" fmla="*/ 77640 w 143366"/>
              <a:gd name="connsiteY8" fmla="*/ 2973 h 151646"/>
              <a:gd name="connsiteX9" fmla="*/ 66718 w 143366"/>
              <a:gd name="connsiteY9" fmla="*/ 14070 h 151646"/>
              <a:gd name="connsiteX10" fmla="*/ 109094 w 143366"/>
              <a:gd name="connsiteY10" fmla="*/ 14070 h 151646"/>
              <a:gd name="connsiteX11" fmla="*/ 111252 w 143366"/>
              <a:gd name="connsiteY11" fmla="*/ 13399 h 151646"/>
              <a:gd name="connsiteX12" fmla="*/ 143367 w 143366"/>
              <a:gd name="connsiteY12" fmla="*/ 75482 h 151646"/>
              <a:gd name="connsiteX13" fmla="*/ 17880 w 143366"/>
              <a:gd name="connsiteY13" fmla="*/ 151646 h 151646"/>
              <a:gd name="connsiteX14" fmla="*/ 12419 w 143366"/>
              <a:gd name="connsiteY14" fmla="*/ 140549 h 151646"/>
              <a:gd name="connsiteX15" fmla="*/ 84928 w 143366"/>
              <a:gd name="connsiteY15" fmla="*/ 119686 h 151646"/>
              <a:gd name="connsiteX16" fmla="*/ 53143 w 143366"/>
              <a:gd name="connsiteY16" fmla="*/ 97502 h 151646"/>
              <a:gd name="connsiteX17" fmla="*/ 25663 w 143366"/>
              <a:gd name="connsiteY17" fmla="*/ 109094 h 151646"/>
              <a:gd name="connsiteX18" fmla="*/ 18045 w 143366"/>
              <a:gd name="connsiteY18" fmla="*/ 99824 h 151646"/>
              <a:gd name="connsiteX19" fmla="*/ 90554 w 143366"/>
              <a:gd name="connsiteY19" fmla="*/ 56116 h 151646"/>
              <a:gd name="connsiteX20" fmla="*/ 104129 w 143366"/>
              <a:gd name="connsiteY20" fmla="*/ 59265 h 151646"/>
              <a:gd name="connsiteX21" fmla="*/ 92041 w 143366"/>
              <a:gd name="connsiteY21" fmla="*/ 71508 h 151646"/>
              <a:gd name="connsiteX22" fmla="*/ 133106 w 143366"/>
              <a:gd name="connsiteY22" fmla="*/ 71508 h 151646"/>
              <a:gd name="connsiteX23" fmla="*/ 135418 w 143366"/>
              <a:gd name="connsiteY23" fmla="*/ 71012 h 151646"/>
              <a:gd name="connsiteX24" fmla="*/ 53969 w 143366"/>
              <a:gd name="connsiteY24" fmla="*/ 24497 h 151646"/>
              <a:gd name="connsiteX25" fmla="*/ 43543 w 143366"/>
              <a:gd name="connsiteY25" fmla="*/ 31609 h 151646"/>
              <a:gd name="connsiteX26" fmla="*/ 72839 w 143366"/>
              <a:gd name="connsiteY26" fmla="*/ 50160 h 151646"/>
              <a:gd name="connsiteX27" fmla="*/ 101321 w 143366"/>
              <a:gd name="connsiteY27" fmla="*/ 24497 h 151646"/>
              <a:gd name="connsiteX28" fmla="*/ 78806 w 143366"/>
              <a:gd name="connsiteY28" fmla="*/ 82110 h 151646"/>
              <a:gd name="connsiteX29" fmla="*/ 64406 w 143366"/>
              <a:gd name="connsiteY29" fmla="*/ 91545 h 151646"/>
              <a:gd name="connsiteX30" fmla="*/ 95849 w 143366"/>
              <a:gd name="connsiteY30" fmla="*/ 113234 h 151646"/>
              <a:gd name="connsiteX31" fmla="*/ 126313 w 143366"/>
              <a:gd name="connsiteY31" fmla="*/ 82110 h 151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3366" h="151646">
                <a:moveTo>
                  <a:pt x="119035" y="18375"/>
                </a:moveTo>
                <a:cubicBezTo>
                  <a:pt x="97842" y="56612"/>
                  <a:pt x="49334" y="79787"/>
                  <a:pt x="5956" y="89233"/>
                </a:cubicBezTo>
                <a:cubicBezTo>
                  <a:pt x="4573" y="85341"/>
                  <a:pt x="2560" y="81707"/>
                  <a:pt x="0" y="78466"/>
                </a:cubicBezTo>
                <a:cubicBezTo>
                  <a:pt x="21771" y="74419"/>
                  <a:pt x="42779" y="66997"/>
                  <a:pt x="62248" y="56447"/>
                </a:cubicBezTo>
                <a:cubicBezTo>
                  <a:pt x="53267" y="49220"/>
                  <a:pt x="43563" y="42944"/>
                  <a:pt x="33271" y="37741"/>
                </a:cubicBezTo>
                <a:cubicBezTo>
                  <a:pt x="25653" y="41860"/>
                  <a:pt x="17797" y="45566"/>
                  <a:pt x="9765" y="48828"/>
                </a:cubicBezTo>
                <a:cubicBezTo>
                  <a:pt x="7443" y="45380"/>
                  <a:pt x="4594" y="42304"/>
                  <a:pt x="1321" y="39723"/>
                </a:cubicBezTo>
                <a:cubicBezTo>
                  <a:pt x="25260" y="32105"/>
                  <a:pt x="46826" y="18416"/>
                  <a:pt x="63900" y="0"/>
                </a:cubicBezTo>
                <a:lnTo>
                  <a:pt x="77640" y="2973"/>
                </a:lnTo>
                <a:cubicBezTo>
                  <a:pt x="74212" y="6875"/>
                  <a:pt x="70569" y="10581"/>
                  <a:pt x="66718" y="14070"/>
                </a:cubicBezTo>
                <a:lnTo>
                  <a:pt x="109094" y="14070"/>
                </a:lnTo>
                <a:lnTo>
                  <a:pt x="111252" y="13399"/>
                </a:lnTo>
                <a:close/>
                <a:moveTo>
                  <a:pt x="143367" y="75482"/>
                </a:moveTo>
                <a:cubicBezTo>
                  <a:pt x="122679" y="123330"/>
                  <a:pt x="71353" y="143862"/>
                  <a:pt x="17880" y="151646"/>
                </a:cubicBezTo>
                <a:cubicBezTo>
                  <a:pt x="16568" y="147713"/>
                  <a:pt x="14731" y="143986"/>
                  <a:pt x="12419" y="140549"/>
                </a:cubicBezTo>
                <a:cubicBezTo>
                  <a:pt x="37627" y="137937"/>
                  <a:pt x="62176" y="130876"/>
                  <a:pt x="84928" y="119686"/>
                </a:cubicBezTo>
                <a:cubicBezTo>
                  <a:pt x="75224" y="111087"/>
                  <a:pt x="64560" y="103644"/>
                  <a:pt x="53143" y="97502"/>
                </a:cubicBezTo>
                <a:cubicBezTo>
                  <a:pt x="44224" y="101910"/>
                  <a:pt x="35046" y="105781"/>
                  <a:pt x="25663" y="109094"/>
                </a:cubicBezTo>
                <a:cubicBezTo>
                  <a:pt x="23505" y="105708"/>
                  <a:pt x="20945" y="102601"/>
                  <a:pt x="18045" y="99824"/>
                </a:cubicBezTo>
                <a:cubicBezTo>
                  <a:pt x="45783" y="92226"/>
                  <a:pt x="70878" y="77093"/>
                  <a:pt x="90554" y="56116"/>
                </a:cubicBezTo>
                <a:lnTo>
                  <a:pt x="104129" y="59265"/>
                </a:lnTo>
                <a:cubicBezTo>
                  <a:pt x="100361" y="63590"/>
                  <a:pt x="96325" y="67678"/>
                  <a:pt x="92041" y="71508"/>
                </a:cubicBezTo>
                <a:lnTo>
                  <a:pt x="133106" y="71508"/>
                </a:lnTo>
                <a:lnTo>
                  <a:pt x="135418" y="71012"/>
                </a:lnTo>
                <a:close/>
                <a:moveTo>
                  <a:pt x="53969" y="24497"/>
                </a:moveTo>
                <a:cubicBezTo>
                  <a:pt x="50665" y="26974"/>
                  <a:pt x="47187" y="29297"/>
                  <a:pt x="43543" y="31609"/>
                </a:cubicBezTo>
                <a:cubicBezTo>
                  <a:pt x="53959" y="36698"/>
                  <a:pt x="63786" y="42913"/>
                  <a:pt x="72839" y="50160"/>
                </a:cubicBezTo>
                <a:cubicBezTo>
                  <a:pt x="83699" y="43243"/>
                  <a:pt x="93320" y="34572"/>
                  <a:pt x="101321" y="24497"/>
                </a:cubicBezTo>
                <a:close/>
                <a:moveTo>
                  <a:pt x="78806" y="82110"/>
                </a:moveTo>
                <a:cubicBezTo>
                  <a:pt x="74181" y="85516"/>
                  <a:pt x="69371" y="88665"/>
                  <a:pt x="64406" y="91545"/>
                </a:cubicBezTo>
                <a:cubicBezTo>
                  <a:pt x="75596" y="97697"/>
                  <a:pt x="86126" y="104965"/>
                  <a:pt x="95849" y="113234"/>
                </a:cubicBezTo>
                <a:cubicBezTo>
                  <a:pt x="108299" y="105378"/>
                  <a:pt x="118736" y="94714"/>
                  <a:pt x="126313" y="8211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5" name="フリーフォーム: 図形 94">
            <a:extLst>
              <a:ext uri="{FF2B5EF4-FFF2-40B4-BE49-F238E27FC236}">
                <a16:creationId xmlns:a16="http://schemas.microsoft.com/office/drawing/2014/main" id="{4E21A25B-6376-A9C8-9000-02DC756BB066}"/>
              </a:ext>
            </a:extLst>
          </p:cNvPr>
          <p:cNvSpPr/>
          <p:nvPr/>
        </p:nvSpPr>
        <p:spPr>
          <a:xfrm>
            <a:off x="8705342" y="4852875"/>
            <a:ext cx="114069" cy="137760"/>
          </a:xfrm>
          <a:custGeom>
            <a:avLst/>
            <a:gdLst>
              <a:gd name="connsiteX0" fmla="*/ 114070 w 114069"/>
              <a:gd name="connsiteY0" fmla="*/ 31785 h 137760"/>
              <a:gd name="connsiteX1" fmla="*/ 83111 w 114069"/>
              <a:gd name="connsiteY1" fmla="*/ 38577 h 137760"/>
              <a:gd name="connsiteX2" fmla="*/ 105130 w 114069"/>
              <a:gd name="connsiteY2" fmla="*/ 84432 h 137760"/>
              <a:gd name="connsiteX3" fmla="*/ 97512 w 114069"/>
              <a:gd name="connsiteY3" fmla="*/ 92381 h 137760"/>
              <a:gd name="connsiteX4" fmla="*/ 63570 w 114069"/>
              <a:gd name="connsiteY4" fmla="*/ 87571 h 137760"/>
              <a:gd name="connsiteX5" fmla="*/ 64901 w 114069"/>
              <a:gd name="connsiteY5" fmla="*/ 76814 h 137760"/>
              <a:gd name="connsiteX6" fmla="*/ 88076 w 114069"/>
              <a:gd name="connsiteY6" fmla="*/ 79137 h 137760"/>
              <a:gd name="connsiteX7" fmla="*/ 70197 w 114069"/>
              <a:gd name="connsiteY7" fmla="*/ 40559 h 137760"/>
              <a:gd name="connsiteX8" fmla="*/ 495 w 114069"/>
              <a:gd name="connsiteY8" fmla="*/ 40890 h 137760"/>
              <a:gd name="connsiteX9" fmla="*/ 0 w 114069"/>
              <a:gd name="connsiteY9" fmla="*/ 27645 h 137760"/>
              <a:gd name="connsiteX10" fmla="*/ 65066 w 114069"/>
              <a:gd name="connsiteY10" fmla="*/ 28636 h 137760"/>
              <a:gd name="connsiteX11" fmla="*/ 59605 w 114069"/>
              <a:gd name="connsiteY11" fmla="*/ 16558 h 137760"/>
              <a:gd name="connsiteX12" fmla="*/ 52647 w 114069"/>
              <a:gd name="connsiteY12" fmla="*/ 2818 h 137760"/>
              <a:gd name="connsiteX13" fmla="*/ 67378 w 114069"/>
              <a:gd name="connsiteY13" fmla="*/ 0 h 137760"/>
              <a:gd name="connsiteX14" fmla="*/ 77981 w 114069"/>
              <a:gd name="connsiteY14" fmla="*/ 26984 h 137760"/>
              <a:gd name="connsiteX15" fmla="*/ 111582 w 114069"/>
              <a:gd name="connsiteY15" fmla="*/ 18705 h 137760"/>
              <a:gd name="connsiteX16" fmla="*/ 21524 w 114069"/>
              <a:gd name="connsiteY16" fmla="*/ 80953 h 137760"/>
              <a:gd name="connsiteX17" fmla="*/ 16888 w 114069"/>
              <a:gd name="connsiteY17" fmla="*/ 101651 h 137760"/>
              <a:gd name="connsiteX18" fmla="*/ 51161 w 114069"/>
              <a:gd name="connsiteY18" fmla="*/ 124661 h 137760"/>
              <a:gd name="connsiteX19" fmla="*/ 94208 w 114069"/>
              <a:gd name="connsiteY19" fmla="*/ 120191 h 137760"/>
              <a:gd name="connsiteX20" fmla="*/ 94033 w 114069"/>
              <a:gd name="connsiteY20" fmla="*/ 133932 h 137760"/>
              <a:gd name="connsiteX21" fmla="*/ 50996 w 114069"/>
              <a:gd name="connsiteY21" fmla="*/ 137741 h 137760"/>
              <a:gd name="connsiteX22" fmla="*/ 3644 w 114069"/>
              <a:gd name="connsiteY22" fmla="*/ 104965 h 137760"/>
              <a:gd name="connsiteX23" fmla="*/ 8114 w 114069"/>
              <a:gd name="connsiteY23" fmla="*/ 79797 h 13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14069" h="137760">
                <a:moveTo>
                  <a:pt x="114070" y="31785"/>
                </a:moveTo>
                <a:cubicBezTo>
                  <a:pt x="103964" y="34438"/>
                  <a:pt x="93207" y="36915"/>
                  <a:pt x="83111" y="38577"/>
                </a:cubicBezTo>
                <a:cubicBezTo>
                  <a:pt x="89067" y="51657"/>
                  <a:pt x="98007" y="70692"/>
                  <a:pt x="105130" y="84432"/>
                </a:cubicBezTo>
                <a:lnTo>
                  <a:pt x="97512" y="92381"/>
                </a:lnTo>
                <a:cubicBezTo>
                  <a:pt x="90389" y="90884"/>
                  <a:pt x="74171" y="88572"/>
                  <a:pt x="63570" y="87571"/>
                </a:cubicBezTo>
                <a:lnTo>
                  <a:pt x="64901" y="76814"/>
                </a:lnTo>
                <a:cubicBezTo>
                  <a:pt x="71188" y="77309"/>
                  <a:pt x="82615" y="78641"/>
                  <a:pt x="88076" y="79137"/>
                </a:cubicBezTo>
                <a:cubicBezTo>
                  <a:pt x="83441" y="69041"/>
                  <a:pt x="75162" y="51987"/>
                  <a:pt x="70197" y="40559"/>
                </a:cubicBezTo>
                <a:cubicBezTo>
                  <a:pt x="47032" y="42995"/>
                  <a:pt x="23681" y="43109"/>
                  <a:pt x="495" y="40890"/>
                </a:cubicBezTo>
                <a:lnTo>
                  <a:pt x="0" y="27645"/>
                </a:lnTo>
                <a:cubicBezTo>
                  <a:pt x="21575" y="30515"/>
                  <a:pt x="43409" y="30845"/>
                  <a:pt x="65066" y="28636"/>
                </a:cubicBezTo>
                <a:lnTo>
                  <a:pt x="59605" y="16558"/>
                </a:lnTo>
                <a:cubicBezTo>
                  <a:pt x="57551" y="11840"/>
                  <a:pt x="55228" y="7257"/>
                  <a:pt x="52647" y="2818"/>
                </a:cubicBezTo>
                <a:lnTo>
                  <a:pt x="67378" y="0"/>
                </a:lnTo>
                <a:cubicBezTo>
                  <a:pt x="71353" y="10932"/>
                  <a:pt x="74336" y="18210"/>
                  <a:pt x="77981" y="26984"/>
                </a:cubicBezTo>
                <a:cubicBezTo>
                  <a:pt x="89357" y="25013"/>
                  <a:pt x="100588" y="22246"/>
                  <a:pt x="111582" y="18705"/>
                </a:cubicBezTo>
                <a:close/>
                <a:moveTo>
                  <a:pt x="21524" y="80953"/>
                </a:moveTo>
                <a:cubicBezTo>
                  <a:pt x="18871" y="87560"/>
                  <a:pt x="17301" y="94549"/>
                  <a:pt x="16888" y="101651"/>
                </a:cubicBezTo>
                <a:cubicBezTo>
                  <a:pt x="16888" y="116052"/>
                  <a:pt x="26654" y="124661"/>
                  <a:pt x="51161" y="124661"/>
                </a:cubicBezTo>
                <a:cubicBezTo>
                  <a:pt x="65634" y="124971"/>
                  <a:pt x="80096" y="123474"/>
                  <a:pt x="94208" y="120191"/>
                </a:cubicBezTo>
                <a:lnTo>
                  <a:pt x="94033" y="133932"/>
                </a:lnTo>
                <a:cubicBezTo>
                  <a:pt x="79860" y="136657"/>
                  <a:pt x="65428" y="137937"/>
                  <a:pt x="50996" y="137741"/>
                </a:cubicBezTo>
                <a:cubicBezTo>
                  <a:pt x="20533" y="137741"/>
                  <a:pt x="3644" y="125487"/>
                  <a:pt x="3644" y="104965"/>
                </a:cubicBezTo>
                <a:cubicBezTo>
                  <a:pt x="3995" y="96407"/>
                  <a:pt x="5502" y="87942"/>
                  <a:pt x="8114" y="79797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6" name="フリーフォーム: 図形 95">
            <a:extLst>
              <a:ext uri="{FF2B5EF4-FFF2-40B4-BE49-F238E27FC236}">
                <a16:creationId xmlns:a16="http://schemas.microsoft.com/office/drawing/2014/main" id="{B840E42E-F9D2-87B9-3717-374B75C3BB70}"/>
              </a:ext>
            </a:extLst>
          </p:cNvPr>
          <p:cNvSpPr/>
          <p:nvPr/>
        </p:nvSpPr>
        <p:spPr>
          <a:xfrm>
            <a:off x="8866117" y="4858997"/>
            <a:ext cx="126836" cy="129967"/>
          </a:xfrm>
          <a:custGeom>
            <a:avLst/>
            <a:gdLst>
              <a:gd name="connsiteX0" fmla="*/ 23368 w 126836"/>
              <a:gd name="connsiteY0" fmla="*/ 1167 h 129967"/>
              <a:gd name="connsiteX1" fmla="*/ 20230 w 126836"/>
              <a:gd name="connsiteY1" fmla="*/ 12254 h 129967"/>
              <a:gd name="connsiteX2" fmla="*/ 12281 w 126836"/>
              <a:gd name="connsiteY2" fmla="*/ 74997 h 129967"/>
              <a:gd name="connsiteX3" fmla="*/ 13602 w 126836"/>
              <a:gd name="connsiteY3" fmla="*/ 97512 h 129967"/>
              <a:gd name="connsiteX4" fmla="*/ 22707 w 126836"/>
              <a:gd name="connsiteY4" fmla="*/ 74006 h 129967"/>
              <a:gd name="connsiteX5" fmla="*/ 29830 w 126836"/>
              <a:gd name="connsiteY5" fmla="*/ 79302 h 129967"/>
              <a:gd name="connsiteX6" fmla="*/ 18238 w 126836"/>
              <a:gd name="connsiteY6" fmla="*/ 116062 h 129967"/>
              <a:gd name="connsiteX7" fmla="*/ 17412 w 126836"/>
              <a:gd name="connsiteY7" fmla="*/ 123340 h 129967"/>
              <a:gd name="connsiteX8" fmla="*/ 17907 w 126836"/>
              <a:gd name="connsiteY8" fmla="*/ 129131 h 129967"/>
              <a:gd name="connsiteX9" fmla="*/ 5984 w 126836"/>
              <a:gd name="connsiteY9" fmla="*/ 129967 h 129967"/>
              <a:gd name="connsiteX10" fmla="*/ 27 w 126836"/>
              <a:gd name="connsiteY10" fmla="*/ 77320 h 129967"/>
              <a:gd name="connsiteX11" fmla="*/ 7316 w 126836"/>
              <a:gd name="connsiteY11" fmla="*/ 11593 h 129967"/>
              <a:gd name="connsiteX12" fmla="*/ 8472 w 126836"/>
              <a:gd name="connsiteY12" fmla="*/ 0 h 129967"/>
              <a:gd name="connsiteX13" fmla="*/ 60789 w 126836"/>
              <a:gd name="connsiteY13" fmla="*/ 80623 h 129967"/>
              <a:gd name="connsiteX14" fmla="*/ 58631 w 126836"/>
              <a:gd name="connsiteY14" fmla="*/ 95695 h 129967"/>
              <a:gd name="connsiteX15" fmla="*/ 86122 w 126836"/>
              <a:gd name="connsiteY15" fmla="*/ 110426 h 129967"/>
              <a:gd name="connsiteX16" fmla="*/ 126671 w 126836"/>
              <a:gd name="connsiteY16" fmla="*/ 106121 h 129967"/>
              <a:gd name="connsiteX17" fmla="*/ 126837 w 126836"/>
              <a:gd name="connsiteY17" fmla="*/ 120027 h 129967"/>
              <a:gd name="connsiteX18" fmla="*/ 85947 w 126836"/>
              <a:gd name="connsiteY18" fmla="*/ 123340 h 129967"/>
              <a:gd name="connsiteX19" fmla="*/ 46213 w 126836"/>
              <a:gd name="connsiteY19" fmla="*/ 98844 h 129967"/>
              <a:gd name="connsiteX20" fmla="*/ 48866 w 126836"/>
              <a:gd name="connsiteY20" fmla="*/ 79467 h 129967"/>
              <a:gd name="connsiteX21" fmla="*/ 54327 w 126836"/>
              <a:gd name="connsiteY21" fmla="*/ 13740 h 129967"/>
              <a:gd name="connsiteX22" fmla="*/ 121706 w 126836"/>
              <a:gd name="connsiteY22" fmla="*/ 13740 h 129967"/>
              <a:gd name="connsiteX23" fmla="*/ 121706 w 126836"/>
              <a:gd name="connsiteY23" fmla="*/ 27325 h 129967"/>
              <a:gd name="connsiteX24" fmla="*/ 54503 w 126836"/>
              <a:gd name="connsiteY24" fmla="*/ 27325 h 129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6836" h="129967">
                <a:moveTo>
                  <a:pt x="23368" y="1167"/>
                </a:moveTo>
                <a:cubicBezTo>
                  <a:pt x="22377" y="3985"/>
                  <a:pt x="20891" y="9280"/>
                  <a:pt x="20230" y="12254"/>
                </a:cubicBezTo>
                <a:cubicBezTo>
                  <a:pt x="15822" y="32910"/>
                  <a:pt x="13169" y="53897"/>
                  <a:pt x="12281" y="74997"/>
                </a:cubicBezTo>
                <a:cubicBezTo>
                  <a:pt x="12229" y="82523"/>
                  <a:pt x="12663" y="90048"/>
                  <a:pt x="13602" y="97512"/>
                </a:cubicBezTo>
                <a:cubicBezTo>
                  <a:pt x="16420" y="90059"/>
                  <a:pt x="20065" y="80458"/>
                  <a:pt x="22707" y="74006"/>
                </a:cubicBezTo>
                <a:lnTo>
                  <a:pt x="29830" y="79302"/>
                </a:lnTo>
                <a:cubicBezTo>
                  <a:pt x="25309" y="91338"/>
                  <a:pt x="21438" y="103603"/>
                  <a:pt x="18238" y="116062"/>
                </a:cubicBezTo>
                <a:cubicBezTo>
                  <a:pt x="17752" y="118457"/>
                  <a:pt x="17473" y="120894"/>
                  <a:pt x="17412" y="123340"/>
                </a:cubicBezTo>
                <a:lnTo>
                  <a:pt x="17907" y="129131"/>
                </a:lnTo>
                <a:lnTo>
                  <a:pt x="5984" y="129967"/>
                </a:lnTo>
                <a:cubicBezTo>
                  <a:pt x="1741" y="112749"/>
                  <a:pt x="-261" y="95045"/>
                  <a:pt x="27" y="77320"/>
                </a:cubicBezTo>
                <a:cubicBezTo>
                  <a:pt x="864" y="55259"/>
                  <a:pt x="3300" y="33292"/>
                  <a:pt x="7316" y="11593"/>
                </a:cubicBezTo>
                <a:cubicBezTo>
                  <a:pt x="7935" y="7753"/>
                  <a:pt x="8317" y="3882"/>
                  <a:pt x="8472" y="0"/>
                </a:cubicBezTo>
                <a:close/>
                <a:moveTo>
                  <a:pt x="60789" y="80623"/>
                </a:moveTo>
                <a:cubicBezTo>
                  <a:pt x="59447" y="85537"/>
                  <a:pt x="58725" y="90606"/>
                  <a:pt x="58631" y="95695"/>
                </a:cubicBezTo>
                <a:cubicBezTo>
                  <a:pt x="58631" y="103148"/>
                  <a:pt x="63597" y="110426"/>
                  <a:pt x="86122" y="110426"/>
                </a:cubicBezTo>
                <a:cubicBezTo>
                  <a:pt x="99759" y="110550"/>
                  <a:pt x="113364" y="109105"/>
                  <a:pt x="126671" y="106121"/>
                </a:cubicBezTo>
                <a:lnTo>
                  <a:pt x="126837" y="120027"/>
                </a:lnTo>
                <a:cubicBezTo>
                  <a:pt x="113344" y="122421"/>
                  <a:pt x="99655" y="123526"/>
                  <a:pt x="85947" y="123340"/>
                </a:cubicBezTo>
                <a:cubicBezTo>
                  <a:pt x="58466" y="123340"/>
                  <a:pt x="46213" y="114235"/>
                  <a:pt x="46213" y="98844"/>
                </a:cubicBezTo>
                <a:cubicBezTo>
                  <a:pt x="46430" y="92309"/>
                  <a:pt x="47318" y="85816"/>
                  <a:pt x="48866" y="79467"/>
                </a:cubicBezTo>
                <a:close/>
                <a:moveTo>
                  <a:pt x="54327" y="13740"/>
                </a:moveTo>
                <a:cubicBezTo>
                  <a:pt x="76707" y="16393"/>
                  <a:pt x="99325" y="16393"/>
                  <a:pt x="121706" y="13740"/>
                </a:cubicBezTo>
                <a:lnTo>
                  <a:pt x="121706" y="27325"/>
                </a:lnTo>
                <a:cubicBezTo>
                  <a:pt x="99346" y="29142"/>
                  <a:pt x="76862" y="29142"/>
                  <a:pt x="54503" y="27325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7" name="フリーフォーム: 図形 96">
            <a:extLst>
              <a:ext uri="{FF2B5EF4-FFF2-40B4-BE49-F238E27FC236}">
                <a16:creationId xmlns:a16="http://schemas.microsoft.com/office/drawing/2014/main" id="{8686605D-3DD5-411E-D37A-243E8D923078}"/>
              </a:ext>
            </a:extLst>
          </p:cNvPr>
          <p:cNvSpPr/>
          <p:nvPr/>
        </p:nvSpPr>
        <p:spPr>
          <a:xfrm>
            <a:off x="7941590" y="5116980"/>
            <a:ext cx="152802" cy="148371"/>
          </a:xfrm>
          <a:custGeom>
            <a:avLst/>
            <a:gdLst>
              <a:gd name="connsiteX0" fmla="*/ 28977 w 152802"/>
              <a:gd name="connsiteY0" fmla="*/ 116217 h 148371"/>
              <a:gd name="connsiteX1" fmla="*/ 9105 w 152802"/>
              <a:gd name="connsiteY1" fmla="*/ 143532 h 148371"/>
              <a:gd name="connsiteX2" fmla="*/ 0 w 152802"/>
              <a:gd name="connsiteY2" fmla="*/ 137245 h 148371"/>
              <a:gd name="connsiteX3" fmla="*/ 18375 w 152802"/>
              <a:gd name="connsiteY3" fmla="*/ 113575 h 148371"/>
              <a:gd name="connsiteX4" fmla="*/ 94363 w 152802"/>
              <a:gd name="connsiteY4" fmla="*/ 66883 h 148371"/>
              <a:gd name="connsiteX5" fmla="*/ 660 w 152802"/>
              <a:gd name="connsiteY5" fmla="*/ 66883 h 148371"/>
              <a:gd name="connsiteX6" fmla="*/ 660 w 152802"/>
              <a:gd name="connsiteY6" fmla="*/ 57283 h 148371"/>
              <a:gd name="connsiteX7" fmla="*/ 42046 w 152802"/>
              <a:gd name="connsiteY7" fmla="*/ 57283 h 148371"/>
              <a:gd name="connsiteX8" fmla="*/ 42046 w 152802"/>
              <a:gd name="connsiteY8" fmla="*/ 47022 h 148371"/>
              <a:gd name="connsiteX9" fmla="*/ 11923 w 152802"/>
              <a:gd name="connsiteY9" fmla="*/ 47022 h 148371"/>
              <a:gd name="connsiteX10" fmla="*/ 11923 w 152802"/>
              <a:gd name="connsiteY10" fmla="*/ 3314 h 148371"/>
              <a:gd name="connsiteX11" fmla="*/ 84928 w 152802"/>
              <a:gd name="connsiteY11" fmla="*/ 3314 h 148371"/>
              <a:gd name="connsiteX12" fmla="*/ 84928 w 152802"/>
              <a:gd name="connsiteY12" fmla="*/ 47022 h 148371"/>
              <a:gd name="connsiteX13" fmla="*/ 53308 w 152802"/>
              <a:gd name="connsiteY13" fmla="*/ 47022 h 148371"/>
              <a:gd name="connsiteX14" fmla="*/ 53308 w 152802"/>
              <a:gd name="connsiteY14" fmla="*/ 57283 h 148371"/>
              <a:gd name="connsiteX15" fmla="*/ 94363 w 152802"/>
              <a:gd name="connsiteY15" fmla="*/ 57283 h 148371"/>
              <a:gd name="connsiteX16" fmla="*/ 53308 w 152802"/>
              <a:gd name="connsiteY16" fmla="*/ 109435 h 148371"/>
              <a:gd name="connsiteX17" fmla="*/ 53308 w 152802"/>
              <a:gd name="connsiteY17" fmla="*/ 136584 h 148371"/>
              <a:gd name="connsiteX18" fmla="*/ 48013 w 152802"/>
              <a:gd name="connsiteY18" fmla="*/ 146350 h 148371"/>
              <a:gd name="connsiteX19" fmla="*/ 28481 w 152802"/>
              <a:gd name="connsiteY19" fmla="*/ 148167 h 148371"/>
              <a:gd name="connsiteX20" fmla="*/ 23836 w 152802"/>
              <a:gd name="connsiteY20" fmla="*/ 138236 h 148371"/>
              <a:gd name="connsiteX21" fmla="*/ 39568 w 152802"/>
              <a:gd name="connsiteY21" fmla="*/ 138402 h 148371"/>
              <a:gd name="connsiteX22" fmla="*/ 42056 w 152802"/>
              <a:gd name="connsiteY22" fmla="*/ 136409 h 148371"/>
              <a:gd name="connsiteX23" fmla="*/ 42056 w 152802"/>
              <a:gd name="connsiteY23" fmla="*/ 109435 h 148371"/>
              <a:gd name="connsiteX24" fmla="*/ 13409 w 152802"/>
              <a:gd name="connsiteY24" fmla="*/ 109435 h 148371"/>
              <a:gd name="connsiteX25" fmla="*/ 13409 w 152802"/>
              <a:gd name="connsiteY25" fmla="*/ 76649 h 148371"/>
              <a:gd name="connsiteX26" fmla="*/ 83607 w 152802"/>
              <a:gd name="connsiteY26" fmla="*/ 76649 h 148371"/>
              <a:gd name="connsiteX27" fmla="*/ 83607 w 152802"/>
              <a:gd name="connsiteY27" fmla="*/ 109435 h 148371"/>
              <a:gd name="connsiteX28" fmla="*/ 22844 w 152802"/>
              <a:gd name="connsiteY28" fmla="*/ 21358 h 148371"/>
              <a:gd name="connsiteX29" fmla="*/ 73345 w 152802"/>
              <a:gd name="connsiteY29" fmla="*/ 21358 h 148371"/>
              <a:gd name="connsiteX30" fmla="*/ 73345 w 152802"/>
              <a:gd name="connsiteY30" fmla="*/ 11097 h 148371"/>
              <a:gd name="connsiteX31" fmla="*/ 22844 w 152802"/>
              <a:gd name="connsiteY31" fmla="*/ 11097 h 148371"/>
              <a:gd name="connsiteX32" fmla="*/ 22844 w 152802"/>
              <a:gd name="connsiteY32" fmla="*/ 39238 h 148371"/>
              <a:gd name="connsiteX33" fmla="*/ 73345 w 152802"/>
              <a:gd name="connsiteY33" fmla="*/ 39238 h 148371"/>
              <a:gd name="connsiteX34" fmla="*/ 73345 w 152802"/>
              <a:gd name="connsiteY34" fmla="*/ 28812 h 148371"/>
              <a:gd name="connsiteX35" fmla="*/ 22844 w 152802"/>
              <a:gd name="connsiteY35" fmla="*/ 28812 h 148371"/>
              <a:gd name="connsiteX36" fmla="*/ 24001 w 152802"/>
              <a:gd name="connsiteY36" fmla="*/ 100660 h 148371"/>
              <a:gd name="connsiteX37" fmla="*/ 72179 w 152802"/>
              <a:gd name="connsiteY37" fmla="*/ 100660 h 148371"/>
              <a:gd name="connsiteX38" fmla="*/ 72179 w 152802"/>
              <a:gd name="connsiteY38" fmla="*/ 85258 h 148371"/>
              <a:gd name="connsiteX39" fmla="*/ 24001 w 152802"/>
              <a:gd name="connsiteY39" fmla="*/ 85258 h 148371"/>
              <a:gd name="connsiteX40" fmla="*/ 152802 w 152802"/>
              <a:gd name="connsiteY40" fmla="*/ 96356 h 148371"/>
              <a:gd name="connsiteX41" fmla="*/ 94703 w 152802"/>
              <a:gd name="connsiteY41" fmla="*/ 148002 h 148371"/>
              <a:gd name="connsiteX42" fmla="*/ 86259 w 152802"/>
              <a:gd name="connsiteY42" fmla="*/ 138402 h 148371"/>
              <a:gd name="connsiteX43" fmla="*/ 80953 w 152802"/>
              <a:gd name="connsiteY43" fmla="*/ 141220 h 148371"/>
              <a:gd name="connsiteX44" fmla="*/ 63734 w 152802"/>
              <a:gd name="connsiteY44" fmla="*/ 118364 h 148371"/>
              <a:gd name="connsiteX45" fmla="*/ 73004 w 152802"/>
              <a:gd name="connsiteY45" fmla="*/ 113740 h 148371"/>
              <a:gd name="connsiteX46" fmla="*/ 90719 w 152802"/>
              <a:gd name="connsiteY46" fmla="*/ 136089 h 148371"/>
              <a:gd name="connsiteX47" fmla="*/ 90058 w 152802"/>
              <a:gd name="connsiteY47" fmla="*/ 136409 h 148371"/>
              <a:gd name="connsiteX48" fmla="*/ 141055 w 152802"/>
              <a:gd name="connsiteY48" fmla="*/ 91875 h 148371"/>
              <a:gd name="connsiteX49" fmla="*/ 144027 w 152802"/>
              <a:gd name="connsiteY49" fmla="*/ 4635 h 148371"/>
              <a:gd name="connsiteX50" fmla="*/ 100660 w 152802"/>
              <a:gd name="connsiteY50" fmla="*/ 42211 h 148371"/>
              <a:gd name="connsiteX51" fmla="*/ 91710 w 152802"/>
              <a:gd name="connsiteY51" fmla="*/ 33602 h 148371"/>
              <a:gd name="connsiteX52" fmla="*/ 132445 w 152802"/>
              <a:gd name="connsiteY52" fmla="*/ 0 h 148371"/>
              <a:gd name="connsiteX53" fmla="*/ 148167 w 152802"/>
              <a:gd name="connsiteY53" fmla="*/ 50160 h 148371"/>
              <a:gd name="connsiteX54" fmla="*/ 101486 w 152802"/>
              <a:gd name="connsiteY54" fmla="*/ 89728 h 148371"/>
              <a:gd name="connsiteX55" fmla="*/ 92546 w 152802"/>
              <a:gd name="connsiteY55" fmla="*/ 81119 h 148371"/>
              <a:gd name="connsiteX56" fmla="*/ 136750 w 152802"/>
              <a:gd name="connsiteY56" fmla="*/ 45360 h 14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152802" h="148371">
                <a:moveTo>
                  <a:pt x="28977" y="116217"/>
                </a:moveTo>
                <a:cubicBezTo>
                  <a:pt x="23950" y="126386"/>
                  <a:pt x="17229" y="135614"/>
                  <a:pt x="9105" y="143532"/>
                </a:cubicBezTo>
                <a:cubicBezTo>
                  <a:pt x="6235" y="141210"/>
                  <a:pt x="3189" y="139104"/>
                  <a:pt x="0" y="137245"/>
                </a:cubicBezTo>
                <a:cubicBezTo>
                  <a:pt x="7742" y="130752"/>
                  <a:pt x="14008" y="122679"/>
                  <a:pt x="18375" y="113575"/>
                </a:cubicBezTo>
                <a:close/>
                <a:moveTo>
                  <a:pt x="94363" y="66883"/>
                </a:moveTo>
                <a:lnTo>
                  <a:pt x="660" y="66883"/>
                </a:lnTo>
                <a:lnTo>
                  <a:pt x="660" y="57283"/>
                </a:lnTo>
                <a:lnTo>
                  <a:pt x="42046" y="57283"/>
                </a:lnTo>
                <a:lnTo>
                  <a:pt x="42046" y="47022"/>
                </a:lnTo>
                <a:lnTo>
                  <a:pt x="11923" y="47022"/>
                </a:lnTo>
                <a:lnTo>
                  <a:pt x="11923" y="3314"/>
                </a:lnTo>
                <a:lnTo>
                  <a:pt x="84928" y="3314"/>
                </a:lnTo>
                <a:lnTo>
                  <a:pt x="84928" y="47022"/>
                </a:lnTo>
                <a:lnTo>
                  <a:pt x="53308" y="47022"/>
                </a:lnTo>
                <a:lnTo>
                  <a:pt x="53308" y="57283"/>
                </a:lnTo>
                <a:lnTo>
                  <a:pt x="94363" y="57283"/>
                </a:lnTo>
                <a:close/>
                <a:moveTo>
                  <a:pt x="53308" y="109435"/>
                </a:moveTo>
                <a:lnTo>
                  <a:pt x="53308" y="136584"/>
                </a:lnTo>
                <a:cubicBezTo>
                  <a:pt x="53308" y="142046"/>
                  <a:pt x="52152" y="144854"/>
                  <a:pt x="48013" y="146350"/>
                </a:cubicBezTo>
                <a:cubicBezTo>
                  <a:pt x="41663" y="148115"/>
                  <a:pt x="35046" y="148735"/>
                  <a:pt x="28481" y="148167"/>
                </a:cubicBezTo>
                <a:cubicBezTo>
                  <a:pt x="27377" y="144668"/>
                  <a:pt x="25818" y="141323"/>
                  <a:pt x="23836" y="138236"/>
                </a:cubicBezTo>
                <a:cubicBezTo>
                  <a:pt x="31289" y="138567"/>
                  <a:pt x="37576" y="138567"/>
                  <a:pt x="39568" y="138402"/>
                </a:cubicBezTo>
                <a:cubicBezTo>
                  <a:pt x="41561" y="138402"/>
                  <a:pt x="42056" y="138071"/>
                  <a:pt x="42056" y="136409"/>
                </a:cubicBezTo>
                <a:lnTo>
                  <a:pt x="42056" y="109435"/>
                </a:lnTo>
                <a:lnTo>
                  <a:pt x="13409" y="109435"/>
                </a:lnTo>
                <a:lnTo>
                  <a:pt x="13409" y="76649"/>
                </a:lnTo>
                <a:lnTo>
                  <a:pt x="83607" y="76649"/>
                </a:lnTo>
                <a:lnTo>
                  <a:pt x="83607" y="109435"/>
                </a:lnTo>
                <a:close/>
                <a:moveTo>
                  <a:pt x="22844" y="21358"/>
                </a:moveTo>
                <a:lnTo>
                  <a:pt x="73345" y="21358"/>
                </a:lnTo>
                <a:lnTo>
                  <a:pt x="73345" y="11097"/>
                </a:lnTo>
                <a:lnTo>
                  <a:pt x="22844" y="11097"/>
                </a:lnTo>
                <a:close/>
                <a:moveTo>
                  <a:pt x="22844" y="39238"/>
                </a:moveTo>
                <a:lnTo>
                  <a:pt x="73345" y="39238"/>
                </a:lnTo>
                <a:lnTo>
                  <a:pt x="73345" y="28812"/>
                </a:lnTo>
                <a:lnTo>
                  <a:pt x="22844" y="28812"/>
                </a:lnTo>
                <a:close/>
                <a:moveTo>
                  <a:pt x="24001" y="100660"/>
                </a:moveTo>
                <a:lnTo>
                  <a:pt x="72179" y="100660"/>
                </a:lnTo>
                <a:lnTo>
                  <a:pt x="72179" y="85258"/>
                </a:lnTo>
                <a:lnTo>
                  <a:pt x="24001" y="85258"/>
                </a:lnTo>
                <a:close/>
                <a:moveTo>
                  <a:pt x="152802" y="96356"/>
                </a:moveTo>
                <a:cubicBezTo>
                  <a:pt x="138897" y="118870"/>
                  <a:pt x="118695" y="136822"/>
                  <a:pt x="94703" y="148002"/>
                </a:cubicBezTo>
                <a:cubicBezTo>
                  <a:pt x="92298" y="144461"/>
                  <a:pt x="89459" y="141230"/>
                  <a:pt x="86259" y="138402"/>
                </a:cubicBezTo>
                <a:lnTo>
                  <a:pt x="80953" y="141220"/>
                </a:lnTo>
                <a:cubicBezTo>
                  <a:pt x="76102" y="132972"/>
                  <a:pt x="70320" y="125312"/>
                  <a:pt x="63734" y="118364"/>
                </a:cubicBezTo>
                <a:lnTo>
                  <a:pt x="73004" y="113740"/>
                </a:lnTo>
                <a:cubicBezTo>
                  <a:pt x="79663" y="120563"/>
                  <a:pt x="85588" y="128058"/>
                  <a:pt x="90719" y="136089"/>
                </a:cubicBezTo>
                <a:lnTo>
                  <a:pt x="90058" y="136409"/>
                </a:lnTo>
                <a:cubicBezTo>
                  <a:pt x="110983" y="126778"/>
                  <a:pt x="128687" y="111314"/>
                  <a:pt x="141055" y="91875"/>
                </a:cubicBezTo>
                <a:close/>
                <a:moveTo>
                  <a:pt x="144027" y="4635"/>
                </a:moveTo>
                <a:cubicBezTo>
                  <a:pt x="131970" y="19696"/>
                  <a:pt x="117280" y="32425"/>
                  <a:pt x="100660" y="42211"/>
                </a:cubicBezTo>
                <a:cubicBezTo>
                  <a:pt x="98007" y="39021"/>
                  <a:pt x="95003" y="36131"/>
                  <a:pt x="91710" y="33602"/>
                </a:cubicBezTo>
                <a:cubicBezTo>
                  <a:pt x="107411" y="25260"/>
                  <a:pt x="121265" y="13822"/>
                  <a:pt x="132445" y="0"/>
                </a:cubicBezTo>
                <a:close/>
                <a:moveTo>
                  <a:pt x="148167" y="50160"/>
                </a:moveTo>
                <a:cubicBezTo>
                  <a:pt x="135098" y="66047"/>
                  <a:pt x="119293" y="79447"/>
                  <a:pt x="101486" y="89728"/>
                </a:cubicBezTo>
                <a:cubicBezTo>
                  <a:pt x="98833" y="86528"/>
                  <a:pt x="95839" y="83648"/>
                  <a:pt x="92546" y="81119"/>
                </a:cubicBezTo>
                <a:cubicBezTo>
                  <a:pt x="109507" y="72251"/>
                  <a:pt x="124537" y="60101"/>
                  <a:pt x="136750" y="45360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8" name="フリーフォーム: 図形 97">
            <a:extLst>
              <a:ext uri="{FF2B5EF4-FFF2-40B4-BE49-F238E27FC236}">
                <a16:creationId xmlns:a16="http://schemas.microsoft.com/office/drawing/2014/main" id="{8570717B-F0B6-D891-F307-A6A0FDBBE095}"/>
              </a:ext>
            </a:extLst>
          </p:cNvPr>
          <p:cNvSpPr/>
          <p:nvPr/>
        </p:nvSpPr>
        <p:spPr>
          <a:xfrm>
            <a:off x="8106201" y="5113832"/>
            <a:ext cx="151180" cy="151480"/>
          </a:xfrm>
          <a:custGeom>
            <a:avLst/>
            <a:gdLst>
              <a:gd name="connsiteX0" fmla="*/ 113399 w 151180"/>
              <a:gd name="connsiteY0" fmla="*/ 85103 h 151480"/>
              <a:gd name="connsiteX1" fmla="*/ 105130 w 151180"/>
              <a:gd name="connsiteY1" fmla="*/ 95695 h 151480"/>
              <a:gd name="connsiteX2" fmla="*/ 150149 w 151180"/>
              <a:gd name="connsiteY2" fmla="*/ 95695 h 151480"/>
              <a:gd name="connsiteX3" fmla="*/ 150149 w 151180"/>
              <a:gd name="connsiteY3" fmla="*/ 104469 h 151480"/>
              <a:gd name="connsiteX4" fmla="*/ 2808 w 151180"/>
              <a:gd name="connsiteY4" fmla="*/ 104469 h 151480"/>
              <a:gd name="connsiteX5" fmla="*/ 2808 w 151180"/>
              <a:gd name="connsiteY5" fmla="*/ 95695 h 151480"/>
              <a:gd name="connsiteX6" fmla="*/ 47848 w 151180"/>
              <a:gd name="connsiteY6" fmla="*/ 95695 h 151480"/>
              <a:gd name="connsiteX7" fmla="*/ 40890 w 151180"/>
              <a:gd name="connsiteY7" fmla="*/ 85929 h 151480"/>
              <a:gd name="connsiteX8" fmla="*/ 46020 w 151180"/>
              <a:gd name="connsiteY8" fmla="*/ 84267 h 151480"/>
              <a:gd name="connsiteX9" fmla="*/ 19697 w 151180"/>
              <a:gd name="connsiteY9" fmla="*/ 84267 h 151480"/>
              <a:gd name="connsiteX10" fmla="*/ 19697 w 151180"/>
              <a:gd name="connsiteY10" fmla="*/ 76153 h 151480"/>
              <a:gd name="connsiteX11" fmla="*/ 7288 w 151180"/>
              <a:gd name="connsiteY11" fmla="*/ 81955 h 151480"/>
              <a:gd name="connsiteX12" fmla="*/ 991 w 151180"/>
              <a:gd name="connsiteY12" fmla="*/ 74006 h 151480"/>
              <a:gd name="connsiteX13" fmla="*/ 32280 w 151180"/>
              <a:gd name="connsiteY13" fmla="*/ 54475 h 151480"/>
              <a:gd name="connsiteX14" fmla="*/ 2147 w 151180"/>
              <a:gd name="connsiteY14" fmla="*/ 57943 h 151480"/>
              <a:gd name="connsiteX15" fmla="*/ 0 w 151180"/>
              <a:gd name="connsiteY15" fmla="*/ 48673 h 151480"/>
              <a:gd name="connsiteX16" fmla="*/ 12243 w 151180"/>
              <a:gd name="connsiteY16" fmla="*/ 47682 h 151480"/>
              <a:gd name="connsiteX17" fmla="*/ 20533 w 151180"/>
              <a:gd name="connsiteY17" fmla="*/ 38082 h 151480"/>
              <a:gd name="connsiteX18" fmla="*/ 1982 w 151180"/>
              <a:gd name="connsiteY18" fmla="*/ 22184 h 151480"/>
              <a:gd name="connsiteX19" fmla="*/ 7618 w 151180"/>
              <a:gd name="connsiteY19" fmla="*/ 15237 h 151480"/>
              <a:gd name="connsiteX20" fmla="*/ 12914 w 151180"/>
              <a:gd name="connsiteY20" fmla="*/ 19046 h 151480"/>
              <a:gd name="connsiteX21" fmla="*/ 24331 w 151180"/>
              <a:gd name="connsiteY21" fmla="*/ 0 h 151480"/>
              <a:gd name="connsiteX22" fmla="*/ 33282 w 151180"/>
              <a:gd name="connsiteY22" fmla="*/ 3644 h 151480"/>
              <a:gd name="connsiteX23" fmla="*/ 19036 w 151180"/>
              <a:gd name="connsiteY23" fmla="*/ 23681 h 151480"/>
              <a:gd name="connsiteX24" fmla="*/ 26489 w 151180"/>
              <a:gd name="connsiteY24" fmla="*/ 30463 h 151480"/>
              <a:gd name="connsiteX25" fmla="*/ 37906 w 151180"/>
              <a:gd name="connsiteY25" fmla="*/ 13575 h 151480"/>
              <a:gd name="connsiteX26" fmla="*/ 46856 w 151180"/>
              <a:gd name="connsiteY26" fmla="*/ 17714 h 151480"/>
              <a:gd name="connsiteX27" fmla="*/ 23505 w 151180"/>
              <a:gd name="connsiteY27" fmla="*/ 46856 h 151480"/>
              <a:gd name="connsiteX28" fmla="*/ 38412 w 151180"/>
              <a:gd name="connsiteY28" fmla="*/ 45535 h 151480"/>
              <a:gd name="connsiteX29" fmla="*/ 42211 w 151180"/>
              <a:gd name="connsiteY29" fmla="*/ 36089 h 151480"/>
              <a:gd name="connsiteX30" fmla="*/ 52152 w 151180"/>
              <a:gd name="connsiteY30" fmla="*/ 37421 h 151480"/>
              <a:gd name="connsiteX31" fmla="*/ 20192 w 151180"/>
              <a:gd name="connsiteY31" fmla="*/ 75823 h 151480"/>
              <a:gd name="connsiteX32" fmla="*/ 69856 w 151180"/>
              <a:gd name="connsiteY32" fmla="*/ 75823 h 151480"/>
              <a:gd name="connsiteX33" fmla="*/ 69856 w 151180"/>
              <a:gd name="connsiteY33" fmla="*/ 66388 h 151480"/>
              <a:gd name="connsiteX34" fmla="*/ 81449 w 151180"/>
              <a:gd name="connsiteY34" fmla="*/ 66388 h 151480"/>
              <a:gd name="connsiteX35" fmla="*/ 81449 w 151180"/>
              <a:gd name="connsiteY35" fmla="*/ 75823 h 151480"/>
              <a:gd name="connsiteX36" fmla="*/ 135914 w 151180"/>
              <a:gd name="connsiteY36" fmla="*/ 75823 h 151480"/>
              <a:gd name="connsiteX37" fmla="*/ 135914 w 151180"/>
              <a:gd name="connsiteY37" fmla="*/ 84267 h 151480"/>
              <a:gd name="connsiteX38" fmla="*/ 110746 w 151180"/>
              <a:gd name="connsiteY38" fmla="*/ 84267 h 151480"/>
              <a:gd name="connsiteX39" fmla="*/ 26324 w 151180"/>
              <a:gd name="connsiteY39" fmla="*/ 111086 h 151480"/>
              <a:gd name="connsiteX40" fmla="*/ 127965 w 151180"/>
              <a:gd name="connsiteY40" fmla="*/ 111086 h 151480"/>
              <a:gd name="connsiteX41" fmla="*/ 127965 w 151180"/>
              <a:gd name="connsiteY41" fmla="*/ 151150 h 151480"/>
              <a:gd name="connsiteX42" fmla="*/ 116217 w 151180"/>
              <a:gd name="connsiteY42" fmla="*/ 151150 h 151480"/>
              <a:gd name="connsiteX43" fmla="*/ 116217 w 151180"/>
              <a:gd name="connsiteY43" fmla="*/ 146846 h 151480"/>
              <a:gd name="connsiteX44" fmla="*/ 37741 w 151180"/>
              <a:gd name="connsiteY44" fmla="*/ 146846 h 151480"/>
              <a:gd name="connsiteX45" fmla="*/ 37741 w 151180"/>
              <a:gd name="connsiteY45" fmla="*/ 151481 h 151480"/>
              <a:gd name="connsiteX46" fmla="*/ 26324 w 151180"/>
              <a:gd name="connsiteY46" fmla="*/ 151481 h 151480"/>
              <a:gd name="connsiteX47" fmla="*/ 37741 w 151180"/>
              <a:gd name="connsiteY47" fmla="*/ 118209 h 151480"/>
              <a:gd name="connsiteX48" fmla="*/ 37741 w 151180"/>
              <a:gd name="connsiteY48" fmla="*/ 125652 h 151480"/>
              <a:gd name="connsiteX49" fmla="*/ 116217 w 151180"/>
              <a:gd name="connsiteY49" fmla="*/ 125652 h 151480"/>
              <a:gd name="connsiteX50" fmla="*/ 116217 w 151180"/>
              <a:gd name="connsiteY50" fmla="*/ 118209 h 151480"/>
              <a:gd name="connsiteX51" fmla="*/ 116217 w 151180"/>
              <a:gd name="connsiteY51" fmla="*/ 139733 h 151480"/>
              <a:gd name="connsiteX52" fmla="*/ 116217 w 151180"/>
              <a:gd name="connsiteY52" fmla="*/ 132115 h 151480"/>
              <a:gd name="connsiteX53" fmla="*/ 37741 w 151180"/>
              <a:gd name="connsiteY53" fmla="*/ 132115 h 151480"/>
              <a:gd name="connsiteX54" fmla="*/ 37741 w 151180"/>
              <a:gd name="connsiteY54" fmla="*/ 139733 h 151480"/>
              <a:gd name="connsiteX55" fmla="*/ 53804 w 151180"/>
              <a:gd name="connsiteY55" fmla="*/ 57613 h 151480"/>
              <a:gd name="connsiteX56" fmla="*/ 53804 w 151180"/>
              <a:gd name="connsiteY56" fmla="*/ 5471 h 151480"/>
              <a:gd name="connsiteX57" fmla="*/ 99164 w 151180"/>
              <a:gd name="connsiteY57" fmla="*/ 5471 h 151480"/>
              <a:gd name="connsiteX58" fmla="*/ 99164 w 151180"/>
              <a:gd name="connsiteY58" fmla="*/ 42221 h 151480"/>
              <a:gd name="connsiteX59" fmla="*/ 63735 w 151180"/>
              <a:gd name="connsiteY59" fmla="*/ 42221 h 151480"/>
              <a:gd name="connsiteX60" fmla="*/ 63735 w 151180"/>
              <a:gd name="connsiteY60" fmla="*/ 56622 h 151480"/>
              <a:gd name="connsiteX61" fmla="*/ 86745 w 151180"/>
              <a:gd name="connsiteY61" fmla="*/ 54310 h 151480"/>
              <a:gd name="connsiteX62" fmla="*/ 79302 w 151180"/>
              <a:gd name="connsiteY62" fmla="*/ 47187 h 151480"/>
              <a:gd name="connsiteX63" fmla="*/ 86414 w 151180"/>
              <a:gd name="connsiteY63" fmla="*/ 43047 h 151480"/>
              <a:gd name="connsiteX64" fmla="*/ 105616 w 151180"/>
              <a:gd name="connsiteY64" fmla="*/ 64065 h 151480"/>
              <a:gd name="connsiteX65" fmla="*/ 98007 w 151180"/>
              <a:gd name="connsiteY65" fmla="*/ 68710 h 151480"/>
              <a:gd name="connsiteX66" fmla="*/ 93372 w 151180"/>
              <a:gd name="connsiteY66" fmla="*/ 61753 h 151480"/>
              <a:gd name="connsiteX67" fmla="*/ 48013 w 151180"/>
              <a:gd name="connsiteY67" fmla="*/ 67544 h 151480"/>
              <a:gd name="connsiteX68" fmla="*/ 45855 w 151180"/>
              <a:gd name="connsiteY68" fmla="*/ 58449 h 151480"/>
              <a:gd name="connsiteX69" fmla="*/ 52152 w 151180"/>
              <a:gd name="connsiteY69" fmla="*/ 84267 h 151480"/>
              <a:gd name="connsiteX70" fmla="*/ 59264 w 151180"/>
              <a:gd name="connsiteY70" fmla="*/ 94859 h 151480"/>
              <a:gd name="connsiteX71" fmla="*/ 56952 w 151180"/>
              <a:gd name="connsiteY71" fmla="*/ 95695 h 151480"/>
              <a:gd name="connsiteX72" fmla="*/ 93537 w 151180"/>
              <a:gd name="connsiteY72" fmla="*/ 95695 h 151480"/>
              <a:gd name="connsiteX73" fmla="*/ 100991 w 151180"/>
              <a:gd name="connsiteY73" fmla="*/ 84267 h 151480"/>
              <a:gd name="connsiteX74" fmla="*/ 63735 w 151180"/>
              <a:gd name="connsiteY74" fmla="*/ 12749 h 151480"/>
              <a:gd name="connsiteX75" fmla="*/ 63735 w 151180"/>
              <a:gd name="connsiteY75" fmla="*/ 20037 h 151480"/>
              <a:gd name="connsiteX76" fmla="*/ 89398 w 151180"/>
              <a:gd name="connsiteY76" fmla="*/ 20037 h 151480"/>
              <a:gd name="connsiteX77" fmla="*/ 89398 w 151180"/>
              <a:gd name="connsiteY77" fmla="*/ 12749 h 151480"/>
              <a:gd name="connsiteX78" fmla="*/ 89398 w 151180"/>
              <a:gd name="connsiteY78" fmla="*/ 34933 h 151480"/>
              <a:gd name="connsiteX79" fmla="*/ 89398 w 151180"/>
              <a:gd name="connsiteY79" fmla="*/ 27490 h 151480"/>
              <a:gd name="connsiteX80" fmla="*/ 63735 w 151180"/>
              <a:gd name="connsiteY80" fmla="*/ 27490 h 151480"/>
              <a:gd name="connsiteX81" fmla="*/ 63735 w 151180"/>
              <a:gd name="connsiteY81" fmla="*/ 34933 h 151480"/>
              <a:gd name="connsiteX82" fmla="*/ 117869 w 151180"/>
              <a:gd name="connsiteY82" fmla="*/ 73180 h 151480"/>
              <a:gd name="connsiteX83" fmla="*/ 107608 w 151180"/>
              <a:gd name="connsiteY83" fmla="*/ 73180 h 151480"/>
              <a:gd name="connsiteX84" fmla="*/ 107608 w 151180"/>
              <a:gd name="connsiteY84" fmla="*/ 5471 h 151480"/>
              <a:gd name="connsiteX85" fmla="*/ 142211 w 151180"/>
              <a:gd name="connsiteY85" fmla="*/ 5471 h 151480"/>
              <a:gd name="connsiteX86" fmla="*/ 143697 w 151180"/>
              <a:gd name="connsiteY86" fmla="*/ 4965 h 151480"/>
              <a:gd name="connsiteX87" fmla="*/ 150975 w 151180"/>
              <a:gd name="connsiteY87" fmla="*/ 8785 h 151480"/>
              <a:gd name="connsiteX88" fmla="*/ 137400 w 151180"/>
              <a:gd name="connsiteY88" fmla="*/ 31960 h 151480"/>
              <a:gd name="connsiteX89" fmla="*/ 151140 w 151180"/>
              <a:gd name="connsiteY89" fmla="*/ 51822 h 151480"/>
              <a:gd name="connsiteX90" fmla="*/ 145018 w 151180"/>
              <a:gd name="connsiteY90" fmla="*/ 63745 h 151480"/>
              <a:gd name="connsiteX91" fmla="*/ 137741 w 151180"/>
              <a:gd name="connsiteY91" fmla="*/ 66057 h 151480"/>
              <a:gd name="connsiteX92" fmla="*/ 125322 w 151180"/>
              <a:gd name="connsiteY92" fmla="*/ 66057 h 151480"/>
              <a:gd name="connsiteX93" fmla="*/ 122008 w 151180"/>
              <a:gd name="connsiteY93" fmla="*/ 57283 h 151480"/>
              <a:gd name="connsiteX94" fmla="*/ 133766 w 151180"/>
              <a:gd name="connsiteY94" fmla="*/ 57448 h 151480"/>
              <a:gd name="connsiteX95" fmla="*/ 138236 w 151180"/>
              <a:gd name="connsiteY95" fmla="*/ 56622 h 151480"/>
              <a:gd name="connsiteX96" fmla="*/ 141375 w 151180"/>
              <a:gd name="connsiteY96" fmla="*/ 50666 h 151480"/>
              <a:gd name="connsiteX97" fmla="*/ 126974 w 151180"/>
              <a:gd name="connsiteY97" fmla="*/ 33612 h 151480"/>
              <a:gd name="connsiteX98" fmla="*/ 136915 w 151180"/>
              <a:gd name="connsiteY98" fmla="*/ 14401 h 151480"/>
              <a:gd name="connsiteX99" fmla="*/ 117869 w 151180"/>
              <a:gd name="connsiteY99" fmla="*/ 14401 h 15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51180" h="151480">
                <a:moveTo>
                  <a:pt x="113399" y="85103"/>
                </a:moveTo>
                <a:cubicBezTo>
                  <a:pt x="110839" y="88779"/>
                  <a:pt x="108072" y="92309"/>
                  <a:pt x="105130" y="95695"/>
                </a:cubicBezTo>
                <a:lnTo>
                  <a:pt x="150149" y="95695"/>
                </a:lnTo>
                <a:lnTo>
                  <a:pt x="150149" y="104469"/>
                </a:lnTo>
                <a:lnTo>
                  <a:pt x="2808" y="104469"/>
                </a:lnTo>
                <a:lnTo>
                  <a:pt x="2808" y="95695"/>
                </a:lnTo>
                <a:lnTo>
                  <a:pt x="47848" y="95695"/>
                </a:lnTo>
                <a:cubicBezTo>
                  <a:pt x="45979" y="92133"/>
                  <a:pt x="43646" y="88851"/>
                  <a:pt x="40890" y="85929"/>
                </a:cubicBezTo>
                <a:lnTo>
                  <a:pt x="46020" y="84267"/>
                </a:lnTo>
                <a:lnTo>
                  <a:pt x="19697" y="84267"/>
                </a:lnTo>
                <a:lnTo>
                  <a:pt x="19697" y="76153"/>
                </a:lnTo>
                <a:cubicBezTo>
                  <a:pt x="15691" y="78352"/>
                  <a:pt x="11541" y="80293"/>
                  <a:pt x="7288" y="81955"/>
                </a:cubicBezTo>
                <a:cubicBezTo>
                  <a:pt x="5543" y="79044"/>
                  <a:pt x="3427" y="76370"/>
                  <a:pt x="991" y="74006"/>
                </a:cubicBezTo>
                <a:cubicBezTo>
                  <a:pt x="12996" y="70434"/>
                  <a:pt x="23805" y="63693"/>
                  <a:pt x="32280" y="54475"/>
                </a:cubicBezTo>
                <a:cubicBezTo>
                  <a:pt x="21358" y="55796"/>
                  <a:pt x="11087" y="56952"/>
                  <a:pt x="2147" y="57943"/>
                </a:cubicBezTo>
                <a:lnTo>
                  <a:pt x="0" y="48673"/>
                </a:lnTo>
                <a:lnTo>
                  <a:pt x="12243" y="47682"/>
                </a:lnTo>
                <a:cubicBezTo>
                  <a:pt x="14896" y="44874"/>
                  <a:pt x="17714" y="41561"/>
                  <a:pt x="20533" y="38082"/>
                </a:cubicBezTo>
                <a:cubicBezTo>
                  <a:pt x="14793" y="32280"/>
                  <a:pt x="8588" y="26964"/>
                  <a:pt x="1982" y="22184"/>
                </a:cubicBezTo>
                <a:lnTo>
                  <a:pt x="7618" y="15237"/>
                </a:lnTo>
                <a:cubicBezTo>
                  <a:pt x="9270" y="16393"/>
                  <a:pt x="11087" y="17714"/>
                  <a:pt x="12914" y="19046"/>
                </a:cubicBezTo>
                <a:cubicBezTo>
                  <a:pt x="17178" y="12986"/>
                  <a:pt x="20997" y="6617"/>
                  <a:pt x="24331" y="0"/>
                </a:cubicBezTo>
                <a:lnTo>
                  <a:pt x="33282" y="3644"/>
                </a:lnTo>
                <a:cubicBezTo>
                  <a:pt x="28915" y="10591"/>
                  <a:pt x="24166" y="17281"/>
                  <a:pt x="19036" y="23681"/>
                </a:cubicBezTo>
                <a:cubicBezTo>
                  <a:pt x="21854" y="25994"/>
                  <a:pt x="24331" y="28316"/>
                  <a:pt x="26489" y="30463"/>
                </a:cubicBezTo>
                <a:cubicBezTo>
                  <a:pt x="30577" y="25033"/>
                  <a:pt x="34386" y="19397"/>
                  <a:pt x="37906" y="13575"/>
                </a:cubicBezTo>
                <a:lnTo>
                  <a:pt x="46856" y="17714"/>
                </a:lnTo>
                <a:cubicBezTo>
                  <a:pt x="39589" y="27831"/>
                  <a:pt x="31795" y="37555"/>
                  <a:pt x="23505" y="46856"/>
                </a:cubicBezTo>
                <a:lnTo>
                  <a:pt x="38412" y="45535"/>
                </a:lnTo>
                <a:cubicBezTo>
                  <a:pt x="40012" y="42531"/>
                  <a:pt x="41292" y="39372"/>
                  <a:pt x="42211" y="36089"/>
                </a:cubicBezTo>
                <a:lnTo>
                  <a:pt x="52152" y="37421"/>
                </a:lnTo>
                <a:cubicBezTo>
                  <a:pt x="47001" y="53948"/>
                  <a:pt x="35511" y="67761"/>
                  <a:pt x="20192" y="75823"/>
                </a:cubicBezTo>
                <a:lnTo>
                  <a:pt x="69856" y="75823"/>
                </a:lnTo>
                <a:lnTo>
                  <a:pt x="69856" y="66388"/>
                </a:lnTo>
                <a:lnTo>
                  <a:pt x="81449" y="66388"/>
                </a:lnTo>
                <a:lnTo>
                  <a:pt x="81449" y="75823"/>
                </a:lnTo>
                <a:lnTo>
                  <a:pt x="135914" y="75823"/>
                </a:lnTo>
                <a:lnTo>
                  <a:pt x="135914" y="84267"/>
                </a:lnTo>
                <a:lnTo>
                  <a:pt x="110746" y="84267"/>
                </a:lnTo>
                <a:close/>
                <a:moveTo>
                  <a:pt x="26324" y="111086"/>
                </a:moveTo>
                <a:lnTo>
                  <a:pt x="127965" y="111086"/>
                </a:lnTo>
                <a:lnTo>
                  <a:pt x="127965" y="151150"/>
                </a:lnTo>
                <a:lnTo>
                  <a:pt x="116217" y="151150"/>
                </a:lnTo>
                <a:lnTo>
                  <a:pt x="116217" y="146846"/>
                </a:lnTo>
                <a:lnTo>
                  <a:pt x="37741" y="146846"/>
                </a:lnTo>
                <a:lnTo>
                  <a:pt x="37741" y="151481"/>
                </a:lnTo>
                <a:lnTo>
                  <a:pt x="26324" y="151481"/>
                </a:lnTo>
                <a:close/>
                <a:moveTo>
                  <a:pt x="37741" y="118209"/>
                </a:moveTo>
                <a:lnTo>
                  <a:pt x="37741" y="125652"/>
                </a:lnTo>
                <a:lnTo>
                  <a:pt x="116217" y="125652"/>
                </a:lnTo>
                <a:lnTo>
                  <a:pt x="116217" y="118209"/>
                </a:lnTo>
                <a:close/>
                <a:moveTo>
                  <a:pt x="116217" y="139733"/>
                </a:moveTo>
                <a:lnTo>
                  <a:pt x="116217" y="132115"/>
                </a:lnTo>
                <a:lnTo>
                  <a:pt x="37741" y="132115"/>
                </a:lnTo>
                <a:lnTo>
                  <a:pt x="37741" y="139733"/>
                </a:lnTo>
                <a:close/>
                <a:moveTo>
                  <a:pt x="53804" y="57613"/>
                </a:moveTo>
                <a:lnTo>
                  <a:pt x="53804" y="5471"/>
                </a:lnTo>
                <a:lnTo>
                  <a:pt x="99164" y="5471"/>
                </a:lnTo>
                <a:lnTo>
                  <a:pt x="99164" y="42221"/>
                </a:lnTo>
                <a:lnTo>
                  <a:pt x="63735" y="42221"/>
                </a:lnTo>
                <a:lnTo>
                  <a:pt x="63735" y="56622"/>
                </a:lnTo>
                <a:lnTo>
                  <a:pt x="86745" y="54310"/>
                </a:lnTo>
                <a:cubicBezTo>
                  <a:pt x="84391" y="51801"/>
                  <a:pt x="81903" y="49427"/>
                  <a:pt x="79302" y="47187"/>
                </a:cubicBezTo>
                <a:lnTo>
                  <a:pt x="86414" y="43047"/>
                </a:lnTo>
                <a:cubicBezTo>
                  <a:pt x="94022" y="48849"/>
                  <a:pt x="100537" y="55972"/>
                  <a:pt x="105616" y="64065"/>
                </a:cubicBezTo>
                <a:lnTo>
                  <a:pt x="98007" y="68710"/>
                </a:lnTo>
                <a:cubicBezTo>
                  <a:pt x="96614" y="66284"/>
                  <a:pt x="95065" y="63972"/>
                  <a:pt x="93372" y="61753"/>
                </a:cubicBezTo>
                <a:cubicBezTo>
                  <a:pt x="76979" y="63910"/>
                  <a:pt x="60761" y="65892"/>
                  <a:pt x="48013" y="67544"/>
                </a:cubicBezTo>
                <a:lnTo>
                  <a:pt x="45855" y="58449"/>
                </a:lnTo>
                <a:close/>
                <a:moveTo>
                  <a:pt x="52152" y="84267"/>
                </a:moveTo>
                <a:cubicBezTo>
                  <a:pt x="55156" y="87333"/>
                  <a:pt x="57561" y="90925"/>
                  <a:pt x="59264" y="94859"/>
                </a:cubicBezTo>
                <a:lnTo>
                  <a:pt x="56952" y="95695"/>
                </a:lnTo>
                <a:lnTo>
                  <a:pt x="93537" y="95695"/>
                </a:lnTo>
                <a:cubicBezTo>
                  <a:pt x="95849" y="92381"/>
                  <a:pt x="98998" y="87911"/>
                  <a:pt x="100991" y="84267"/>
                </a:cubicBezTo>
                <a:close/>
                <a:moveTo>
                  <a:pt x="63735" y="12749"/>
                </a:moveTo>
                <a:lnTo>
                  <a:pt x="63735" y="20037"/>
                </a:lnTo>
                <a:lnTo>
                  <a:pt x="89398" y="20037"/>
                </a:lnTo>
                <a:lnTo>
                  <a:pt x="89398" y="12749"/>
                </a:lnTo>
                <a:close/>
                <a:moveTo>
                  <a:pt x="89398" y="34933"/>
                </a:moveTo>
                <a:lnTo>
                  <a:pt x="89398" y="27490"/>
                </a:lnTo>
                <a:lnTo>
                  <a:pt x="63735" y="27490"/>
                </a:lnTo>
                <a:lnTo>
                  <a:pt x="63735" y="34933"/>
                </a:lnTo>
                <a:close/>
                <a:moveTo>
                  <a:pt x="117869" y="73180"/>
                </a:moveTo>
                <a:lnTo>
                  <a:pt x="107608" y="73180"/>
                </a:lnTo>
                <a:lnTo>
                  <a:pt x="107608" y="5471"/>
                </a:lnTo>
                <a:lnTo>
                  <a:pt x="142211" y="5471"/>
                </a:lnTo>
                <a:lnTo>
                  <a:pt x="143697" y="4965"/>
                </a:lnTo>
                <a:lnTo>
                  <a:pt x="150975" y="8785"/>
                </a:lnTo>
                <a:cubicBezTo>
                  <a:pt x="146670" y="16888"/>
                  <a:pt x="142211" y="24507"/>
                  <a:pt x="137400" y="31960"/>
                </a:cubicBezTo>
                <a:cubicBezTo>
                  <a:pt x="146670" y="39073"/>
                  <a:pt x="151140" y="45865"/>
                  <a:pt x="151140" y="51822"/>
                </a:cubicBezTo>
                <a:cubicBezTo>
                  <a:pt x="151522" y="56632"/>
                  <a:pt x="149148" y="61247"/>
                  <a:pt x="145018" y="63745"/>
                </a:cubicBezTo>
                <a:cubicBezTo>
                  <a:pt x="142758" y="64953"/>
                  <a:pt x="140290" y="65748"/>
                  <a:pt x="137741" y="66057"/>
                </a:cubicBezTo>
                <a:cubicBezTo>
                  <a:pt x="133601" y="66388"/>
                  <a:pt x="129451" y="66388"/>
                  <a:pt x="125322" y="66057"/>
                </a:cubicBezTo>
                <a:cubicBezTo>
                  <a:pt x="124991" y="62898"/>
                  <a:pt x="123846" y="59874"/>
                  <a:pt x="122008" y="57283"/>
                </a:cubicBezTo>
                <a:cubicBezTo>
                  <a:pt x="125921" y="57665"/>
                  <a:pt x="129854" y="57716"/>
                  <a:pt x="133766" y="57448"/>
                </a:cubicBezTo>
                <a:cubicBezTo>
                  <a:pt x="135294" y="57468"/>
                  <a:pt x="136812" y="57180"/>
                  <a:pt x="138236" y="56622"/>
                </a:cubicBezTo>
                <a:cubicBezTo>
                  <a:pt x="140353" y="55414"/>
                  <a:pt x="141581" y="53092"/>
                  <a:pt x="141375" y="50666"/>
                </a:cubicBezTo>
                <a:cubicBezTo>
                  <a:pt x="141220" y="45865"/>
                  <a:pt x="136915" y="40725"/>
                  <a:pt x="126974" y="33612"/>
                </a:cubicBezTo>
                <a:cubicBezTo>
                  <a:pt x="130783" y="26830"/>
                  <a:pt x="134097" y="20202"/>
                  <a:pt x="136915" y="14401"/>
                </a:cubicBezTo>
                <a:lnTo>
                  <a:pt x="117869" y="14401"/>
                </a:ln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BE126C51-1F88-BF8F-2790-931C862379C1}"/>
              </a:ext>
            </a:extLst>
          </p:cNvPr>
          <p:cNvSpPr/>
          <p:nvPr/>
        </p:nvSpPr>
        <p:spPr>
          <a:xfrm>
            <a:off x="8281900" y="5121946"/>
            <a:ext cx="136574" cy="138732"/>
          </a:xfrm>
          <a:custGeom>
            <a:avLst/>
            <a:gdLst>
              <a:gd name="connsiteX0" fmla="*/ 86084 w 136574"/>
              <a:gd name="connsiteY0" fmla="*/ 32611 h 138732"/>
              <a:gd name="connsiteX1" fmla="*/ 86424 w 136574"/>
              <a:gd name="connsiteY1" fmla="*/ 59430 h 138732"/>
              <a:gd name="connsiteX2" fmla="*/ 91720 w 136574"/>
              <a:gd name="connsiteY2" fmla="*/ 80458 h 138732"/>
              <a:gd name="connsiteX3" fmla="*/ 42882 w 136574"/>
              <a:gd name="connsiteY3" fmla="*/ 138732 h 138732"/>
              <a:gd name="connsiteX4" fmla="*/ 31454 w 136574"/>
              <a:gd name="connsiteY4" fmla="*/ 127645 h 138732"/>
              <a:gd name="connsiteX5" fmla="*/ 74997 w 136574"/>
              <a:gd name="connsiteY5" fmla="*/ 99164 h 138732"/>
              <a:gd name="connsiteX6" fmla="*/ 60927 w 136574"/>
              <a:gd name="connsiteY6" fmla="*/ 103303 h 138732"/>
              <a:gd name="connsiteX7" fmla="*/ 33767 w 136574"/>
              <a:gd name="connsiteY7" fmla="*/ 77671 h 138732"/>
              <a:gd name="connsiteX8" fmla="*/ 33777 w 136574"/>
              <a:gd name="connsiteY8" fmla="*/ 75823 h 138732"/>
              <a:gd name="connsiteX9" fmla="*/ 62744 w 136574"/>
              <a:gd name="connsiteY9" fmla="*/ 47187 h 138732"/>
              <a:gd name="connsiteX10" fmla="*/ 73675 w 136574"/>
              <a:gd name="connsiteY10" fmla="*/ 49004 h 138732"/>
              <a:gd name="connsiteX11" fmla="*/ 73510 w 136574"/>
              <a:gd name="connsiteY11" fmla="*/ 32776 h 138732"/>
              <a:gd name="connsiteX12" fmla="*/ 330 w 136574"/>
              <a:gd name="connsiteY12" fmla="*/ 35594 h 138732"/>
              <a:gd name="connsiteX13" fmla="*/ 0 w 136574"/>
              <a:gd name="connsiteY13" fmla="*/ 22680 h 138732"/>
              <a:gd name="connsiteX14" fmla="*/ 73335 w 136574"/>
              <a:gd name="connsiteY14" fmla="*/ 21028 h 138732"/>
              <a:gd name="connsiteX15" fmla="*/ 73004 w 136574"/>
              <a:gd name="connsiteY15" fmla="*/ 10272 h 138732"/>
              <a:gd name="connsiteX16" fmla="*/ 72013 w 136574"/>
              <a:gd name="connsiteY16" fmla="*/ 0 h 138732"/>
              <a:gd name="connsiteX17" fmla="*/ 87085 w 136574"/>
              <a:gd name="connsiteY17" fmla="*/ 0 h 138732"/>
              <a:gd name="connsiteX18" fmla="*/ 86249 w 136574"/>
              <a:gd name="connsiteY18" fmla="*/ 10272 h 138732"/>
              <a:gd name="connsiteX19" fmla="*/ 86084 w 136574"/>
              <a:gd name="connsiteY19" fmla="*/ 20863 h 138732"/>
              <a:gd name="connsiteX20" fmla="*/ 88572 w 136574"/>
              <a:gd name="connsiteY20" fmla="*/ 20863 h 138732"/>
              <a:gd name="connsiteX21" fmla="*/ 136574 w 136574"/>
              <a:gd name="connsiteY21" fmla="*/ 21028 h 138732"/>
              <a:gd name="connsiteX22" fmla="*/ 136419 w 136574"/>
              <a:gd name="connsiteY22" fmla="*/ 33447 h 138732"/>
              <a:gd name="connsiteX23" fmla="*/ 88241 w 136574"/>
              <a:gd name="connsiteY23" fmla="*/ 32611 h 138732"/>
              <a:gd name="connsiteX24" fmla="*/ 77309 w 136574"/>
              <a:gd name="connsiteY24" fmla="*/ 68545 h 138732"/>
              <a:gd name="connsiteX25" fmla="*/ 62744 w 136574"/>
              <a:gd name="connsiteY25" fmla="*/ 58439 h 138732"/>
              <a:gd name="connsiteX26" fmla="*/ 46185 w 136574"/>
              <a:gd name="connsiteY26" fmla="*/ 75173 h 138732"/>
              <a:gd name="connsiteX27" fmla="*/ 46196 w 136574"/>
              <a:gd name="connsiteY27" fmla="*/ 75658 h 138732"/>
              <a:gd name="connsiteX28" fmla="*/ 61463 w 136574"/>
              <a:gd name="connsiteY28" fmla="*/ 91907 h 138732"/>
              <a:gd name="connsiteX29" fmla="*/ 62909 w 136574"/>
              <a:gd name="connsiteY29" fmla="*/ 91886 h 138732"/>
              <a:gd name="connsiteX30" fmla="*/ 77309 w 136574"/>
              <a:gd name="connsiteY30" fmla="*/ 68545 h 138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36574" h="138732">
                <a:moveTo>
                  <a:pt x="86084" y="32611"/>
                </a:moveTo>
                <a:cubicBezTo>
                  <a:pt x="86084" y="41891"/>
                  <a:pt x="86249" y="51987"/>
                  <a:pt x="86424" y="59430"/>
                </a:cubicBezTo>
                <a:cubicBezTo>
                  <a:pt x="90089" y="65820"/>
                  <a:pt x="91917" y="73098"/>
                  <a:pt x="91720" y="80458"/>
                </a:cubicBezTo>
                <a:cubicBezTo>
                  <a:pt x="91720" y="102643"/>
                  <a:pt x="80953" y="127315"/>
                  <a:pt x="42882" y="138732"/>
                </a:cubicBezTo>
                <a:lnTo>
                  <a:pt x="31454" y="127645"/>
                </a:lnTo>
                <a:cubicBezTo>
                  <a:pt x="52978" y="122679"/>
                  <a:pt x="68205" y="113740"/>
                  <a:pt x="74997" y="99164"/>
                </a:cubicBezTo>
                <a:cubicBezTo>
                  <a:pt x="70868" y="102013"/>
                  <a:pt x="65933" y="103458"/>
                  <a:pt x="60927" y="103303"/>
                </a:cubicBezTo>
                <a:cubicBezTo>
                  <a:pt x="46351" y="103726"/>
                  <a:pt x="34190" y="92247"/>
                  <a:pt x="33767" y="77671"/>
                </a:cubicBezTo>
                <a:cubicBezTo>
                  <a:pt x="33746" y="77062"/>
                  <a:pt x="33746" y="76443"/>
                  <a:pt x="33777" y="75823"/>
                </a:cubicBezTo>
                <a:cubicBezTo>
                  <a:pt x="33880" y="59926"/>
                  <a:pt x="46836" y="47104"/>
                  <a:pt x="62744" y="47187"/>
                </a:cubicBezTo>
                <a:cubicBezTo>
                  <a:pt x="66460" y="47166"/>
                  <a:pt x="70155" y="47786"/>
                  <a:pt x="73675" y="49004"/>
                </a:cubicBezTo>
                <a:cubicBezTo>
                  <a:pt x="73675" y="44204"/>
                  <a:pt x="73675" y="38412"/>
                  <a:pt x="73510" y="32776"/>
                </a:cubicBezTo>
                <a:cubicBezTo>
                  <a:pt x="48673" y="32941"/>
                  <a:pt x="20863" y="34108"/>
                  <a:pt x="330" y="35594"/>
                </a:cubicBezTo>
                <a:lnTo>
                  <a:pt x="0" y="22680"/>
                </a:lnTo>
                <a:cubicBezTo>
                  <a:pt x="18210" y="22350"/>
                  <a:pt x="49003" y="21358"/>
                  <a:pt x="73335" y="21028"/>
                </a:cubicBezTo>
                <a:cubicBezTo>
                  <a:pt x="73335" y="16393"/>
                  <a:pt x="73169" y="12584"/>
                  <a:pt x="73004" y="10272"/>
                </a:cubicBezTo>
                <a:cubicBezTo>
                  <a:pt x="72850" y="6793"/>
                  <a:pt x="72344" y="1982"/>
                  <a:pt x="72013" y="0"/>
                </a:cubicBezTo>
                <a:lnTo>
                  <a:pt x="87085" y="0"/>
                </a:lnTo>
                <a:lnTo>
                  <a:pt x="86249" y="10272"/>
                </a:lnTo>
                <a:cubicBezTo>
                  <a:pt x="86249" y="12749"/>
                  <a:pt x="86084" y="16558"/>
                  <a:pt x="86084" y="20863"/>
                </a:cubicBezTo>
                <a:lnTo>
                  <a:pt x="88572" y="20863"/>
                </a:lnTo>
                <a:cubicBezTo>
                  <a:pt x="108433" y="20863"/>
                  <a:pt x="128636" y="21028"/>
                  <a:pt x="136574" y="21028"/>
                </a:cubicBezTo>
                <a:lnTo>
                  <a:pt x="136419" y="33447"/>
                </a:lnTo>
                <a:cubicBezTo>
                  <a:pt x="127139" y="32941"/>
                  <a:pt x="112243" y="32611"/>
                  <a:pt x="88241" y="32611"/>
                </a:cubicBezTo>
                <a:close/>
                <a:moveTo>
                  <a:pt x="77309" y="68545"/>
                </a:moveTo>
                <a:cubicBezTo>
                  <a:pt x="75307" y="62259"/>
                  <a:pt x="69330" y="58119"/>
                  <a:pt x="62744" y="58439"/>
                </a:cubicBezTo>
                <a:cubicBezTo>
                  <a:pt x="53556" y="58491"/>
                  <a:pt x="46134" y="65975"/>
                  <a:pt x="46185" y="75173"/>
                </a:cubicBezTo>
                <a:cubicBezTo>
                  <a:pt x="46185" y="75338"/>
                  <a:pt x="46185" y="75493"/>
                  <a:pt x="46196" y="75658"/>
                </a:cubicBezTo>
                <a:cubicBezTo>
                  <a:pt x="45927" y="84360"/>
                  <a:pt x="52761" y="91638"/>
                  <a:pt x="61463" y="91907"/>
                </a:cubicBezTo>
                <a:cubicBezTo>
                  <a:pt x="61949" y="91917"/>
                  <a:pt x="62434" y="91917"/>
                  <a:pt x="62909" y="91886"/>
                </a:cubicBezTo>
                <a:cubicBezTo>
                  <a:pt x="72509" y="91886"/>
                  <a:pt x="78806" y="84102"/>
                  <a:pt x="77309" y="68545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C91EB8C7-04A8-6F25-9C10-29D2378C6558}"/>
              </a:ext>
            </a:extLst>
          </p:cNvPr>
          <p:cNvSpPr/>
          <p:nvPr/>
        </p:nvSpPr>
        <p:spPr>
          <a:xfrm>
            <a:off x="8449825" y="5128078"/>
            <a:ext cx="122503" cy="130948"/>
          </a:xfrm>
          <a:custGeom>
            <a:avLst/>
            <a:gdLst>
              <a:gd name="connsiteX0" fmla="*/ 105120 w 122503"/>
              <a:gd name="connsiteY0" fmla="*/ 9590 h 130948"/>
              <a:gd name="connsiteX1" fmla="*/ 96015 w 122503"/>
              <a:gd name="connsiteY1" fmla="*/ 15887 h 130948"/>
              <a:gd name="connsiteX2" fmla="*/ 53308 w 122503"/>
              <a:gd name="connsiteY2" fmla="*/ 51977 h 130948"/>
              <a:gd name="connsiteX3" fmla="*/ 75493 w 122503"/>
              <a:gd name="connsiteY3" fmla="*/ 48508 h 130948"/>
              <a:gd name="connsiteX4" fmla="*/ 122504 w 122503"/>
              <a:gd name="connsiteY4" fmla="*/ 87240 h 130948"/>
              <a:gd name="connsiteX5" fmla="*/ 65882 w 122503"/>
              <a:gd name="connsiteY5" fmla="*/ 130948 h 130948"/>
              <a:gd name="connsiteX6" fmla="*/ 29792 w 122503"/>
              <a:gd name="connsiteY6" fmla="*/ 107442 h 130948"/>
              <a:gd name="connsiteX7" fmla="*/ 54712 w 122503"/>
              <a:gd name="connsiteY7" fmla="*/ 85878 h 130948"/>
              <a:gd name="connsiteX8" fmla="*/ 55125 w 122503"/>
              <a:gd name="connsiteY8" fmla="*/ 85919 h 130948"/>
              <a:gd name="connsiteX9" fmla="*/ 88892 w 122503"/>
              <a:gd name="connsiteY9" fmla="*/ 114885 h 130948"/>
              <a:gd name="connsiteX10" fmla="*/ 109259 w 122503"/>
              <a:gd name="connsiteY10" fmla="*/ 87075 h 130948"/>
              <a:gd name="connsiteX11" fmla="*/ 72344 w 122503"/>
              <a:gd name="connsiteY11" fmla="*/ 59265 h 130948"/>
              <a:gd name="connsiteX12" fmla="*/ 9600 w 122503"/>
              <a:gd name="connsiteY12" fmla="*/ 91875 h 130948"/>
              <a:gd name="connsiteX13" fmla="*/ 0 w 122503"/>
              <a:gd name="connsiteY13" fmla="*/ 82110 h 130948"/>
              <a:gd name="connsiteX14" fmla="*/ 44193 w 122503"/>
              <a:gd name="connsiteY14" fmla="*/ 45359 h 130948"/>
              <a:gd name="connsiteX15" fmla="*/ 81779 w 122503"/>
              <a:gd name="connsiteY15" fmla="*/ 13234 h 130948"/>
              <a:gd name="connsiteX16" fmla="*/ 32445 w 122503"/>
              <a:gd name="connsiteY16" fmla="*/ 15557 h 130948"/>
              <a:gd name="connsiteX17" fmla="*/ 21348 w 122503"/>
              <a:gd name="connsiteY17" fmla="*/ 16548 h 130948"/>
              <a:gd name="connsiteX18" fmla="*/ 21018 w 122503"/>
              <a:gd name="connsiteY18" fmla="*/ 2808 h 130948"/>
              <a:gd name="connsiteX19" fmla="*/ 32611 w 122503"/>
              <a:gd name="connsiteY19" fmla="*/ 3303 h 130948"/>
              <a:gd name="connsiteX20" fmla="*/ 88572 w 122503"/>
              <a:gd name="connsiteY20" fmla="*/ 1321 h 130948"/>
              <a:gd name="connsiteX21" fmla="*/ 97502 w 122503"/>
              <a:gd name="connsiteY21" fmla="*/ 0 h 130948"/>
              <a:gd name="connsiteX22" fmla="*/ 76814 w 122503"/>
              <a:gd name="connsiteY22" fmla="*/ 118034 h 130948"/>
              <a:gd name="connsiteX23" fmla="*/ 55125 w 122503"/>
              <a:gd name="connsiteY23" fmla="*/ 96180 h 130948"/>
              <a:gd name="connsiteX24" fmla="*/ 42046 w 122503"/>
              <a:gd name="connsiteY24" fmla="*/ 106276 h 130948"/>
              <a:gd name="connsiteX25" fmla="*/ 63735 w 122503"/>
              <a:gd name="connsiteY25" fmla="*/ 119025 h 130948"/>
              <a:gd name="connsiteX26" fmla="*/ 76814 w 122503"/>
              <a:gd name="connsiteY26" fmla="*/ 118034 h 130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22503" h="130948">
                <a:moveTo>
                  <a:pt x="105120" y="9590"/>
                </a:moveTo>
                <a:cubicBezTo>
                  <a:pt x="102147" y="11582"/>
                  <a:pt x="98503" y="14070"/>
                  <a:pt x="96015" y="15887"/>
                </a:cubicBezTo>
                <a:cubicBezTo>
                  <a:pt x="87901" y="22019"/>
                  <a:pt x="65882" y="41385"/>
                  <a:pt x="53308" y="51977"/>
                </a:cubicBezTo>
                <a:cubicBezTo>
                  <a:pt x="60462" y="49633"/>
                  <a:pt x="67957" y="48457"/>
                  <a:pt x="75493" y="48508"/>
                </a:cubicBezTo>
                <a:cubicBezTo>
                  <a:pt x="102807" y="48498"/>
                  <a:pt x="122504" y="65056"/>
                  <a:pt x="122504" y="87240"/>
                </a:cubicBezTo>
                <a:cubicBezTo>
                  <a:pt x="122504" y="113729"/>
                  <a:pt x="100485" y="130948"/>
                  <a:pt x="65882" y="130948"/>
                </a:cubicBezTo>
                <a:cubicBezTo>
                  <a:pt x="43532" y="130948"/>
                  <a:pt x="29792" y="121007"/>
                  <a:pt x="29792" y="107442"/>
                </a:cubicBezTo>
                <a:cubicBezTo>
                  <a:pt x="30722" y="94601"/>
                  <a:pt x="41881" y="84949"/>
                  <a:pt x="54712" y="85878"/>
                </a:cubicBezTo>
                <a:cubicBezTo>
                  <a:pt x="54846" y="85888"/>
                  <a:pt x="54991" y="85898"/>
                  <a:pt x="55125" y="85919"/>
                </a:cubicBezTo>
                <a:cubicBezTo>
                  <a:pt x="72292" y="85072"/>
                  <a:pt x="87117" y="97801"/>
                  <a:pt x="88892" y="114885"/>
                </a:cubicBezTo>
                <a:cubicBezTo>
                  <a:pt x="101135" y="111210"/>
                  <a:pt x="109456" y="99855"/>
                  <a:pt x="109259" y="87075"/>
                </a:cubicBezTo>
                <a:cubicBezTo>
                  <a:pt x="109259" y="71012"/>
                  <a:pt x="93032" y="59265"/>
                  <a:pt x="72344" y="59265"/>
                </a:cubicBezTo>
                <a:cubicBezTo>
                  <a:pt x="45359" y="59265"/>
                  <a:pt x="30453" y="70682"/>
                  <a:pt x="9600" y="91875"/>
                </a:cubicBezTo>
                <a:lnTo>
                  <a:pt x="0" y="82110"/>
                </a:lnTo>
                <a:cubicBezTo>
                  <a:pt x="13575" y="70857"/>
                  <a:pt x="34603" y="53298"/>
                  <a:pt x="44193" y="45359"/>
                </a:cubicBezTo>
                <a:cubicBezTo>
                  <a:pt x="53308" y="37741"/>
                  <a:pt x="73665" y="20522"/>
                  <a:pt x="81779" y="13234"/>
                </a:cubicBezTo>
                <a:cubicBezTo>
                  <a:pt x="73170" y="13575"/>
                  <a:pt x="40890" y="15061"/>
                  <a:pt x="32445" y="15557"/>
                </a:cubicBezTo>
                <a:cubicBezTo>
                  <a:pt x="28729" y="15629"/>
                  <a:pt x="25023" y="15959"/>
                  <a:pt x="21348" y="16548"/>
                </a:cubicBezTo>
                <a:lnTo>
                  <a:pt x="21018" y="2808"/>
                </a:lnTo>
                <a:cubicBezTo>
                  <a:pt x="24868" y="3211"/>
                  <a:pt x="28739" y="3376"/>
                  <a:pt x="32611" y="3303"/>
                </a:cubicBezTo>
                <a:cubicBezTo>
                  <a:pt x="41055" y="3303"/>
                  <a:pt x="79963" y="2147"/>
                  <a:pt x="88572" y="1321"/>
                </a:cubicBezTo>
                <a:cubicBezTo>
                  <a:pt x="91576" y="1105"/>
                  <a:pt x="94570" y="661"/>
                  <a:pt x="97502" y="0"/>
                </a:cubicBezTo>
                <a:close/>
                <a:moveTo>
                  <a:pt x="76814" y="118034"/>
                </a:moveTo>
                <a:cubicBezTo>
                  <a:pt x="76794" y="106039"/>
                  <a:pt x="67121" y="96294"/>
                  <a:pt x="55125" y="96180"/>
                </a:cubicBezTo>
                <a:cubicBezTo>
                  <a:pt x="47672" y="96180"/>
                  <a:pt x="42046" y="100650"/>
                  <a:pt x="42046" y="106276"/>
                </a:cubicBezTo>
                <a:cubicBezTo>
                  <a:pt x="42046" y="114390"/>
                  <a:pt x="51481" y="119025"/>
                  <a:pt x="63735" y="119025"/>
                </a:cubicBezTo>
                <a:cubicBezTo>
                  <a:pt x="68112" y="119046"/>
                  <a:pt x="72489" y="118715"/>
                  <a:pt x="76814" y="118034"/>
                </a:cubicBezTo>
                <a:close/>
              </a:path>
            </a:pathLst>
          </a:custGeom>
          <a:solidFill>
            <a:schemeClr val="tx1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AB9194B3-80AD-1258-1752-90EA68618F6F}"/>
              </a:ext>
            </a:extLst>
          </p:cNvPr>
          <p:cNvSpPr/>
          <p:nvPr/>
        </p:nvSpPr>
        <p:spPr>
          <a:xfrm>
            <a:off x="3909985" y="3699168"/>
            <a:ext cx="154876" cy="374232"/>
          </a:xfrm>
          <a:custGeom>
            <a:avLst/>
            <a:gdLst>
              <a:gd name="connsiteX0" fmla="*/ 0 w 154876"/>
              <a:gd name="connsiteY0" fmla="*/ 10 h 374232"/>
              <a:gd name="connsiteX1" fmla="*/ 77454 w 154876"/>
              <a:gd name="connsiteY1" fmla="*/ 374232 h 374232"/>
              <a:gd name="connsiteX2" fmla="*/ 154877 w 154876"/>
              <a:gd name="connsiteY2" fmla="*/ 0 h 37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876" h="374232">
                <a:moveTo>
                  <a:pt x="0" y="10"/>
                </a:moveTo>
                <a:lnTo>
                  <a:pt x="77454" y="374232"/>
                </a:lnTo>
                <a:lnTo>
                  <a:pt x="154877" y="0"/>
                </a:lnTo>
              </a:path>
            </a:pathLst>
          </a:custGeom>
          <a:solidFill>
            <a:srgbClr val="EB5F53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02" name="フリーフォーム: 図形 101">
            <a:extLst>
              <a:ext uri="{FF2B5EF4-FFF2-40B4-BE49-F238E27FC236}">
                <a16:creationId xmlns:a16="http://schemas.microsoft.com/office/drawing/2014/main" id="{AB9E0D5B-C132-AF2A-C593-C445863F5E16}"/>
              </a:ext>
            </a:extLst>
          </p:cNvPr>
          <p:cNvSpPr/>
          <p:nvPr/>
        </p:nvSpPr>
        <p:spPr>
          <a:xfrm>
            <a:off x="6020145" y="3699168"/>
            <a:ext cx="154876" cy="374232"/>
          </a:xfrm>
          <a:custGeom>
            <a:avLst/>
            <a:gdLst>
              <a:gd name="connsiteX0" fmla="*/ 0 w 154876"/>
              <a:gd name="connsiteY0" fmla="*/ 10 h 374232"/>
              <a:gd name="connsiteX1" fmla="*/ 77444 w 154876"/>
              <a:gd name="connsiteY1" fmla="*/ 374232 h 374232"/>
              <a:gd name="connsiteX2" fmla="*/ 154877 w 154876"/>
              <a:gd name="connsiteY2" fmla="*/ 0 h 37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876" h="374232">
                <a:moveTo>
                  <a:pt x="0" y="10"/>
                </a:moveTo>
                <a:lnTo>
                  <a:pt x="77444" y="374232"/>
                </a:lnTo>
                <a:lnTo>
                  <a:pt x="154877" y="0"/>
                </a:lnTo>
              </a:path>
            </a:pathLst>
          </a:custGeom>
          <a:solidFill>
            <a:srgbClr val="EB5F53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03" name="フリーフォーム: 図形 102">
            <a:extLst>
              <a:ext uri="{FF2B5EF4-FFF2-40B4-BE49-F238E27FC236}">
                <a16:creationId xmlns:a16="http://schemas.microsoft.com/office/drawing/2014/main" id="{0A0D5F2A-B390-38F8-60A4-29E0234EC324}"/>
              </a:ext>
            </a:extLst>
          </p:cNvPr>
          <p:cNvSpPr/>
          <p:nvPr/>
        </p:nvSpPr>
        <p:spPr>
          <a:xfrm>
            <a:off x="8187908" y="3699168"/>
            <a:ext cx="154876" cy="374232"/>
          </a:xfrm>
          <a:custGeom>
            <a:avLst/>
            <a:gdLst>
              <a:gd name="connsiteX0" fmla="*/ 0 w 154876"/>
              <a:gd name="connsiteY0" fmla="*/ 10 h 374232"/>
              <a:gd name="connsiteX1" fmla="*/ 77454 w 154876"/>
              <a:gd name="connsiteY1" fmla="*/ 374232 h 374232"/>
              <a:gd name="connsiteX2" fmla="*/ 154877 w 154876"/>
              <a:gd name="connsiteY2" fmla="*/ 0 h 37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876" h="374232">
                <a:moveTo>
                  <a:pt x="0" y="10"/>
                </a:moveTo>
                <a:lnTo>
                  <a:pt x="77454" y="374232"/>
                </a:lnTo>
                <a:lnTo>
                  <a:pt x="154877" y="0"/>
                </a:lnTo>
              </a:path>
            </a:pathLst>
          </a:custGeom>
          <a:solidFill>
            <a:srgbClr val="EB5F53"/>
          </a:solidFill>
          <a:ln w="10317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39848E3-9721-3B1D-761C-5A0BB16ECEE1}"/>
              </a:ext>
            </a:extLst>
          </p:cNvPr>
          <p:cNvSpPr txBox="1"/>
          <p:nvPr/>
        </p:nvSpPr>
        <p:spPr>
          <a:xfrm>
            <a:off x="7193280" y="6314008"/>
            <a:ext cx="43033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1050" dirty="0"/>
              <a:t>画像引用：</a:t>
            </a:r>
            <a:r>
              <a:rPr kumimoji="1" lang="en-US" altLang="ja-JP" sz="1050" dirty="0"/>
              <a:t>https://tsutawarudesign.com/yomiyasuku.html</a:t>
            </a:r>
            <a:endParaRPr kumimoji="1" lang="ja-JP" altLang="en-US" sz="1050" dirty="0"/>
          </a:p>
        </p:txBody>
      </p:sp>
      <p:sp>
        <p:nvSpPr>
          <p:cNvPr id="104" name="スライド番号プレースホルダー 103">
            <a:extLst>
              <a:ext uri="{FF2B5EF4-FFF2-40B4-BE49-F238E27FC236}">
                <a16:creationId xmlns:a16="http://schemas.microsoft.com/office/drawing/2014/main" id="{2AD7929C-265B-7852-4E52-167813CB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6081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BAEAB4AE-4C35-DBD7-EA2C-0983A44CDDE6}"/>
              </a:ext>
            </a:extLst>
          </p:cNvPr>
          <p:cNvSpPr/>
          <p:nvPr/>
        </p:nvSpPr>
        <p:spPr>
          <a:xfrm rot="10800000">
            <a:off x="5196000" y="3069363"/>
            <a:ext cx="1800000" cy="1440000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8686E95-E1C9-8909-FD90-4C9BEAD13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資料の読みやすさとは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0137E07-233A-4B34-BA1C-2C4F326F1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C7D8516B-0D56-5FD5-8515-00112EE52231}"/>
              </a:ext>
            </a:extLst>
          </p:cNvPr>
          <p:cNvSpPr>
            <a:spLocks noChangeAspect="1"/>
          </p:cNvSpPr>
          <p:nvPr/>
        </p:nvSpPr>
        <p:spPr>
          <a:xfrm>
            <a:off x="3810000" y="1774813"/>
            <a:ext cx="1800000" cy="180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2400" b="1" dirty="0"/>
              <a:t>レイアウト</a:t>
            </a: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F8971E0-B8D6-3868-07F6-9EFF7751DC4F}"/>
              </a:ext>
            </a:extLst>
          </p:cNvPr>
          <p:cNvSpPr>
            <a:spLocks noChangeAspect="1"/>
          </p:cNvSpPr>
          <p:nvPr/>
        </p:nvSpPr>
        <p:spPr>
          <a:xfrm>
            <a:off x="6581999" y="1769301"/>
            <a:ext cx="1800000" cy="180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2400" b="1" dirty="0"/>
              <a:t>フォント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0AB6C745-0A95-DA0E-2FC2-2AE48FD9612D}"/>
              </a:ext>
            </a:extLst>
          </p:cNvPr>
          <p:cNvSpPr>
            <a:spLocks noChangeAspect="1"/>
          </p:cNvSpPr>
          <p:nvPr/>
        </p:nvSpPr>
        <p:spPr>
          <a:xfrm>
            <a:off x="5195999" y="4149838"/>
            <a:ext cx="1800000" cy="180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2400" b="1" dirty="0"/>
              <a:t>配色</a:t>
            </a:r>
          </a:p>
        </p:txBody>
      </p:sp>
    </p:spTree>
    <p:extLst>
      <p:ext uri="{BB962C8B-B14F-4D97-AF65-F5344CB8AC3E}">
        <p14:creationId xmlns:p14="http://schemas.microsoft.com/office/powerpoint/2010/main" val="1672204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98D675-E33E-DA5B-8AF6-17259122B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レイアウト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DF0F85C-AABB-D1E2-F9CF-B7311446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6EB4844-21ED-97F1-2F22-C295C15CDF23}"/>
              </a:ext>
            </a:extLst>
          </p:cNvPr>
          <p:cNvSpPr txBox="1"/>
          <p:nvPr/>
        </p:nvSpPr>
        <p:spPr>
          <a:xfrm>
            <a:off x="3547866" y="2538613"/>
            <a:ext cx="5096267" cy="161313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571500" indent="-571500">
              <a:lnSpc>
                <a:spcPct val="150000"/>
              </a:lnSpc>
              <a:buFont typeface="BIZ UDPゴシック" panose="020B0400000000000000" pitchFamily="50" charset="-128"/>
              <a:buChar char="▶"/>
            </a:pPr>
            <a:r>
              <a:rPr kumimoji="1" lang="ja-JP" altLang="en-US" sz="3600" dirty="0"/>
              <a:t>デザイン</a:t>
            </a:r>
            <a:r>
              <a:rPr kumimoji="1" lang="en-US" altLang="ja-JP" sz="3600" dirty="0"/>
              <a:t>4</a:t>
            </a:r>
            <a:r>
              <a:rPr kumimoji="1" lang="ja-JP" altLang="en-US" sz="3600" dirty="0"/>
              <a:t>原則を守る</a:t>
            </a:r>
            <a:endParaRPr kumimoji="1" lang="en-US" altLang="ja-JP" sz="3600" dirty="0"/>
          </a:p>
          <a:p>
            <a:pPr marL="571500" indent="-571500">
              <a:lnSpc>
                <a:spcPct val="150000"/>
              </a:lnSpc>
              <a:buFont typeface="BIZ UDPゴシック" panose="020B0400000000000000" pitchFamily="50" charset="-128"/>
              <a:buChar char="▶"/>
            </a:pPr>
            <a:r>
              <a:rPr lang="ja-JP" altLang="en-US" sz="3600" dirty="0"/>
              <a:t>余白を取る</a:t>
            </a:r>
            <a:endParaRPr kumimoji="1"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2985267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22D9B6-4BA3-243F-387B-CE698C3C5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レイアウト</a:t>
            </a:r>
            <a:r>
              <a:rPr kumimoji="1" lang="en-US" altLang="ja-JP" dirty="0"/>
              <a:t> – </a:t>
            </a:r>
            <a:r>
              <a:rPr kumimoji="1" lang="ja-JP" altLang="en-US" dirty="0"/>
              <a:t>デザインの</a:t>
            </a:r>
            <a:r>
              <a:rPr kumimoji="1" lang="en-US" altLang="ja-JP" dirty="0"/>
              <a:t>4</a:t>
            </a:r>
            <a:r>
              <a:rPr kumimoji="1" lang="ja-JP" altLang="en-US" dirty="0"/>
              <a:t>原則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F903B2E-96EE-2DF0-2108-D9AFFEA51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4563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3210B5-7688-EDCB-3989-F515392C1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フォント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658EC75-D213-8F17-5939-1339AD1D6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26175B3-E2E6-6082-47EE-148AF36C62E0}"/>
              </a:ext>
            </a:extLst>
          </p:cNvPr>
          <p:cNvSpPr txBox="1"/>
          <p:nvPr/>
        </p:nvSpPr>
        <p:spPr>
          <a:xfrm>
            <a:off x="2016383" y="2523373"/>
            <a:ext cx="8164415" cy="161313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571500" indent="-571500">
              <a:lnSpc>
                <a:spcPct val="150000"/>
              </a:lnSpc>
              <a:buFont typeface="BIZ UDPゴシック" panose="020B0400000000000000" pitchFamily="50" charset="-128"/>
              <a:buChar char="▶"/>
            </a:pPr>
            <a:r>
              <a:rPr kumimoji="1" lang="ja-JP" altLang="en-US" sz="3600" dirty="0"/>
              <a:t>長文は明朝体 </a:t>
            </a:r>
            <a:r>
              <a:rPr kumimoji="1" lang="en-US" altLang="ja-JP" sz="3600" dirty="0"/>
              <a:t>/ </a:t>
            </a:r>
            <a:r>
              <a:rPr lang="ja-JP" altLang="en-US" sz="3600" dirty="0"/>
              <a:t>短文はゴシック体</a:t>
            </a:r>
            <a:endParaRPr lang="en-US" altLang="ja-JP" sz="3600" dirty="0"/>
          </a:p>
          <a:p>
            <a:pPr marL="571500" indent="-571500">
              <a:lnSpc>
                <a:spcPct val="150000"/>
              </a:lnSpc>
              <a:buFont typeface="BIZ UDPゴシック" panose="020B0400000000000000" pitchFamily="50" charset="-128"/>
              <a:buChar char="▶"/>
            </a:pPr>
            <a:r>
              <a:rPr kumimoji="1" lang="ja-JP" altLang="en-US" sz="3600" dirty="0"/>
              <a:t>ぼやけても読みやすいフォントを使う</a:t>
            </a:r>
            <a:endParaRPr kumimoji="1"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749781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BCCF90-939E-B7E2-3AAD-B47A108EA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1CF36E-94DF-C471-E0E1-860F3D1C9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7002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56784F-FBDE-3424-C8FE-273600E76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配色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CE6B44D-D235-DDA4-5DEC-4891A6DBA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FF7D7D3-BFB4-24F3-FF3D-11241796B4E3}"/>
              </a:ext>
            </a:extLst>
          </p:cNvPr>
          <p:cNvSpPr txBox="1"/>
          <p:nvPr/>
        </p:nvSpPr>
        <p:spPr>
          <a:xfrm>
            <a:off x="2963571" y="2214554"/>
            <a:ext cx="6264857" cy="24441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571500" indent="-571500">
              <a:lnSpc>
                <a:spcPct val="150000"/>
              </a:lnSpc>
              <a:buFont typeface="BIZ UDPゴシック" panose="020B0400000000000000" pitchFamily="50" charset="-128"/>
              <a:buChar char="▶"/>
            </a:pPr>
            <a:r>
              <a:rPr lang="ja-JP" altLang="en-US" sz="3600" dirty="0"/>
              <a:t>彩度と明度の低い色を選ぶ</a:t>
            </a:r>
            <a:endParaRPr lang="en-US" altLang="ja-JP" sz="3600" dirty="0"/>
          </a:p>
          <a:p>
            <a:pPr marL="571500" indent="-571500">
              <a:lnSpc>
                <a:spcPct val="150000"/>
              </a:lnSpc>
              <a:buFont typeface="BIZ UDPゴシック" panose="020B0400000000000000" pitchFamily="50" charset="-128"/>
              <a:buChar char="▶"/>
            </a:pPr>
            <a:r>
              <a:rPr kumimoji="1" lang="ja-JP" altLang="en-US" sz="3600" dirty="0"/>
              <a:t>色数は最低限に</a:t>
            </a:r>
            <a:endParaRPr kumimoji="1" lang="en-US" altLang="ja-JP" sz="3600" dirty="0"/>
          </a:p>
          <a:p>
            <a:pPr marL="571500" indent="-571500">
              <a:lnSpc>
                <a:spcPct val="150000"/>
              </a:lnSpc>
              <a:buFont typeface="BIZ UDPゴシック" panose="020B0400000000000000" pitchFamily="50" charset="-128"/>
              <a:buChar char="▶"/>
            </a:pPr>
            <a:r>
              <a:rPr lang="ja-JP" altLang="en-US" sz="3600" dirty="0"/>
              <a:t>コントラストをつける</a:t>
            </a:r>
            <a:endParaRPr kumimoji="1"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3347068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F559F6-6DF5-5008-35AE-90586364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配色 </a:t>
            </a:r>
            <a:r>
              <a:rPr kumimoji="1" lang="en-US" altLang="ja-JP" dirty="0"/>
              <a:t>– </a:t>
            </a:r>
            <a:r>
              <a:rPr lang="ja-JP" altLang="en-US" dirty="0"/>
              <a:t>彩度と明度の低い色を選ぶ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926C5C9-BFC7-56CD-94CB-E2637ABA0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12</a:t>
            </a:fld>
            <a:endParaRPr kumimoji="1" lang="ja-JP" altLang="en-US"/>
          </a:p>
        </p:txBody>
      </p:sp>
      <p:grpSp>
        <p:nvGrpSpPr>
          <p:cNvPr id="481" name="グループ化 480">
            <a:extLst>
              <a:ext uri="{FF2B5EF4-FFF2-40B4-BE49-F238E27FC236}">
                <a16:creationId xmlns:a16="http://schemas.microsoft.com/office/drawing/2014/main" id="{11558CF1-D233-3B51-F6F3-D70416402B94}"/>
              </a:ext>
            </a:extLst>
          </p:cNvPr>
          <p:cNvGrpSpPr/>
          <p:nvPr/>
        </p:nvGrpSpPr>
        <p:grpSpPr>
          <a:xfrm>
            <a:off x="3106880" y="1719672"/>
            <a:ext cx="5995163" cy="4357801"/>
            <a:chOff x="3106880" y="1719672"/>
            <a:chExt cx="5995163" cy="4357801"/>
          </a:xfrm>
        </p:grpSpPr>
        <p:sp>
          <p:nvSpPr>
            <p:cNvPr id="463" name="フリーフォーム: 図形 462">
              <a:extLst>
                <a:ext uri="{FF2B5EF4-FFF2-40B4-BE49-F238E27FC236}">
                  <a16:creationId xmlns:a16="http://schemas.microsoft.com/office/drawing/2014/main" id="{32655D0D-5FFD-5835-E7A9-3B6058A293BD}"/>
                </a:ext>
              </a:extLst>
            </p:cNvPr>
            <p:cNvSpPr/>
            <p:nvPr/>
          </p:nvSpPr>
          <p:spPr>
            <a:xfrm>
              <a:off x="3106880" y="4943541"/>
              <a:ext cx="1133935" cy="1133932"/>
            </a:xfrm>
            <a:custGeom>
              <a:avLst/>
              <a:gdLst>
                <a:gd name="connsiteX0" fmla="*/ 1133935 w 1133935"/>
                <a:gd name="connsiteY0" fmla="*/ 566947 h 1133932"/>
                <a:gd name="connsiteX1" fmla="*/ 566979 w 1133935"/>
                <a:gd name="connsiteY1" fmla="*/ 1133932 h 1133932"/>
                <a:gd name="connsiteX2" fmla="*/ 0 w 1133935"/>
                <a:gd name="connsiteY2" fmla="*/ 566976 h 1133932"/>
                <a:gd name="connsiteX3" fmla="*/ 566950 w 1133935"/>
                <a:gd name="connsiteY3" fmla="*/ 0 h 1133932"/>
                <a:gd name="connsiteX4" fmla="*/ 566969 w 1133935"/>
                <a:gd name="connsiteY4" fmla="*/ 0 h 1133932"/>
                <a:gd name="connsiteX5" fmla="*/ 1133935 w 1133935"/>
                <a:gd name="connsiteY5" fmla="*/ 566947 h 1133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3935" h="1133932">
                  <a:moveTo>
                    <a:pt x="1133935" y="566947"/>
                  </a:moveTo>
                  <a:cubicBezTo>
                    <a:pt x="1133935" y="880072"/>
                    <a:pt x="880103" y="1133923"/>
                    <a:pt x="566979" y="1133932"/>
                  </a:cubicBezTo>
                  <a:cubicBezTo>
                    <a:pt x="253853" y="1133932"/>
                    <a:pt x="8" y="880101"/>
                    <a:pt x="0" y="566976"/>
                  </a:cubicBezTo>
                  <a:cubicBezTo>
                    <a:pt x="-8" y="253851"/>
                    <a:pt x="253826" y="10"/>
                    <a:pt x="566950" y="0"/>
                  </a:cubicBezTo>
                  <a:cubicBezTo>
                    <a:pt x="566960" y="0"/>
                    <a:pt x="566960" y="0"/>
                    <a:pt x="566969" y="0"/>
                  </a:cubicBezTo>
                  <a:cubicBezTo>
                    <a:pt x="880094" y="0"/>
                    <a:pt x="1133926" y="253832"/>
                    <a:pt x="1133935" y="566947"/>
                  </a:cubicBezTo>
                  <a:close/>
                </a:path>
              </a:pathLst>
            </a:custGeom>
            <a:solidFill>
              <a:srgbClr val="BEB7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69" name="フリーフォーム: 図形 468">
              <a:extLst>
                <a:ext uri="{FF2B5EF4-FFF2-40B4-BE49-F238E27FC236}">
                  <a16:creationId xmlns:a16="http://schemas.microsoft.com/office/drawing/2014/main" id="{3030C5C6-4FB1-53FD-BDBA-99F283F0241B}"/>
                </a:ext>
              </a:extLst>
            </p:cNvPr>
            <p:cNvSpPr/>
            <p:nvPr/>
          </p:nvSpPr>
          <p:spPr>
            <a:xfrm>
              <a:off x="3222973" y="5059612"/>
              <a:ext cx="901750" cy="901750"/>
            </a:xfrm>
            <a:custGeom>
              <a:avLst/>
              <a:gdLst>
                <a:gd name="connsiteX0" fmla="*/ 901751 w 901750"/>
                <a:gd name="connsiteY0" fmla="*/ 450875 h 901750"/>
                <a:gd name="connsiteX1" fmla="*/ 450875 w 901750"/>
                <a:gd name="connsiteY1" fmla="*/ 901751 h 901750"/>
                <a:gd name="connsiteX2" fmla="*/ 0 w 901750"/>
                <a:gd name="connsiteY2" fmla="*/ 450875 h 901750"/>
                <a:gd name="connsiteX3" fmla="*/ 450875 w 901750"/>
                <a:gd name="connsiteY3" fmla="*/ 0 h 901750"/>
                <a:gd name="connsiteX4" fmla="*/ 901751 w 901750"/>
                <a:gd name="connsiteY4" fmla="*/ 450875 h 90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1750" h="901750">
                  <a:moveTo>
                    <a:pt x="901751" y="450875"/>
                  </a:moveTo>
                  <a:cubicBezTo>
                    <a:pt x="901751" y="699888"/>
                    <a:pt x="699887" y="901751"/>
                    <a:pt x="450875" y="901751"/>
                  </a:cubicBezTo>
                  <a:cubicBezTo>
                    <a:pt x="201864" y="901751"/>
                    <a:pt x="1" y="699888"/>
                    <a:pt x="0" y="450875"/>
                  </a:cubicBezTo>
                  <a:cubicBezTo>
                    <a:pt x="-1" y="201873"/>
                    <a:pt x="201863" y="0"/>
                    <a:pt x="450875" y="0"/>
                  </a:cubicBezTo>
                  <a:cubicBezTo>
                    <a:pt x="699878" y="19"/>
                    <a:pt x="901732" y="201873"/>
                    <a:pt x="901751" y="450875"/>
                  </a:cubicBezTo>
                  <a:close/>
                </a:path>
              </a:pathLst>
            </a:custGeom>
            <a:solidFill>
              <a:srgbClr val="FFFF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62" name="フリーフォーム: 図形 461">
              <a:extLst>
                <a:ext uri="{FF2B5EF4-FFF2-40B4-BE49-F238E27FC236}">
                  <a16:creationId xmlns:a16="http://schemas.microsoft.com/office/drawing/2014/main" id="{D12EA90E-671C-8D08-07E5-9558DC6AAA94}"/>
                </a:ext>
              </a:extLst>
            </p:cNvPr>
            <p:cNvSpPr/>
            <p:nvPr/>
          </p:nvSpPr>
          <p:spPr>
            <a:xfrm>
              <a:off x="3106880" y="3298459"/>
              <a:ext cx="1133935" cy="1133932"/>
            </a:xfrm>
            <a:custGeom>
              <a:avLst/>
              <a:gdLst>
                <a:gd name="connsiteX0" fmla="*/ 1133935 w 1133935"/>
                <a:gd name="connsiteY0" fmla="*/ 566966 h 1133932"/>
                <a:gd name="connsiteX1" fmla="*/ 566969 w 1133935"/>
                <a:gd name="connsiteY1" fmla="*/ 1133932 h 1133932"/>
                <a:gd name="connsiteX2" fmla="*/ 0 w 1133935"/>
                <a:gd name="connsiteY2" fmla="*/ 566966 h 1133932"/>
                <a:gd name="connsiteX3" fmla="*/ 566969 w 1133935"/>
                <a:gd name="connsiteY3" fmla="*/ 0 h 1133932"/>
                <a:gd name="connsiteX4" fmla="*/ 1133926 w 1133935"/>
                <a:gd name="connsiteY4" fmla="*/ 566957 h 1133932"/>
                <a:gd name="connsiteX5" fmla="*/ 1133926 w 1133935"/>
                <a:gd name="connsiteY5" fmla="*/ 566966 h 1133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3935" h="1133932">
                  <a:moveTo>
                    <a:pt x="1133935" y="566966"/>
                  </a:moveTo>
                  <a:cubicBezTo>
                    <a:pt x="1133935" y="880091"/>
                    <a:pt x="880094" y="1133932"/>
                    <a:pt x="566969" y="1133932"/>
                  </a:cubicBezTo>
                  <a:cubicBezTo>
                    <a:pt x="253839" y="1133932"/>
                    <a:pt x="0" y="880091"/>
                    <a:pt x="0" y="566966"/>
                  </a:cubicBezTo>
                  <a:cubicBezTo>
                    <a:pt x="0" y="253841"/>
                    <a:pt x="253839" y="0"/>
                    <a:pt x="566969" y="0"/>
                  </a:cubicBezTo>
                  <a:cubicBezTo>
                    <a:pt x="880084" y="0"/>
                    <a:pt x="1133926" y="253832"/>
                    <a:pt x="1133926" y="566957"/>
                  </a:cubicBezTo>
                  <a:cubicBezTo>
                    <a:pt x="1133926" y="566957"/>
                    <a:pt x="1133926" y="566966"/>
                    <a:pt x="1133926" y="566966"/>
                  </a:cubicBezTo>
                  <a:close/>
                </a:path>
              </a:pathLst>
            </a:custGeom>
            <a:solidFill>
              <a:srgbClr val="BEB7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67" name="フリーフォーム: 図形 466">
              <a:extLst>
                <a:ext uri="{FF2B5EF4-FFF2-40B4-BE49-F238E27FC236}">
                  <a16:creationId xmlns:a16="http://schemas.microsoft.com/office/drawing/2014/main" id="{C4E93F2E-3B9D-8164-5896-06A76D19DD79}"/>
                </a:ext>
              </a:extLst>
            </p:cNvPr>
            <p:cNvSpPr/>
            <p:nvPr/>
          </p:nvSpPr>
          <p:spPr>
            <a:xfrm>
              <a:off x="3222973" y="3414540"/>
              <a:ext cx="901750" cy="901750"/>
            </a:xfrm>
            <a:custGeom>
              <a:avLst/>
              <a:gdLst>
                <a:gd name="connsiteX0" fmla="*/ 901751 w 901750"/>
                <a:gd name="connsiteY0" fmla="*/ 450885 h 901750"/>
                <a:gd name="connsiteX1" fmla="*/ 450866 w 901750"/>
                <a:gd name="connsiteY1" fmla="*/ 901751 h 901750"/>
                <a:gd name="connsiteX2" fmla="*/ 0 w 901750"/>
                <a:gd name="connsiteY2" fmla="*/ 450866 h 901750"/>
                <a:gd name="connsiteX3" fmla="*/ 450875 w 901750"/>
                <a:gd name="connsiteY3" fmla="*/ 0 h 901750"/>
                <a:gd name="connsiteX4" fmla="*/ 901751 w 901750"/>
                <a:gd name="connsiteY4" fmla="*/ 450885 h 90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1750" h="901750">
                  <a:moveTo>
                    <a:pt x="901751" y="450885"/>
                  </a:moveTo>
                  <a:cubicBezTo>
                    <a:pt x="901741" y="699897"/>
                    <a:pt x="699878" y="901751"/>
                    <a:pt x="450866" y="901751"/>
                  </a:cubicBezTo>
                  <a:cubicBezTo>
                    <a:pt x="201856" y="901741"/>
                    <a:pt x="-5" y="699878"/>
                    <a:pt x="0" y="450866"/>
                  </a:cubicBezTo>
                  <a:cubicBezTo>
                    <a:pt x="5" y="201854"/>
                    <a:pt x="201868" y="0"/>
                    <a:pt x="450875" y="0"/>
                  </a:cubicBezTo>
                  <a:cubicBezTo>
                    <a:pt x="699887" y="10"/>
                    <a:pt x="901751" y="201873"/>
                    <a:pt x="901751" y="450885"/>
                  </a:cubicBezTo>
                  <a:close/>
                </a:path>
              </a:pathLst>
            </a:custGeom>
            <a:solidFill>
              <a:srgbClr val="FFFF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dirty="0"/>
            </a:p>
          </p:txBody>
        </p:sp>
        <p:sp>
          <p:nvSpPr>
            <p:cNvPr id="461" name="フリーフォーム: 図形 460">
              <a:extLst>
                <a:ext uri="{FF2B5EF4-FFF2-40B4-BE49-F238E27FC236}">
                  <a16:creationId xmlns:a16="http://schemas.microsoft.com/office/drawing/2014/main" id="{CC8F0014-4CDE-0C9B-05FB-C1B871822288}"/>
                </a:ext>
              </a:extLst>
            </p:cNvPr>
            <p:cNvSpPr/>
            <p:nvPr/>
          </p:nvSpPr>
          <p:spPr>
            <a:xfrm>
              <a:off x="3106880" y="1719672"/>
              <a:ext cx="1133935" cy="1133928"/>
            </a:xfrm>
            <a:custGeom>
              <a:avLst/>
              <a:gdLst>
                <a:gd name="connsiteX0" fmla="*/ 1133935 w 1133935"/>
                <a:gd name="connsiteY0" fmla="*/ 566962 h 1133928"/>
                <a:gd name="connsiteX1" fmla="*/ 566969 w 1133935"/>
                <a:gd name="connsiteY1" fmla="*/ 1133929 h 1133928"/>
                <a:gd name="connsiteX2" fmla="*/ 0 w 1133935"/>
                <a:gd name="connsiteY2" fmla="*/ 566972 h 1133928"/>
                <a:gd name="connsiteX3" fmla="*/ 566960 w 1133935"/>
                <a:gd name="connsiteY3" fmla="*/ 0 h 1133928"/>
                <a:gd name="connsiteX4" fmla="*/ 566969 w 1133935"/>
                <a:gd name="connsiteY4" fmla="*/ 0 h 1133928"/>
                <a:gd name="connsiteX5" fmla="*/ 1133935 w 1133935"/>
                <a:gd name="connsiteY5" fmla="*/ 566953 h 1133928"/>
                <a:gd name="connsiteX6" fmla="*/ 1133935 w 1133935"/>
                <a:gd name="connsiteY6" fmla="*/ 566962 h 1133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3935" h="1133928">
                  <a:moveTo>
                    <a:pt x="1133935" y="566962"/>
                  </a:moveTo>
                  <a:cubicBezTo>
                    <a:pt x="1133935" y="880087"/>
                    <a:pt x="880094" y="1133929"/>
                    <a:pt x="566969" y="1133929"/>
                  </a:cubicBezTo>
                  <a:cubicBezTo>
                    <a:pt x="253843" y="1133929"/>
                    <a:pt x="2" y="880097"/>
                    <a:pt x="0" y="566972"/>
                  </a:cubicBezTo>
                  <a:cubicBezTo>
                    <a:pt x="-2" y="253843"/>
                    <a:pt x="253836" y="2"/>
                    <a:pt x="566960" y="0"/>
                  </a:cubicBezTo>
                  <a:cubicBezTo>
                    <a:pt x="566960" y="0"/>
                    <a:pt x="566969" y="0"/>
                    <a:pt x="566969" y="0"/>
                  </a:cubicBezTo>
                  <a:cubicBezTo>
                    <a:pt x="880094" y="-3"/>
                    <a:pt x="1133926" y="253830"/>
                    <a:pt x="1133935" y="566953"/>
                  </a:cubicBezTo>
                  <a:cubicBezTo>
                    <a:pt x="1133935" y="566953"/>
                    <a:pt x="1133935" y="566962"/>
                    <a:pt x="1133935" y="566962"/>
                  </a:cubicBezTo>
                  <a:close/>
                </a:path>
              </a:pathLst>
            </a:custGeom>
            <a:solidFill>
              <a:srgbClr val="BEB7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65" name="フリーフォーム: 図形 464">
              <a:extLst>
                <a:ext uri="{FF2B5EF4-FFF2-40B4-BE49-F238E27FC236}">
                  <a16:creationId xmlns:a16="http://schemas.microsoft.com/office/drawing/2014/main" id="{51C9A65C-A865-5A23-F6AD-B242252B274C}"/>
                </a:ext>
              </a:extLst>
            </p:cNvPr>
            <p:cNvSpPr/>
            <p:nvPr/>
          </p:nvSpPr>
          <p:spPr>
            <a:xfrm rot="16329479">
              <a:off x="3222962" y="1835748"/>
              <a:ext cx="901775" cy="901775"/>
            </a:xfrm>
            <a:custGeom>
              <a:avLst/>
              <a:gdLst>
                <a:gd name="connsiteX0" fmla="*/ 901776 w 901775"/>
                <a:gd name="connsiteY0" fmla="*/ 450888 h 901775"/>
                <a:gd name="connsiteX1" fmla="*/ 450888 w 901775"/>
                <a:gd name="connsiteY1" fmla="*/ 901776 h 901775"/>
                <a:gd name="connsiteX2" fmla="*/ 0 w 901775"/>
                <a:gd name="connsiteY2" fmla="*/ 450888 h 901775"/>
                <a:gd name="connsiteX3" fmla="*/ 450888 w 901775"/>
                <a:gd name="connsiteY3" fmla="*/ 0 h 901775"/>
                <a:gd name="connsiteX4" fmla="*/ 901776 w 901775"/>
                <a:gd name="connsiteY4" fmla="*/ 450888 h 901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1775" h="901775">
                  <a:moveTo>
                    <a:pt x="901776" y="450888"/>
                  </a:moveTo>
                  <a:cubicBezTo>
                    <a:pt x="901776" y="699906"/>
                    <a:pt x="699906" y="901776"/>
                    <a:pt x="450888" y="901776"/>
                  </a:cubicBezTo>
                  <a:cubicBezTo>
                    <a:pt x="201869" y="901776"/>
                    <a:pt x="0" y="699906"/>
                    <a:pt x="0" y="450888"/>
                  </a:cubicBezTo>
                  <a:cubicBezTo>
                    <a:pt x="0" y="201869"/>
                    <a:pt x="201869" y="0"/>
                    <a:pt x="450888" y="0"/>
                  </a:cubicBezTo>
                  <a:cubicBezTo>
                    <a:pt x="699906" y="0"/>
                    <a:pt x="901776" y="201869"/>
                    <a:pt x="901776" y="450888"/>
                  </a:cubicBezTo>
                  <a:close/>
                </a:path>
              </a:pathLst>
            </a:custGeom>
            <a:solidFill>
              <a:srgbClr val="FFFF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" name="フリーフォーム: 図形 6">
              <a:extLst>
                <a:ext uri="{FF2B5EF4-FFF2-40B4-BE49-F238E27FC236}">
                  <a16:creationId xmlns:a16="http://schemas.microsoft.com/office/drawing/2014/main" id="{938E62F2-F581-43A9-B64C-13D8ACCDEE09}"/>
                </a:ext>
              </a:extLst>
            </p:cNvPr>
            <p:cNvSpPr/>
            <p:nvPr/>
          </p:nvSpPr>
          <p:spPr>
            <a:xfrm>
              <a:off x="4479311" y="2002816"/>
              <a:ext cx="385241" cy="565942"/>
            </a:xfrm>
            <a:custGeom>
              <a:avLst/>
              <a:gdLst>
                <a:gd name="connsiteX0" fmla="*/ 0 w 385241"/>
                <a:gd name="connsiteY0" fmla="*/ 0 h 565942"/>
                <a:gd name="connsiteX1" fmla="*/ 385242 w 385241"/>
                <a:gd name="connsiteY1" fmla="*/ 0 h 565942"/>
                <a:gd name="connsiteX2" fmla="*/ 385242 w 385241"/>
                <a:gd name="connsiteY2" fmla="*/ 565942 h 565942"/>
                <a:gd name="connsiteX3" fmla="*/ 0 w 385241"/>
                <a:gd name="connsiteY3" fmla="*/ 565942 h 565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42">
                  <a:moveTo>
                    <a:pt x="0" y="0"/>
                  </a:moveTo>
                  <a:lnTo>
                    <a:pt x="385242" y="0"/>
                  </a:lnTo>
                  <a:lnTo>
                    <a:pt x="385242" y="565942"/>
                  </a:lnTo>
                  <a:lnTo>
                    <a:pt x="0" y="565942"/>
                  </a:lnTo>
                  <a:close/>
                </a:path>
              </a:pathLst>
            </a:custGeom>
            <a:solidFill>
              <a:srgbClr val="D73F1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B4C75D5B-C763-2754-1B39-ECB037AD5061}"/>
                </a:ext>
              </a:extLst>
            </p:cNvPr>
            <p:cNvSpPr/>
            <p:nvPr/>
          </p:nvSpPr>
          <p:spPr>
            <a:xfrm>
              <a:off x="4864550" y="2002816"/>
              <a:ext cx="385222" cy="565942"/>
            </a:xfrm>
            <a:custGeom>
              <a:avLst/>
              <a:gdLst>
                <a:gd name="connsiteX0" fmla="*/ 0 w 385222"/>
                <a:gd name="connsiteY0" fmla="*/ 0 h 565942"/>
                <a:gd name="connsiteX1" fmla="*/ 385223 w 385222"/>
                <a:gd name="connsiteY1" fmla="*/ 0 h 565942"/>
                <a:gd name="connsiteX2" fmla="*/ 385223 w 385222"/>
                <a:gd name="connsiteY2" fmla="*/ 565942 h 565942"/>
                <a:gd name="connsiteX3" fmla="*/ 0 w 385222"/>
                <a:gd name="connsiteY3" fmla="*/ 565942 h 565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22" h="565942">
                  <a:moveTo>
                    <a:pt x="0" y="0"/>
                  </a:moveTo>
                  <a:lnTo>
                    <a:pt x="385223" y="0"/>
                  </a:lnTo>
                  <a:lnTo>
                    <a:pt x="385223" y="565942"/>
                  </a:lnTo>
                  <a:lnTo>
                    <a:pt x="0" y="565942"/>
                  </a:lnTo>
                  <a:close/>
                </a:path>
              </a:pathLst>
            </a:custGeom>
            <a:solidFill>
              <a:srgbClr val="E89C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780A09FD-7D4D-2BDA-2EB9-8222128F27E2}"/>
                </a:ext>
              </a:extLst>
            </p:cNvPr>
            <p:cNvSpPr/>
            <p:nvPr/>
          </p:nvSpPr>
          <p:spPr>
            <a:xfrm>
              <a:off x="5249770" y="2002816"/>
              <a:ext cx="385204" cy="565942"/>
            </a:xfrm>
            <a:custGeom>
              <a:avLst/>
              <a:gdLst>
                <a:gd name="connsiteX0" fmla="*/ 0 w 385204"/>
                <a:gd name="connsiteY0" fmla="*/ 0 h 565942"/>
                <a:gd name="connsiteX1" fmla="*/ 385204 w 385204"/>
                <a:gd name="connsiteY1" fmla="*/ 0 h 565942"/>
                <a:gd name="connsiteX2" fmla="*/ 385204 w 385204"/>
                <a:gd name="connsiteY2" fmla="*/ 565942 h 565942"/>
                <a:gd name="connsiteX3" fmla="*/ 0 w 385204"/>
                <a:gd name="connsiteY3" fmla="*/ 565942 h 565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04" h="565942">
                  <a:moveTo>
                    <a:pt x="0" y="0"/>
                  </a:moveTo>
                  <a:lnTo>
                    <a:pt x="385204" y="0"/>
                  </a:lnTo>
                  <a:lnTo>
                    <a:pt x="385204" y="565942"/>
                  </a:lnTo>
                  <a:lnTo>
                    <a:pt x="0" y="565942"/>
                  </a:lnTo>
                  <a:close/>
                </a:path>
              </a:pathLst>
            </a:custGeom>
            <a:solidFill>
              <a:srgbClr val="E3D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C3A2DCA3-17C5-D7EF-7E9E-B9C38187506E}"/>
                </a:ext>
              </a:extLst>
            </p:cNvPr>
            <p:cNvSpPr/>
            <p:nvPr/>
          </p:nvSpPr>
          <p:spPr>
            <a:xfrm>
              <a:off x="5634980" y="2002816"/>
              <a:ext cx="385223" cy="565942"/>
            </a:xfrm>
            <a:custGeom>
              <a:avLst/>
              <a:gdLst>
                <a:gd name="connsiteX0" fmla="*/ 0 w 385223"/>
                <a:gd name="connsiteY0" fmla="*/ 0 h 565942"/>
                <a:gd name="connsiteX1" fmla="*/ 385223 w 385223"/>
                <a:gd name="connsiteY1" fmla="*/ 0 h 565942"/>
                <a:gd name="connsiteX2" fmla="*/ 385223 w 385223"/>
                <a:gd name="connsiteY2" fmla="*/ 565942 h 565942"/>
                <a:gd name="connsiteX3" fmla="*/ 0 w 385223"/>
                <a:gd name="connsiteY3" fmla="*/ 565942 h 565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23" h="565942">
                  <a:moveTo>
                    <a:pt x="0" y="0"/>
                  </a:moveTo>
                  <a:lnTo>
                    <a:pt x="385223" y="0"/>
                  </a:lnTo>
                  <a:lnTo>
                    <a:pt x="385223" y="565942"/>
                  </a:lnTo>
                  <a:lnTo>
                    <a:pt x="0" y="565942"/>
                  </a:lnTo>
                  <a:close/>
                </a:path>
              </a:pathLst>
            </a:custGeom>
            <a:solidFill>
              <a:srgbClr val="BDCD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B8B1C554-7633-63B0-5675-3D8343325B59}"/>
                </a:ext>
              </a:extLst>
            </p:cNvPr>
            <p:cNvSpPr/>
            <p:nvPr/>
          </p:nvSpPr>
          <p:spPr>
            <a:xfrm>
              <a:off x="6020199" y="2002816"/>
              <a:ext cx="385223" cy="565942"/>
            </a:xfrm>
            <a:custGeom>
              <a:avLst/>
              <a:gdLst>
                <a:gd name="connsiteX0" fmla="*/ 0 w 385223"/>
                <a:gd name="connsiteY0" fmla="*/ 0 h 565942"/>
                <a:gd name="connsiteX1" fmla="*/ 385223 w 385223"/>
                <a:gd name="connsiteY1" fmla="*/ 0 h 565942"/>
                <a:gd name="connsiteX2" fmla="*/ 385223 w 385223"/>
                <a:gd name="connsiteY2" fmla="*/ 565942 h 565942"/>
                <a:gd name="connsiteX3" fmla="*/ 0 w 385223"/>
                <a:gd name="connsiteY3" fmla="*/ 565942 h 565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23" h="565942">
                  <a:moveTo>
                    <a:pt x="0" y="0"/>
                  </a:moveTo>
                  <a:lnTo>
                    <a:pt x="385223" y="0"/>
                  </a:lnTo>
                  <a:lnTo>
                    <a:pt x="385223" y="565942"/>
                  </a:lnTo>
                  <a:lnTo>
                    <a:pt x="0" y="565942"/>
                  </a:lnTo>
                  <a:close/>
                </a:path>
              </a:pathLst>
            </a:custGeom>
            <a:solidFill>
              <a:srgbClr val="5FA9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7BB3677-7243-E59C-27ED-9263C1C05A96}"/>
                </a:ext>
              </a:extLst>
            </p:cNvPr>
            <p:cNvSpPr/>
            <p:nvPr/>
          </p:nvSpPr>
          <p:spPr>
            <a:xfrm>
              <a:off x="6405419" y="2002816"/>
              <a:ext cx="385231" cy="565942"/>
            </a:xfrm>
            <a:custGeom>
              <a:avLst/>
              <a:gdLst>
                <a:gd name="connsiteX0" fmla="*/ 0 w 385231"/>
                <a:gd name="connsiteY0" fmla="*/ 0 h 565942"/>
                <a:gd name="connsiteX1" fmla="*/ 385232 w 385231"/>
                <a:gd name="connsiteY1" fmla="*/ 0 h 565942"/>
                <a:gd name="connsiteX2" fmla="*/ 385232 w 385231"/>
                <a:gd name="connsiteY2" fmla="*/ 565942 h 565942"/>
                <a:gd name="connsiteX3" fmla="*/ 0 w 385231"/>
                <a:gd name="connsiteY3" fmla="*/ 565942 h 565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31" h="565942">
                  <a:moveTo>
                    <a:pt x="0" y="0"/>
                  </a:moveTo>
                  <a:lnTo>
                    <a:pt x="385232" y="0"/>
                  </a:lnTo>
                  <a:lnTo>
                    <a:pt x="385232" y="565942"/>
                  </a:lnTo>
                  <a:lnTo>
                    <a:pt x="0" y="565942"/>
                  </a:lnTo>
                  <a:close/>
                </a:path>
              </a:pathLst>
            </a:custGeom>
            <a:solidFill>
              <a:srgbClr val="61B18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03098D7A-3561-1F68-8E6C-3630CE1A8C17}"/>
                </a:ext>
              </a:extLst>
            </p:cNvPr>
            <p:cNvSpPr/>
            <p:nvPr/>
          </p:nvSpPr>
          <p:spPr>
            <a:xfrm>
              <a:off x="6790657" y="2002816"/>
              <a:ext cx="385231" cy="565942"/>
            </a:xfrm>
            <a:custGeom>
              <a:avLst/>
              <a:gdLst>
                <a:gd name="connsiteX0" fmla="*/ 0 w 385231"/>
                <a:gd name="connsiteY0" fmla="*/ 0 h 565942"/>
                <a:gd name="connsiteX1" fmla="*/ 385232 w 385231"/>
                <a:gd name="connsiteY1" fmla="*/ 0 h 565942"/>
                <a:gd name="connsiteX2" fmla="*/ 385232 w 385231"/>
                <a:gd name="connsiteY2" fmla="*/ 565942 h 565942"/>
                <a:gd name="connsiteX3" fmla="*/ 0 w 385231"/>
                <a:gd name="connsiteY3" fmla="*/ 565942 h 565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31" h="565942">
                  <a:moveTo>
                    <a:pt x="0" y="0"/>
                  </a:moveTo>
                  <a:lnTo>
                    <a:pt x="385232" y="0"/>
                  </a:lnTo>
                  <a:lnTo>
                    <a:pt x="385232" y="565942"/>
                  </a:lnTo>
                  <a:lnTo>
                    <a:pt x="0" y="565942"/>
                  </a:lnTo>
                  <a:close/>
                </a:path>
              </a:pathLst>
            </a:custGeom>
            <a:solidFill>
              <a:srgbClr val="69B9C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96F7D24-FE76-7F48-321F-2A9871F522FE}"/>
                </a:ext>
              </a:extLst>
            </p:cNvPr>
            <p:cNvSpPr/>
            <p:nvPr/>
          </p:nvSpPr>
          <p:spPr>
            <a:xfrm>
              <a:off x="7175887" y="2002816"/>
              <a:ext cx="385232" cy="565942"/>
            </a:xfrm>
            <a:custGeom>
              <a:avLst/>
              <a:gdLst>
                <a:gd name="connsiteX0" fmla="*/ 0 w 385232"/>
                <a:gd name="connsiteY0" fmla="*/ 0 h 565942"/>
                <a:gd name="connsiteX1" fmla="*/ 385233 w 385232"/>
                <a:gd name="connsiteY1" fmla="*/ 0 h 565942"/>
                <a:gd name="connsiteX2" fmla="*/ 385233 w 385232"/>
                <a:gd name="connsiteY2" fmla="*/ 565942 h 565942"/>
                <a:gd name="connsiteX3" fmla="*/ 0 w 385232"/>
                <a:gd name="connsiteY3" fmla="*/ 565942 h 565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32" h="565942">
                  <a:moveTo>
                    <a:pt x="0" y="0"/>
                  </a:moveTo>
                  <a:lnTo>
                    <a:pt x="385233" y="0"/>
                  </a:lnTo>
                  <a:lnTo>
                    <a:pt x="385233" y="565942"/>
                  </a:lnTo>
                  <a:lnTo>
                    <a:pt x="0" y="565942"/>
                  </a:lnTo>
                  <a:close/>
                </a:path>
              </a:pathLst>
            </a:custGeom>
            <a:solidFill>
              <a:srgbClr val="3391C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8646A5B1-D5DA-A871-2C35-0CB768E5A5FA}"/>
                </a:ext>
              </a:extLst>
            </p:cNvPr>
            <p:cNvSpPr/>
            <p:nvPr/>
          </p:nvSpPr>
          <p:spPr>
            <a:xfrm>
              <a:off x="7561116" y="2002816"/>
              <a:ext cx="385231" cy="565942"/>
            </a:xfrm>
            <a:custGeom>
              <a:avLst/>
              <a:gdLst>
                <a:gd name="connsiteX0" fmla="*/ 0 w 385231"/>
                <a:gd name="connsiteY0" fmla="*/ 0 h 565942"/>
                <a:gd name="connsiteX1" fmla="*/ 385232 w 385231"/>
                <a:gd name="connsiteY1" fmla="*/ 0 h 565942"/>
                <a:gd name="connsiteX2" fmla="*/ 385232 w 385231"/>
                <a:gd name="connsiteY2" fmla="*/ 565942 h 565942"/>
                <a:gd name="connsiteX3" fmla="*/ 0 w 385231"/>
                <a:gd name="connsiteY3" fmla="*/ 565942 h 565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31" h="565942">
                  <a:moveTo>
                    <a:pt x="0" y="0"/>
                  </a:moveTo>
                  <a:lnTo>
                    <a:pt x="385232" y="0"/>
                  </a:lnTo>
                  <a:lnTo>
                    <a:pt x="385232" y="565942"/>
                  </a:lnTo>
                  <a:lnTo>
                    <a:pt x="0" y="565942"/>
                  </a:lnTo>
                  <a:close/>
                </a:path>
              </a:pathLst>
            </a:custGeom>
            <a:solidFill>
              <a:srgbClr val="214B9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FED0B6DF-B842-6859-4A82-A8F512B3D3EB}"/>
                </a:ext>
              </a:extLst>
            </p:cNvPr>
            <p:cNvSpPr/>
            <p:nvPr/>
          </p:nvSpPr>
          <p:spPr>
            <a:xfrm>
              <a:off x="7946354" y="2002816"/>
              <a:ext cx="385213" cy="565942"/>
            </a:xfrm>
            <a:custGeom>
              <a:avLst/>
              <a:gdLst>
                <a:gd name="connsiteX0" fmla="*/ 0 w 385213"/>
                <a:gd name="connsiteY0" fmla="*/ 0 h 565942"/>
                <a:gd name="connsiteX1" fmla="*/ 385214 w 385213"/>
                <a:gd name="connsiteY1" fmla="*/ 0 h 565942"/>
                <a:gd name="connsiteX2" fmla="*/ 385214 w 385213"/>
                <a:gd name="connsiteY2" fmla="*/ 565942 h 565942"/>
                <a:gd name="connsiteX3" fmla="*/ 0 w 385213"/>
                <a:gd name="connsiteY3" fmla="*/ 565942 h 565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13" h="565942">
                  <a:moveTo>
                    <a:pt x="0" y="0"/>
                  </a:moveTo>
                  <a:lnTo>
                    <a:pt x="385214" y="0"/>
                  </a:lnTo>
                  <a:lnTo>
                    <a:pt x="385214" y="565942"/>
                  </a:lnTo>
                  <a:lnTo>
                    <a:pt x="0" y="565942"/>
                  </a:lnTo>
                  <a:close/>
                </a:path>
              </a:pathLst>
            </a:custGeom>
            <a:solidFill>
              <a:srgbClr val="6E4A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" name="フリーフォーム: 図形 16">
              <a:extLst>
                <a:ext uri="{FF2B5EF4-FFF2-40B4-BE49-F238E27FC236}">
                  <a16:creationId xmlns:a16="http://schemas.microsoft.com/office/drawing/2014/main" id="{00784771-902E-6280-5BFA-4F4A3B2B2F74}"/>
                </a:ext>
              </a:extLst>
            </p:cNvPr>
            <p:cNvSpPr/>
            <p:nvPr/>
          </p:nvSpPr>
          <p:spPr>
            <a:xfrm>
              <a:off x="8331564" y="2002816"/>
              <a:ext cx="385213" cy="565942"/>
            </a:xfrm>
            <a:custGeom>
              <a:avLst/>
              <a:gdLst>
                <a:gd name="connsiteX0" fmla="*/ 0 w 385213"/>
                <a:gd name="connsiteY0" fmla="*/ 0 h 565942"/>
                <a:gd name="connsiteX1" fmla="*/ 385214 w 385213"/>
                <a:gd name="connsiteY1" fmla="*/ 0 h 565942"/>
                <a:gd name="connsiteX2" fmla="*/ 385214 w 385213"/>
                <a:gd name="connsiteY2" fmla="*/ 565942 h 565942"/>
                <a:gd name="connsiteX3" fmla="*/ 0 w 385213"/>
                <a:gd name="connsiteY3" fmla="*/ 565942 h 565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13" h="565942">
                  <a:moveTo>
                    <a:pt x="0" y="0"/>
                  </a:moveTo>
                  <a:lnTo>
                    <a:pt x="385214" y="0"/>
                  </a:lnTo>
                  <a:lnTo>
                    <a:pt x="385214" y="565942"/>
                  </a:lnTo>
                  <a:lnTo>
                    <a:pt x="0" y="565942"/>
                  </a:lnTo>
                  <a:close/>
                </a:path>
              </a:pathLst>
            </a:custGeom>
            <a:solidFill>
              <a:srgbClr val="A75E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2AD22A73-9EDB-DE3F-3135-3FC0158E3A9A}"/>
                </a:ext>
              </a:extLst>
            </p:cNvPr>
            <p:cNvSpPr/>
            <p:nvPr/>
          </p:nvSpPr>
          <p:spPr>
            <a:xfrm>
              <a:off x="8716784" y="2002816"/>
              <a:ext cx="385259" cy="565942"/>
            </a:xfrm>
            <a:custGeom>
              <a:avLst/>
              <a:gdLst>
                <a:gd name="connsiteX0" fmla="*/ 0 w 385259"/>
                <a:gd name="connsiteY0" fmla="*/ 0 h 565942"/>
                <a:gd name="connsiteX1" fmla="*/ 385260 w 385259"/>
                <a:gd name="connsiteY1" fmla="*/ 0 h 565942"/>
                <a:gd name="connsiteX2" fmla="*/ 385260 w 385259"/>
                <a:gd name="connsiteY2" fmla="*/ 565942 h 565942"/>
                <a:gd name="connsiteX3" fmla="*/ 0 w 385259"/>
                <a:gd name="connsiteY3" fmla="*/ 565942 h 565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59" h="565942">
                  <a:moveTo>
                    <a:pt x="0" y="0"/>
                  </a:moveTo>
                  <a:lnTo>
                    <a:pt x="385260" y="0"/>
                  </a:lnTo>
                  <a:lnTo>
                    <a:pt x="385260" y="565942"/>
                  </a:lnTo>
                  <a:lnTo>
                    <a:pt x="0" y="565942"/>
                  </a:lnTo>
                  <a:close/>
                </a:path>
              </a:pathLst>
            </a:custGeom>
            <a:solidFill>
              <a:srgbClr val="CE45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584B62CB-3A99-B0E8-8C84-BD2C010A9505}"/>
                </a:ext>
              </a:extLst>
            </p:cNvPr>
            <p:cNvSpPr/>
            <p:nvPr/>
          </p:nvSpPr>
          <p:spPr>
            <a:xfrm>
              <a:off x="871678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52A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854C72FC-801D-7F50-6DB5-30D14315FAA1}"/>
                </a:ext>
              </a:extLst>
            </p:cNvPr>
            <p:cNvSpPr/>
            <p:nvPr/>
          </p:nvSpPr>
          <p:spPr>
            <a:xfrm>
              <a:off x="869580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52B1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F9B47A45-53F0-E06C-39E8-31461B0ACA9C}"/>
                </a:ext>
              </a:extLst>
            </p:cNvPr>
            <p:cNvSpPr/>
            <p:nvPr/>
          </p:nvSpPr>
          <p:spPr>
            <a:xfrm>
              <a:off x="867482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52C1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89DCC6BA-7E79-C392-3026-EF4D4888FEEC}"/>
                </a:ext>
              </a:extLst>
            </p:cNvPr>
            <p:cNvSpPr/>
            <p:nvPr/>
          </p:nvSpPr>
          <p:spPr>
            <a:xfrm>
              <a:off x="865384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52D1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BFE0E6F3-A9B9-1C96-0812-4EDE31454ABB}"/>
                </a:ext>
              </a:extLst>
            </p:cNvPr>
            <p:cNvSpPr/>
            <p:nvPr/>
          </p:nvSpPr>
          <p:spPr>
            <a:xfrm>
              <a:off x="863286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52E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4" name="フリーフォーム: 図形 23">
              <a:extLst>
                <a:ext uri="{FF2B5EF4-FFF2-40B4-BE49-F238E27FC236}">
                  <a16:creationId xmlns:a16="http://schemas.microsoft.com/office/drawing/2014/main" id="{23639050-F851-25BA-86D9-0F20414D56AE}"/>
                </a:ext>
              </a:extLst>
            </p:cNvPr>
            <p:cNvSpPr/>
            <p:nvPr/>
          </p:nvSpPr>
          <p:spPr>
            <a:xfrm>
              <a:off x="861189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52F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5" name="フリーフォーム: 図形 24">
              <a:extLst>
                <a:ext uri="{FF2B5EF4-FFF2-40B4-BE49-F238E27FC236}">
                  <a16:creationId xmlns:a16="http://schemas.microsoft.com/office/drawing/2014/main" id="{C5BEE33F-7154-8FB2-6716-2348D9A93067}"/>
                </a:ext>
              </a:extLst>
            </p:cNvPr>
            <p:cNvSpPr/>
            <p:nvPr/>
          </p:nvSpPr>
          <p:spPr>
            <a:xfrm>
              <a:off x="859091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6302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6" name="フリーフォーム: 図形 25">
              <a:extLst>
                <a:ext uri="{FF2B5EF4-FFF2-40B4-BE49-F238E27FC236}">
                  <a16:creationId xmlns:a16="http://schemas.microsoft.com/office/drawing/2014/main" id="{1653BA01-ADC2-A173-49CA-5EFA1E07AA84}"/>
                </a:ext>
              </a:extLst>
            </p:cNvPr>
            <p:cNvSpPr/>
            <p:nvPr/>
          </p:nvSpPr>
          <p:spPr>
            <a:xfrm>
              <a:off x="856993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631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A9DE74E9-2151-D060-DE27-7FBC7B4F3A28}"/>
                </a:ext>
              </a:extLst>
            </p:cNvPr>
            <p:cNvSpPr/>
            <p:nvPr/>
          </p:nvSpPr>
          <p:spPr>
            <a:xfrm>
              <a:off x="854896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6312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8" name="フリーフォーム: 図形 27">
              <a:extLst>
                <a:ext uri="{FF2B5EF4-FFF2-40B4-BE49-F238E27FC236}">
                  <a16:creationId xmlns:a16="http://schemas.microsoft.com/office/drawing/2014/main" id="{2E1C1083-6AEB-E0C5-6D45-9D071BB25E15}"/>
                </a:ext>
              </a:extLst>
            </p:cNvPr>
            <p:cNvSpPr/>
            <p:nvPr/>
          </p:nvSpPr>
          <p:spPr>
            <a:xfrm>
              <a:off x="852797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6322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" name="フリーフォーム: 図形 28">
              <a:extLst>
                <a:ext uri="{FF2B5EF4-FFF2-40B4-BE49-F238E27FC236}">
                  <a16:creationId xmlns:a16="http://schemas.microsoft.com/office/drawing/2014/main" id="{D63A5F28-AED6-D9C4-0F9C-09BE02C52B1D}"/>
                </a:ext>
              </a:extLst>
            </p:cNvPr>
            <p:cNvSpPr/>
            <p:nvPr/>
          </p:nvSpPr>
          <p:spPr>
            <a:xfrm>
              <a:off x="850700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633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016C1EE7-0F0F-4A3B-5A3D-B827E64B73C2}"/>
                </a:ext>
              </a:extLst>
            </p:cNvPr>
            <p:cNvSpPr/>
            <p:nvPr/>
          </p:nvSpPr>
          <p:spPr>
            <a:xfrm>
              <a:off x="848602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634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1" name="フリーフォーム: 図形 30">
              <a:extLst>
                <a:ext uri="{FF2B5EF4-FFF2-40B4-BE49-F238E27FC236}">
                  <a16:creationId xmlns:a16="http://schemas.microsoft.com/office/drawing/2014/main" id="{5C442A8A-4320-E52F-0668-CA20238587F8}"/>
                </a:ext>
              </a:extLst>
            </p:cNvPr>
            <p:cNvSpPr/>
            <p:nvPr/>
          </p:nvSpPr>
          <p:spPr>
            <a:xfrm>
              <a:off x="846504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6352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" name="フリーフォーム: 図形 31">
              <a:extLst>
                <a:ext uri="{FF2B5EF4-FFF2-40B4-BE49-F238E27FC236}">
                  <a16:creationId xmlns:a16="http://schemas.microsoft.com/office/drawing/2014/main" id="{58E45880-B2B5-1EE3-5D11-D65582A5FB89}"/>
                </a:ext>
              </a:extLst>
            </p:cNvPr>
            <p:cNvSpPr/>
            <p:nvPr/>
          </p:nvSpPr>
          <p:spPr>
            <a:xfrm>
              <a:off x="844407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6362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" name="フリーフォーム: 図形 32">
              <a:extLst>
                <a:ext uri="{FF2B5EF4-FFF2-40B4-BE49-F238E27FC236}">
                  <a16:creationId xmlns:a16="http://schemas.microsoft.com/office/drawing/2014/main" id="{498E62B1-807D-3C1F-7AA3-833E94D52D17}"/>
                </a:ext>
              </a:extLst>
            </p:cNvPr>
            <p:cNvSpPr/>
            <p:nvPr/>
          </p:nvSpPr>
          <p:spPr>
            <a:xfrm>
              <a:off x="842309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6372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" name="フリーフォーム: 図形 33">
              <a:extLst>
                <a:ext uri="{FF2B5EF4-FFF2-40B4-BE49-F238E27FC236}">
                  <a16:creationId xmlns:a16="http://schemas.microsoft.com/office/drawing/2014/main" id="{415FAA31-19ED-BFD0-DFE2-E742DC272D2A}"/>
                </a:ext>
              </a:extLst>
            </p:cNvPr>
            <p:cNvSpPr/>
            <p:nvPr/>
          </p:nvSpPr>
          <p:spPr>
            <a:xfrm>
              <a:off x="840211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6382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" name="フリーフォーム: 図形 34">
              <a:extLst>
                <a:ext uri="{FF2B5EF4-FFF2-40B4-BE49-F238E27FC236}">
                  <a16:creationId xmlns:a16="http://schemas.microsoft.com/office/drawing/2014/main" id="{C3FB7798-846C-6F64-DA59-7A47A8877C94}"/>
                </a:ext>
              </a:extLst>
            </p:cNvPr>
            <p:cNvSpPr/>
            <p:nvPr/>
          </p:nvSpPr>
          <p:spPr>
            <a:xfrm>
              <a:off x="838113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6392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" name="フリーフォーム: 図形 35">
              <a:extLst>
                <a:ext uri="{FF2B5EF4-FFF2-40B4-BE49-F238E27FC236}">
                  <a16:creationId xmlns:a16="http://schemas.microsoft.com/office/drawing/2014/main" id="{3A52F0CF-2F80-F7A4-B591-AB4D8EB9F53D}"/>
                </a:ext>
              </a:extLst>
            </p:cNvPr>
            <p:cNvSpPr/>
            <p:nvPr/>
          </p:nvSpPr>
          <p:spPr>
            <a:xfrm>
              <a:off x="836015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63A2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7" name="フリーフォーム: 図形 36">
              <a:extLst>
                <a:ext uri="{FF2B5EF4-FFF2-40B4-BE49-F238E27FC236}">
                  <a16:creationId xmlns:a16="http://schemas.microsoft.com/office/drawing/2014/main" id="{BD977E1D-B8B8-6B7A-F907-FFE1E04B5868}"/>
                </a:ext>
              </a:extLst>
            </p:cNvPr>
            <p:cNvSpPr/>
            <p:nvPr/>
          </p:nvSpPr>
          <p:spPr>
            <a:xfrm>
              <a:off x="833918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73B2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8" name="フリーフォーム: 図形 37">
              <a:extLst>
                <a:ext uri="{FF2B5EF4-FFF2-40B4-BE49-F238E27FC236}">
                  <a16:creationId xmlns:a16="http://schemas.microsoft.com/office/drawing/2014/main" id="{1B6DD29C-E675-37D9-D71A-067C299AF4CB}"/>
                </a:ext>
              </a:extLst>
            </p:cNvPr>
            <p:cNvSpPr/>
            <p:nvPr/>
          </p:nvSpPr>
          <p:spPr>
            <a:xfrm>
              <a:off x="831820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73C2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9" name="フリーフォーム: 図形 38">
              <a:extLst>
                <a:ext uri="{FF2B5EF4-FFF2-40B4-BE49-F238E27FC236}">
                  <a16:creationId xmlns:a16="http://schemas.microsoft.com/office/drawing/2014/main" id="{F0BF2BA1-8110-344B-FF70-C0CAB9ADAA5A}"/>
                </a:ext>
              </a:extLst>
            </p:cNvPr>
            <p:cNvSpPr/>
            <p:nvPr/>
          </p:nvSpPr>
          <p:spPr>
            <a:xfrm>
              <a:off x="829722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73D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27469FF4-E07D-D6CA-D0BF-5B616BC48BCC}"/>
                </a:ext>
              </a:extLst>
            </p:cNvPr>
            <p:cNvSpPr/>
            <p:nvPr/>
          </p:nvSpPr>
          <p:spPr>
            <a:xfrm>
              <a:off x="827625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73E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1" name="フリーフォーム: 図形 40">
              <a:extLst>
                <a:ext uri="{FF2B5EF4-FFF2-40B4-BE49-F238E27FC236}">
                  <a16:creationId xmlns:a16="http://schemas.microsoft.com/office/drawing/2014/main" id="{B4905B74-025F-0CB8-1ED5-1A6BB42358FD}"/>
                </a:ext>
              </a:extLst>
            </p:cNvPr>
            <p:cNvSpPr/>
            <p:nvPr/>
          </p:nvSpPr>
          <p:spPr>
            <a:xfrm>
              <a:off x="825526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73E3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2" name="フリーフォーム: 図形 41">
              <a:extLst>
                <a:ext uri="{FF2B5EF4-FFF2-40B4-BE49-F238E27FC236}">
                  <a16:creationId xmlns:a16="http://schemas.microsoft.com/office/drawing/2014/main" id="{DA8E208E-1E44-373E-15BF-0D995C08730D}"/>
                </a:ext>
              </a:extLst>
            </p:cNvPr>
            <p:cNvSpPr/>
            <p:nvPr/>
          </p:nvSpPr>
          <p:spPr>
            <a:xfrm>
              <a:off x="823429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73F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EEC71C07-F871-A1D6-9392-D61153CD0E8D}"/>
                </a:ext>
              </a:extLst>
            </p:cNvPr>
            <p:cNvSpPr/>
            <p:nvPr/>
          </p:nvSpPr>
          <p:spPr>
            <a:xfrm>
              <a:off x="821331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740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4" name="フリーフォーム: 図形 43">
              <a:extLst>
                <a:ext uri="{FF2B5EF4-FFF2-40B4-BE49-F238E27FC236}">
                  <a16:creationId xmlns:a16="http://schemas.microsoft.com/office/drawing/2014/main" id="{9878E110-CACD-AF09-B0EF-B49661A3BEAA}"/>
                </a:ext>
              </a:extLst>
            </p:cNvPr>
            <p:cNvSpPr/>
            <p:nvPr/>
          </p:nvSpPr>
          <p:spPr>
            <a:xfrm>
              <a:off x="819233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741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5" name="フリーフォーム: 図形 44">
              <a:extLst>
                <a:ext uri="{FF2B5EF4-FFF2-40B4-BE49-F238E27FC236}">
                  <a16:creationId xmlns:a16="http://schemas.microsoft.com/office/drawing/2014/main" id="{D85A59CE-0E95-1FDB-D5F2-A8FE0A3224C6}"/>
                </a:ext>
              </a:extLst>
            </p:cNvPr>
            <p:cNvSpPr/>
            <p:nvPr/>
          </p:nvSpPr>
          <p:spPr>
            <a:xfrm>
              <a:off x="817136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7423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B4D0644B-635E-38FE-4099-FAAC529B56E0}"/>
                </a:ext>
              </a:extLst>
            </p:cNvPr>
            <p:cNvSpPr/>
            <p:nvPr/>
          </p:nvSpPr>
          <p:spPr>
            <a:xfrm>
              <a:off x="815038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7433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E3F77552-7A0D-05DF-49E5-F91EB13C7ABB}"/>
                </a:ext>
              </a:extLst>
            </p:cNvPr>
            <p:cNvSpPr/>
            <p:nvPr/>
          </p:nvSpPr>
          <p:spPr>
            <a:xfrm>
              <a:off x="812940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744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0C485329-F386-14E7-A68F-FF0E9F84C610}"/>
                </a:ext>
              </a:extLst>
            </p:cNvPr>
            <p:cNvSpPr/>
            <p:nvPr/>
          </p:nvSpPr>
          <p:spPr>
            <a:xfrm>
              <a:off x="810843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7453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72EAA786-50D7-2E69-3AD8-4633BCB3B8C2}"/>
                </a:ext>
              </a:extLst>
            </p:cNvPr>
            <p:cNvSpPr/>
            <p:nvPr/>
          </p:nvSpPr>
          <p:spPr>
            <a:xfrm>
              <a:off x="808744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8463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0C84FB67-896E-81D6-3543-A77C028946A5}"/>
                </a:ext>
              </a:extLst>
            </p:cNvPr>
            <p:cNvSpPr/>
            <p:nvPr/>
          </p:nvSpPr>
          <p:spPr>
            <a:xfrm>
              <a:off x="806647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847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CD8F15CF-368F-2EC7-F0A6-190A29D9022E}"/>
                </a:ext>
              </a:extLst>
            </p:cNvPr>
            <p:cNvSpPr/>
            <p:nvPr/>
          </p:nvSpPr>
          <p:spPr>
            <a:xfrm>
              <a:off x="804549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8483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2" name="フリーフォーム: 図形 51">
              <a:extLst>
                <a:ext uri="{FF2B5EF4-FFF2-40B4-BE49-F238E27FC236}">
                  <a16:creationId xmlns:a16="http://schemas.microsoft.com/office/drawing/2014/main" id="{DE789948-468D-6009-D09C-2A316FCE4B9F}"/>
                </a:ext>
              </a:extLst>
            </p:cNvPr>
            <p:cNvSpPr/>
            <p:nvPr/>
          </p:nvSpPr>
          <p:spPr>
            <a:xfrm>
              <a:off x="802451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849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3" name="フリーフォーム: 図形 52">
              <a:extLst>
                <a:ext uri="{FF2B5EF4-FFF2-40B4-BE49-F238E27FC236}">
                  <a16:creationId xmlns:a16="http://schemas.microsoft.com/office/drawing/2014/main" id="{792CD8B3-2F38-7E91-0A4A-607DF260C453}"/>
                </a:ext>
              </a:extLst>
            </p:cNvPr>
            <p:cNvSpPr/>
            <p:nvPr/>
          </p:nvSpPr>
          <p:spPr>
            <a:xfrm>
              <a:off x="800354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84A3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4" name="フリーフォーム: 図形 53">
              <a:extLst>
                <a:ext uri="{FF2B5EF4-FFF2-40B4-BE49-F238E27FC236}">
                  <a16:creationId xmlns:a16="http://schemas.microsoft.com/office/drawing/2014/main" id="{C0180071-F8F6-FF5B-C576-9659E46D65D1}"/>
                </a:ext>
              </a:extLst>
            </p:cNvPr>
            <p:cNvSpPr/>
            <p:nvPr/>
          </p:nvSpPr>
          <p:spPr>
            <a:xfrm>
              <a:off x="798255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84B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5" name="フリーフォーム: 図形 54">
              <a:extLst>
                <a:ext uri="{FF2B5EF4-FFF2-40B4-BE49-F238E27FC236}">
                  <a16:creationId xmlns:a16="http://schemas.microsoft.com/office/drawing/2014/main" id="{4DBD590F-D1B4-F200-DDE1-3934F1C1A739}"/>
                </a:ext>
              </a:extLst>
            </p:cNvPr>
            <p:cNvSpPr/>
            <p:nvPr/>
          </p:nvSpPr>
          <p:spPr>
            <a:xfrm>
              <a:off x="796158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84C4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6" name="フリーフォーム: 図形 55">
              <a:extLst>
                <a:ext uri="{FF2B5EF4-FFF2-40B4-BE49-F238E27FC236}">
                  <a16:creationId xmlns:a16="http://schemas.microsoft.com/office/drawing/2014/main" id="{26F5CC65-4222-0443-5BD5-5CBDA0D7CE68}"/>
                </a:ext>
              </a:extLst>
            </p:cNvPr>
            <p:cNvSpPr/>
            <p:nvPr/>
          </p:nvSpPr>
          <p:spPr>
            <a:xfrm>
              <a:off x="794060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84C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7" name="フリーフォーム: 図形 56">
              <a:extLst>
                <a:ext uri="{FF2B5EF4-FFF2-40B4-BE49-F238E27FC236}">
                  <a16:creationId xmlns:a16="http://schemas.microsoft.com/office/drawing/2014/main" id="{A45DD0CC-A4BF-0312-8899-896A7FD43DFF}"/>
                </a:ext>
              </a:extLst>
            </p:cNvPr>
            <p:cNvSpPr/>
            <p:nvPr/>
          </p:nvSpPr>
          <p:spPr>
            <a:xfrm>
              <a:off x="791962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84D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8" name="フリーフォーム: 図形 57">
              <a:extLst>
                <a:ext uri="{FF2B5EF4-FFF2-40B4-BE49-F238E27FC236}">
                  <a16:creationId xmlns:a16="http://schemas.microsoft.com/office/drawing/2014/main" id="{D37882C0-65CD-BA42-5982-567A90902B84}"/>
                </a:ext>
              </a:extLst>
            </p:cNvPr>
            <p:cNvSpPr/>
            <p:nvPr/>
          </p:nvSpPr>
          <p:spPr>
            <a:xfrm>
              <a:off x="789865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84E4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9" name="フリーフォーム: 図形 58">
              <a:extLst>
                <a:ext uri="{FF2B5EF4-FFF2-40B4-BE49-F238E27FC236}">
                  <a16:creationId xmlns:a16="http://schemas.microsoft.com/office/drawing/2014/main" id="{FD123DFE-C238-CCD3-7F86-AC580570DB45}"/>
                </a:ext>
              </a:extLst>
            </p:cNvPr>
            <p:cNvSpPr/>
            <p:nvPr/>
          </p:nvSpPr>
          <p:spPr>
            <a:xfrm>
              <a:off x="787766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84F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0" name="フリーフォーム: 図形 59">
              <a:extLst>
                <a:ext uri="{FF2B5EF4-FFF2-40B4-BE49-F238E27FC236}">
                  <a16:creationId xmlns:a16="http://schemas.microsoft.com/office/drawing/2014/main" id="{9FD332D2-501A-A7B0-426C-4C013DAA8B1D}"/>
                </a:ext>
              </a:extLst>
            </p:cNvPr>
            <p:cNvSpPr/>
            <p:nvPr/>
          </p:nvSpPr>
          <p:spPr>
            <a:xfrm>
              <a:off x="785669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8504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1" name="フリーフォーム: 図形 60">
              <a:extLst>
                <a:ext uri="{FF2B5EF4-FFF2-40B4-BE49-F238E27FC236}">
                  <a16:creationId xmlns:a16="http://schemas.microsoft.com/office/drawing/2014/main" id="{E84808C5-030C-9834-8BB3-F7EEC1F6C010}"/>
                </a:ext>
              </a:extLst>
            </p:cNvPr>
            <p:cNvSpPr/>
            <p:nvPr/>
          </p:nvSpPr>
          <p:spPr>
            <a:xfrm>
              <a:off x="783572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9514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2" name="フリーフォーム: 図形 61">
              <a:extLst>
                <a:ext uri="{FF2B5EF4-FFF2-40B4-BE49-F238E27FC236}">
                  <a16:creationId xmlns:a16="http://schemas.microsoft.com/office/drawing/2014/main" id="{32B6382F-BE1A-1BCA-653B-81242FD2519F}"/>
                </a:ext>
              </a:extLst>
            </p:cNvPr>
            <p:cNvSpPr/>
            <p:nvPr/>
          </p:nvSpPr>
          <p:spPr>
            <a:xfrm>
              <a:off x="781473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9524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3" name="フリーフォーム: 図形 62">
              <a:extLst>
                <a:ext uri="{FF2B5EF4-FFF2-40B4-BE49-F238E27FC236}">
                  <a16:creationId xmlns:a16="http://schemas.microsoft.com/office/drawing/2014/main" id="{3F466A61-A776-8CC6-0729-2C26F9205BBC}"/>
                </a:ext>
              </a:extLst>
            </p:cNvPr>
            <p:cNvSpPr/>
            <p:nvPr/>
          </p:nvSpPr>
          <p:spPr>
            <a:xfrm>
              <a:off x="779376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9534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4" name="フリーフォーム: 図形 63">
              <a:extLst>
                <a:ext uri="{FF2B5EF4-FFF2-40B4-BE49-F238E27FC236}">
                  <a16:creationId xmlns:a16="http://schemas.microsoft.com/office/drawing/2014/main" id="{85B7CE55-A873-C830-8C6F-765C3CF77793}"/>
                </a:ext>
              </a:extLst>
            </p:cNvPr>
            <p:cNvSpPr/>
            <p:nvPr/>
          </p:nvSpPr>
          <p:spPr>
            <a:xfrm>
              <a:off x="777278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9544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5" name="フリーフォーム: 図形 64">
              <a:extLst>
                <a:ext uri="{FF2B5EF4-FFF2-40B4-BE49-F238E27FC236}">
                  <a16:creationId xmlns:a16="http://schemas.microsoft.com/office/drawing/2014/main" id="{BC7EEE79-0138-1EEB-E6BF-CBD4430C37D5}"/>
                </a:ext>
              </a:extLst>
            </p:cNvPr>
            <p:cNvSpPr/>
            <p:nvPr/>
          </p:nvSpPr>
          <p:spPr>
            <a:xfrm>
              <a:off x="775180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9554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6" name="フリーフォーム: 図形 65">
              <a:extLst>
                <a:ext uri="{FF2B5EF4-FFF2-40B4-BE49-F238E27FC236}">
                  <a16:creationId xmlns:a16="http://schemas.microsoft.com/office/drawing/2014/main" id="{1CED8C3C-82E4-8FFA-52DD-CB9C572BCBC6}"/>
                </a:ext>
              </a:extLst>
            </p:cNvPr>
            <p:cNvSpPr/>
            <p:nvPr/>
          </p:nvSpPr>
          <p:spPr>
            <a:xfrm>
              <a:off x="773083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956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7" name="フリーフォーム: 図形 66">
              <a:extLst>
                <a:ext uri="{FF2B5EF4-FFF2-40B4-BE49-F238E27FC236}">
                  <a16:creationId xmlns:a16="http://schemas.microsoft.com/office/drawing/2014/main" id="{5BC18C14-6A43-0610-8B69-1B9AFD797CD3}"/>
                </a:ext>
              </a:extLst>
            </p:cNvPr>
            <p:cNvSpPr/>
            <p:nvPr/>
          </p:nvSpPr>
          <p:spPr>
            <a:xfrm>
              <a:off x="770984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957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8" name="フリーフォーム: 図形 67">
              <a:extLst>
                <a:ext uri="{FF2B5EF4-FFF2-40B4-BE49-F238E27FC236}">
                  <a16:creationId xmlns:a16="http://schemas.microsoft.com/office/drawing/2014/main" id="{47A56C2D-5478-501B-FBCB-3A6DAB3D9214}"/>
                </a:ext>
              </a:extLst>
            </p:cNvPr>
            <p:cNvSpPr/>
            <p:nvPr/>
          </p:nvSpPr>
          <p:spPr>
            <a:xfrm>
              <a:off x="768887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958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9" name="フリーフォーム: 図形 68">
              <a:extLst>
                <a:ext uri="{FF2B5EF4-FFF2-40B4-BE49-F238E27FC236}">
                  <a16:creationId xmlns:a16="http://schemas.microsoft.com/office/drawing/2014/main" id="{8E882082-A6C7-D8D4-C9CA-E8EDDAE1C41A}"/>
                </a:ext>
              </a:extLst>
            </p:cNvPr>
            <p:cNvSpPr/>
            <p:nvPr/>
          </p:nvSpPr>
          <p:spPr>
            <a:xfrm>
              <a:off x="766790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9594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CE87096A-1301-2F4D-7544-099D82745A59}"/>
                </a:ext>
              </a:extLst>
            </p:cNvPr>
            <p:cNvSpPr/>
            <p:nvPr/>
          </p:nvSpPr>
          <p:spPr>
            <a:xfrm>
              <a:off x="764691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959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1" name="フリーフォーム: 図形 70">
              <a:extLst>
                <a:ext uri="{FF2B5EF4-FFF2-40B4-BE49-F238E27FC236}">
                  <a16:creationId xmlns:a16="http://schemas.microsoft.com/office/drawing/2014/main" id="{B3724F17-28DB-67AA-8591-FFBD7A9169FC}"/>
                </a:ext>
              </a:extLst>
            </p:cNvPr>
            <p:cNvSpPr/>
            <p:nvPr/>
          </p:nvSpPr>
          <p:spPr>
            <a:xfrm>
              <a:off x="762594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95A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2" name="フリーフォーム: 図形 71">
              <a:extLst>
                <a:ext uri="{FF2B5EF4-FFF2-40B4-BE49-F238E27FC236}">
                  <a16:creationId xmlns:a16="http://schemas.microsoft.com/office/drawing/2014/main" id="{8CB7A3BD-9758-459A-F5B2-B391A6B42292}"/>
                </a:ext>
              </a:extLst>
            </p:cNvPr>
            <p:cNvSpPr/>
            <p:nvPr/>
          </p:nvSpPr>
          <p:spPr>
            <a:xfrm>
              <a:off x="760495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95B5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3" name="フリーフォーム: 図形 72">
              <a:extLst>
                <a:ext uri="{FF2B5EF4-FFF2-40B4-BE49-F238E27FC236}">
                  <a16:creationId xmlns:a16="http://schemas.microsoft.com/office/drawing/2014/main" id="{B478B476-E3CE-CBA3-69B3-40C67C969CE9}"/>
                </a:ext>
              </a:extLst>
            </p:cNvPr>
            <p:cNvSpPr/>
            <p:nvPr/>
          </p:nvSpPr>
          <p:spPr>
            <a:xfrm>
              <a:off x="758398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A5C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4" name="フリーフォーム: 図形 73">
              <a:extLst>
                <a:ext uri="{FF2B5EF4-FFF2-40B4-BE49-F238E27FC236}">
                  <a16:creationId xmlns:a16="http://schemas.microsoft.com/office/drawing/2014/main" id="{0FAF4E33-7D5D-808B-0458-0166E8E097C9}"/>
                </a:ext>
              </a:extLst>
            </p:cNvPr>
            <p:cNvSpPr/>
            <p:nvPr/>
          </p:nvSpPr>
          <p:spPr>
            <a:xfrm>
              <a:off x="756301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A5D5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5" name="フリーフォーム: 図形 74">
              <a:extLst>
                <a:ext uri="{FF2B5EF4-FFF2-40B4-BE49-F238E27FC236}">
                  <a16:creationId xmlns:a16="http://schemas.microsoft.com/office/drawing/2014/main" id="{F22533D6-403A-3570-1E26-BF0B46B8D584}"/>
                </a:ext>
              </a:extLst>
            </p:cNvPr>
            <p:cNvSpPr/>
            <p:nvPr/>
          </p:nvSpPr>
          <p:spPr>
            <a:xfrm>
              <a:off x="754202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A5E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6" name="フリーフォーム: 図形 75">
              <a:extLst>
                <a:ext uri="{FF2B5EF4-FFF2-40B4-BE49-F238E27FC236}">
                  <a16:creationId xmlns:a16="http://schemas.microsoft.com/office/drawing/2014/main" id="{74F7CD96-2AB2-461A-11B6-DF96CF547CD9}"/>
                </a:ext>
              </a:extLst>
            </p:cNvPr>
            <p:cNvSpPr/>
            <p:nvPr/>
          </p:nvSpPr>
          <p:spPr>
            <a:xfrm>
              <a:off x="752105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A5F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7" name="フリーフォーム: 図形 76">
              <a:extLst>
                <a:ext uri="{FF2B5EF4-FFF2-40B4-BE49-F238E27FC236}">
                  <a16:creationId xmlns:a16="http://schemas.microsoft.com/office/drawing/2014/main" id="{057DC62F-AC17-345C-6705-4ACA14F06CF1}"/>
                </a:ext>
              </a:extLst>
            </p:cNvPr>
            <p:cNvSpPr/>
            <p:nvPr/>
          </p:nvSpPr>
          <p:spPr>
            <a:xfrm>
              <a:off x="750007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A60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8" name="フリーフォーム: 図形 77">
              <a:extLst>
                <a:ext uri="{FF2B5EF4-FFF2-40B4-BE49-F238E27FC236}">
                  <a16:creationId xmlns:a16="http://schemas.microsoft.com/office/drawing/2014/main" id="{958971D7-1539-D222-7434-8325C82EEEF9}"/>
                </a:ext>
              </a:extLst>
            </p:cNvPr>
            <p:cNvSpPr/>
            <p:nvPr/>
          </p:nvSpPr>
          <p:spPr>
            <a:xfrm>
              <a:off x="747909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A615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9" name="フリーフォーム: 図形 78">
              <a:extLst>
                <a:ext uri="{FF2B5EF4-FFF2-40B4-BE49-F238E27FC236}">
                  <a16:creationId xmlns:a16="http://schemas.microsoft.com/office/drawing/2014/main" id="{23757A1D-669C-5751-A013-015730A4D976}"/>
                </a:ext>
              </a:extLst>
            </p:cNvPr>
            <p:cNvSpPr/>
            <p:nvPr/>
          </p:nvSpPr>
          <p:spPr>
            <a:xfrm>
              <a:off x="745812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A625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0" name="フリーフォーム: 図形 79">
              <a:extLst>
                <a:ext uri="{FF2B5EF4-FFF2-40B4-BE49-F238E27FC236}">
                  <a16:creationId xmlns:a16="http://schemas.microsoft.com/office/drawing/2014/main" id="{DAF99FC6-6FDD-1FB0-F145-FE4A94347C33}"/>
                </a:ext>
              </a:extLst>
            </p:cNvPr>
            <p:cNvSpPr/>
            <p:nvPr/>
          </p:nvSpPr>
          <p:spPr>
            <a:xfrm>
              <a:off x="743713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A63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1" name="フリーフォーム: 図形 80">
              <a:extLst>
                <a:ext uri="{FF2B5EF4-FFF2-40B4-BE49-F238E27FC236}">
                  <a16:creationId xmlns:a16="http://schemas.microsoft.com/office/drawing/2014/main" id="{02CFB014-57A1-587A-BAEB-38214A0BAFBB}"/>
                </a:ext>
              </a:extLst>
            </p:cNvPr>
            <p:cNvSpPr/>
            <p:nvPr/>
          </p:nvSpPr>
          <p:spPr>
            <a:xfrm>
              <a:off x="741616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A64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2" name="フリーフォーム: 図形 81">
              <a:extLst>
                <a:ext uri="{FF2B5EF4-FFF2-40B4-BE49-F238E27FC236}">
                  <a16:creationId xmlns:a16="http://schemas.microsoft.com/office/drawing/2014/main" id="{5E899BD5-570E-73C5-90CC-C8BDEFF719B2}"/>
                </a:ext>
              </a:extLst>
            </p:cNvPr>
            <p:cNvSpPr/>
            <p:nvPr/>
          </p:nvSpPr>
          <p:spPr>
            <a:xfrm>
              <a:off x="739518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A65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3" name="フリーフォーム: 図形 82">
              <a:extLst>
                <a:ext uri="{FF2B5EF4-FFF2-40B4-BE49-F238E27FC236}">
                  <a16:creationId xmlns:a16="http://schemas.microsoft.com/office/drawing/2014/main" id="{F015CF86-FB14-FD4D-C64A-8F0BA6B62DDB}"/>
                </a:ext>
              </a:extLst>
            </p:cNvPr>
            <p:cNvSpPr/>
            <p:nvPr/>
          </p:nvSpPr>
          <p:spPr>
            <a:xfrm>
              <a:off x="737420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A66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4" name="フリーフォーム: 図形 83">
              <a:extLst>
                <a:ext uri="{FF2B5EF4-FFF2-40B4-BE49-F238E27FC236}">
                  <a16:creationId xmlns:a16="http://schemas.microsoft.com/office/drawing/2014/main" id="{53D81911-647A-9710-1CA7-777B4567DE23}"/>
                </a:ext>
              </a:extLst>
            </p:cNvPr>
            <p:cNvSpPr/>
            <p:nvPr/>
          </p:nvSpPr>
          <p:spPr>
            <a:xfrm>
              <a:off x="735323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A665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5" name="フリーフォーム: 図形 84">
              <a:extLst>
                <a:ext uri="{FF2B5EF4-FFF2-40B4-BE49-F238E27FC236}">
                  <a16:creationId xmlns:a16="http://schemas.microsoft.com/office/drawing/2014/main" id="{0266065F-9082-C6BB-7836-96B64AC0DE2A}"/>
                </a:ext>
              </a:extLst>
            </p:cNvPr>
            <p:cNvSpPr/>
            <p:nvPr/>
          </p:nvSpPr>
          <p:spPr>
            <a:xfrm>
              <a:off x="733224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B675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6" name="フリーフォーム: 図形 85">
              <a:extLst>
                <a:ext uri="{FF2B5EF4-FFF2-40B4-BE49-F238E27FC236}">
                  <a16:creationId xmlns:a16="http://schemas.microsoft.com/office/drawing/2014/main" id="{BFCE993D-A44A-BC5A-5189-1D0EC8325C7C}"/>
                </a:ext>
              </a:extLst>
            </p:cNvPr>
            <p:cNvSpPr/>
            <p:nvPr/>
          </p:nvSpPr>
          <p:spPr>
            <a:xfrm>
              <a:off x="731127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B68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7" name="フリーフォーム: 図形 86">
              <a:extLst>
                <a:ext uri="{FF2B5EF4-FFF2-40B4-BE49-F238E27FC236}">
                  <a16:creationId xmlns:a16="http://schemas.microsoft.com/office/drawing/2014/main" id="{694CA0D9-C3BA-8163-F2A8-893A3F7D7C8C}"/>
                </a:ext>
              </a:extLst>
            </p:cNvPr>
            <p:cNvSpPr/>
            <p:nvPr/>
          </p:nvSpPr>
          <p:spPr>
            <a:xfrm>
              <a:off x="729030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B69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8" name="フリーフォーム: 図形 87">
              <a:extLst>
                <a:ext uri="{FF2B5EF4-FFF2-40B4-BE49-F238E27FC236}">
                  <a16:creationId xmlns:a16="http://schemas.microsoft.com/office/drawing/2014/main" id="{6A72A42D-B85B-9F72-053E-FC9CB57CCB15}"/>
                </a:ext>
              </a:extLst>
            </p:cNvPr>
            <p:cNvSpPr/>
            <p:nvPr/>
          </p:nvSpPr>
          <p:spPr>
            <a:xfrm>
              <a:off x="726931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B6A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9" name="フリーフォーム: 図形 88">
              <a:extLst>
                <a:ext uri="{FF2B5EF4-FFF2-40B4-BE49-F238E27FC236}">
                  <a16:creationId xmlns:a16="http://schemas.microsoft.com/office/drawing/2014/main" id="{7BE28B62-D8A9-31E9-196C-E779348F0D07}"/>
                </a:ext>
              </a:extLst>
            </p:cNvPr>
            <p:cNvSpPr/>
            <p:nvPr/>
          </p:nvSpPr>
          <p:spPr>
            <a:xfrm>
              <a:off x="724834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B6B6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0" name="フリーフォーム: 図形 89">
              <a:extLst>
                <a:ext uri="{FF2B5EF4-FFF2-40B4-BE49-F238E27FC236}">
                  <a16:creationId xmlns:a16="http://schemas.microsoft.com/office/drawing/2014/main" id="{DE1C4BB2-B6C6-00D9-0F6B-30CF38662241}"/>
                </a:ext>
              </a:extLst>
            </p:cNvPr>
            <p:cNvSpPr/>
            <p:nvPr/>
          </p:nvSpPr>
          <p:spPr>
            <a:xfrm>
              <a:off x="722736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B6C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1" name="フリーフォーム: 図形 90">
              <a:extLst>
                <a:ext uri="{FF2B5EF4-FFF2-40B4-BE49-F238E27FC236}">
                  <a16:creationId xmlns:a16="http://schemas.microsoft.com/office/drawing/2014/main" id="{9E041971-F44D-8D64-7533-F0833F0F63CE}"/>
                </a:ext>
              </a:extLst>
            </p:cNvPr>
            <p:cNvSpPr/>
            <p:nvPr/>
          </p:nvSpPr>
          <p:spPr>
            <a:xfrm>
              <a:off x="720638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B6D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2" name="フリーフォーム: 図形 91">
              <a:extLst>
                <a:ext uri="{FF2B5EF4-FFF2-40B4-BE49-F238E27FC236}">
                  <a16:creationId xmlns:a16="http://schemas.microsoft.com/office/drawing/2014/main" id="{798B4792-E809-A163-B193-683A4EF89333}"/>
                </a:ext>
              </a:extLst>
            </p:cNvPr>
            <p:cNvSpPr/>
            <p:nvPr/>
          </p:nvSpPr>
          <p:spPr>
            <a:xfrm>
              <a:off x="718541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B6E6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3" name="フリーフォーム: 図形 92">
              <a:extLst>
                <a:ext uri="{FF2B5EF4-FFF2-40B4-BE49-F238E27FC236}">
                  <a16:creationId xmlns:a16="http://schemas.microsoft.com/office/drawing/2014/main" id="{34B34E42-53F2-1767-156F-1C1F5654DBC6}"/>
                </a:ext>
              </a:extLst>
            </p:cNvPr>
            <p:cNvSpPr/>
            <p:nvPr/>
          </p:nvSpPr>
          <p:spPr>
            <a:xfrm>
              <a:off x="716442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B6F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4" name="フリーフォーム: 図形 93">
              <a:extLst>
                <a:ext uri="{FF2B5EF4-FFF2-40B4-BE49-F238E27FC236}">
                  <a16:creationId xmlns:a16="http://schemas.microsoft.com/office/drawing/2014/main" id="{CF9EC440-E8DD-07A3-9790-3756E3BAAA71}"/>
                </a:ext>
              </a:extLst>
            </p:cNvPr>
            <p:cNvSpPr/>
            <p:nvPr/>
          </p:nvSpPr>
          <p:spPr>
            <a:xfrm>
              <a:off x="714345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B70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5" name="フリーフォーム: 図形 94">
              <a:extLst>
                <a:ext uri="{FF2B5EF4-FFF2-40B4-BE49-F238E27FC236}">
                  <a16:creationId xmlns:a16="http://schemas.microsoft.com/office/drawing/2014/main" id="{050752F2-D016-5CFB-F320-22424DBE99E8}"/>
                </a:ext>
              </a:extLst>
            </p:cNvPr>
            <p:cNvSpPr/>
            <p:nvPr/>
          </p:nvSpPr>
          <p:spPr>
            <a:xfrm>
              <a:off x="712248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B716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6" name="フリーフォーム: 図形 95">
              <a:extLst>
                <a:ext uri="{FF2B5EF4-FFF2-40B4-BE49-F238E27FC236}">
                  <a16:creationId xmlns:a16="http://schemas.microsoft.com/office/drawing/2014/main" id="{7BEDF8FE-8B48-11B8-EC62-56B3CFC96889}"/>
                </a:ext>
              </a:extLst>
            </p:cNvPr>
            <p:cNvSpPr/>
            <p:nvPr/>
          </p:nvSpPr>
          <p:spPr>
            <a:xfrm>
              <a:off x="710149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B72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7" name="フリーフォーム: 図形 96">
              <a:extLst>
                <a:ext uri="{FF2B5EF4-FFF2-40B4-BE49-F238E27FC236}">
                  <a16:creationId xmlns:a16="http://schemas.microsoft.com/office/drawing/2014/main" id="{28543DAA-4BFF-E96C-70B9-ECC579BA5D03}"/>
                </a:ext>
              </a:extLst>
            </p:cNvPr>
            <p:cNvSpPr/>
            <p:nvPr/>
          </p:nvSpPr>
          <p:spPr>
            <a:xfrm>
              <a:off x="708052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C73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8" name="フリーフォーム: 図形 97">
              <a:extLst>
                <a:ext uri="{FF2B5EF4-FFF2-40B4-BE49-F238E27FC236}">
                  <a16:creationId xmlns:a16="http://schemas.microsoft.com/office/drawing/2014/main" id="{56D03715-C857-C4F6-7CF0-38216196E372}"/>
                </a:ext>
              </a:extLst>
            </p:cNvPr>
            <p:cNvSpPr/>
            <p:nvPr/>
          </p:nvSpPr>
          <p:spPr>
            <a:xfrm>
              <a:off x="705953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C74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9" name="フリーフォーム: 図形 98">
              <a:extLst>
                <a:ext uri="{FF2B5EF4-FFF2-40B4-BE49-F238E27FC236}">
                  <a16:creationId xmlns:a16="http://schemas.microsoft.com/office/drawing/2014/main" id="{D436784C-F973-41B3-7DBA-C254D6FD4401}"/>
                </a:ext>
              </a:extLst>
            </p:cNvPr>
            <p:cNvSpPr/>
            <p:nvPr/>
          </p:nvSpPr>
          <p:spPr>
            <a:xfrm>
              <a:off x="703856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C746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0" name="フリーフォーム: 図形 99">
              <a:extLst>
                <a:ext uri="{FF2B5EF4-FFF2-40B4-BE49-F238E27FC236}">
                  <a16:creationId xmlns:a16="http://schemas.microsoft.com/office/drawing/2014/main" id="{F9A0744E-3499-4FF2-8EF7-5DF4F272DA2A}"/>
                </a:ext>
              </a:extLst>
            </p:cNvPr>
            <p:cNvSpPr/>
            <p:nvPr/>
          </p:nvSpPr>
          <p:spPr>
            <a:xfrm>
              <a:off x="701759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C756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1" name="フリーフォーム: 図形 100">
              <a:extLst>
                <a:ext uri="{FF2B5EF4-FFF2-40B4-BE49-F238E27FC236}">
                  <a16:creationId xmlns:a16="http://schemas.microsoft.com/office/drawing/2014/main" id="{7AFF27C9-B8A9-5126-F1F2-CE610EE81E86}"/>
                </a:ext>
              </a:extLst>
            </p:cNvPr>
            <p:cNvSpPr/>
            <p:nvPr/>
          </p:nvSpPr>
          <p:spPr>
            <a:xfrm>
              <a:off x="699660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C766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2" name="フリーフォーム: 図形 101">
              <a:extLst>
                <a:ext uri="{FF2B5EF4-FFF2-40B4-BE49-F238E27FC236}">
                  <a16:creationId xmlns:a16="http://schemas.microsoft.com/office/drawing/2014/main" id="{19A5C756-62B8-BD93-6E7A-79B893852431}"/>
                </a:ext>
              </a:extLst>
            </p:cNvPr>
            <p:cNvSpPr/>
            <p:nvPr/>
          </p:nvSpPr>
          <p:spPr>
            <a:xfrm>
              <a:off x="697563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C776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3" name="フリーフォーム: 図形 102">
              <a:extLst>
                <a:ext uri="{FF2B5EF4-FFF2-40B4-BE49-F238E27FC236}">
                  <a16:creationId xmlns:a16="http://schemas.microsoft.com/office/drawing/2014/main" id="{A15BC6FD-1B69-FF2A-51F6-F63C96A0D750}"/>
                </a:ext>
              </a:extLst>
            </p:cNvPr>
            <p:cNvSpPr/>
            <p:nvPr/>
          </p:nvSpPr>
          <p:spPr>
            <a:xfrm>
              <a:off x="695464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C787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4" name="フリーフォーム: 図形 103">
              <a:extLst>
                <a:ext uri="{FF2B5EF4-FFF2-40B4-BE49-F238E27FC236}">
                  <a16:creationId xmlns:a16="http://schemas.microsoft.com/office/drawing/2014/main" id="{969FBDB7-49AA-734B-29FC-500167610DAE}"/>
                </a:ext>
              </a:extLst>
            </p:cNvPr>
            <p:cNvSpPr/>
            <p:nvPr/>
          </p:nvSpPr>
          <p:spPr>
            <a:xfrm>
              <a:off x="693367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C79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5" name="フリーフォーム: 図形 104">
              <a:extLst>
                <a:ext uri="{FF2B5EF4-FFF2-40B4-BE49-F238E27FC236}">
                  <a16:creationId xmlns:a16="http://schemas.microsoft.com/office/drawing/2014/main" id="{1A38E2B1-7AD8-E4FF-4F6C-FD2AD2F3CF9D}"/>
                </a:ext>
              </a:extLst>
            </p:cNvPr>
            <p:cNvSpPr/>
            <p:nvPr/>
          </p:nvSpPr>
          <p:spPr>
            <a:xfrm>
              <a:off x="691270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C7A7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6" name="フリーフォーム: 図形 105">
              <a:extLst>
                <a:ext uri="{FF2B5EF4-FFF2-40B4-BE49-F238E27FC236}">
                  <a16:creationId xmlns:a16="http://schemas.microsoft.com/office/drawing/2014/main" id="{BE863CCE-93D8-2DAF-D274-19A5548F4547}"/>
                </a:ext>
              </a:extLst>
            </p:cNvPr>
            <p:cNvSpPr/>
            <p:nvPr/>
          </p:nvSpPr>
          <p:spPr>
            <a:xfrm>
              <a:off x="689171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C7B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7" name="フリーフォーム: 図形 106">
              <a:extLst>
                <a:ext uri="{FF2B5EF4-FFF2-40B4-BE49-F238E27FC236}">
                  <a16:creationId xmlns:a16="http://schemas.microsoft.com/office/drawing/2014/main" id="{3F5FDE12-F0C9-DB31-7E2A-472D1CA2951B}"/>
                </a:ext>
              </a:extLst>
            </p:cNvPr>
            <p:cNvSpPr/>
            <p:nvPr/>
          </p:nvSpPr>
          <p:spPr>
            <a:xfrm>
              <a:off x="687074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C7C7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8" name="フリーフォーム: 図形 107">
              <a:extLst>
                <a:ext uri="{FF2B5EF4-FFF2-40B4-BE49-F238E27FC236}">
                  <a16:creationId xmlns:a16="http://schemas.microsoft.com/office/drawing/2014/main" id="{23DF6508-F14B-0254-BAC3-3A9D81A5804D}"/>
                </a:ext>
              </a:extLst>
            </p:cNvPr>
            <p:cNvSpPr/>
            <p:nvPr/>
          </p:nvSpPr>
          <p:spPr>
            <a:xfrm>
              <a:off x="684977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C7D7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9" name="フリーフォーム: 図形 108">
              <a:extLst>
                <a:ext uri="{FF2B5EF4-FFF2-40B4-BE49-F238E27FC236}">
                  <a16:creationId xmlns:a16="http://schemas.microsoft.com/office/drawing/2014/main" id="{2F32B43C-2F74-4A50-01E7-433A50CF33D1}"/>
                </a:ext>
              </a:extLst>
            </p:cNvPr>
            <p:cNvSpPr/>
            <p:nvPr/>
          </p:nvSpPr>
          <p:spPr>
            <a:xfrm>
              <a:off x="682878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D7E7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0" name="フリーフォーム: 図形 109">
              <a:extLst>
                <a:ext uri="{FF2B5EF4-FFF2-40B4-BE49-F238E27FC236}">
                  <a16:creationId xmlns:a16="http://schemas.microsoft.com/office/drawing/2014/main" id="{75EE4423-16E4-6672-C479-1949B27E4218}"/>
                </a:ext>
              </a:extLst>
            </p:cNvPr>
            <p:cNvSpPr/>
            <p:nvPr/>
          </p:nvSpPr>
          <p:spPr>
            <a:xfrm>
              <a:off x="680781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D7F7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1" name="フリーフォーム: 図形 110">
              <a:extLst>
                <a:ext uri="{FF2B5EF4-FFF2-40B4-BE49-F238E27FC236}">
                  <a16:creationId xmlns:a16="http://schemas.microsoft.com/office/drawing/2014/main" id="{E36F312E-44C6-34A0-3F82-379AF802F5C7}"/>
                </a:ext>
              </a:extLst>
            </p:cNvPr>
            <p:cNvSpPr/>
            <p:nvPr/>
          </p:nvSpPr>
          <p:spPr>
            <a:xfrm>
              <a:off x="678683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D807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2" name="フリーフォーム: 図形 111">
              <a:extLst>
                <a:ext uri="{FF2B5EF4-FFF2-40B4-BE49-F238E27FC236}">
                  <a16:creationId xmlns:a16="http://schemas.microsoft.com/office/drawing/2014/main" id="{B31D2E3B-3CAC-888C-0102-1C0E269828EF}"/>
                </a:ext>
              </a:extLst>
            </p:cNvPr>
            <p:cNvSpPr/>
            <p:nvPr/>
          </p:nvSpPr>
          <p:spPr>
            <a:xfrm>
              <a:off x="676585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D807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3" name="フリーフォーム: 図形 112">
              <a:extLst>
                <a:ext uri="{FF2B5EF4-FFF2-40B4-BE49-F238E27FC236}">
                  <a16:creationId xmlns:a16="http://schemas.microsoft.com/office/drawing/2014/main" id="{B04E0D13-66E6-C652-265E-A2D852DA79D5}"/>
                </a:ext>
              </a:extLst>
            </p:cNvPr>
            <p:cNvSpPr/>
            <p:nvPr/>
          </p:nvSpPr>
          <p:spPr>
            <a:xfrm>
              <a:off x="674488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D807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4" name="フリーフォーム: 図形 113">
              <a:extLst>
                <a:ext uri="{FF2B5EF4-FFF2-40B4-BE49-F238E27FC236}">
                  <a16:creationId xmlns:a16="http://schemas.microsoft.com/office/drawing/2014/main" id="{0EED48AA-2895-CCAC-00CA-38CF53B1A85A}"/>
                </a:ext>
              </a:extLst>
            </p:cNvPr>
            <p:cNvSpPr/>
            <p:nvPr/>
          </p:nvSpPr>
          <p:spPr>
            <a:xfrm>
              <a:off x="672389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D81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5" name="フリーフォーム: 図形 114">
              <a:extLst>
                <a:ext uri="{FF2B5EF4-FFF2-40B4-BE49-F238E27FC236}">
                  <a16:creationId xmlns:a16="http://schemas.microsoft.com/office/drawing/2014/main" id="{3F75EBFB-5977-172D-8400-5BC40EFB3E14}"/>
                </a:ext>
              </a:extLst>
            </p:cNvPr>
            <p:cNvSpPr/>
            <p:nvPr/>
          </p:nvSpPr>
          <p:spPr>
            <a:xfrm>
              <a:off x="670292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D82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6" name="フリーフォーム: 図形 115">
              <a:extLst>
                <a:ext uri="{FF2B5EF4-FFF2-40B4-BE49-F238E27FC236}">
                  <a16:creationId xmlns:a16="http://schemas.microsoft.com/office/drawing/2014/main" id="{20B00BD2-9361-C14C-1393-0DE41A6FB4F3}"/>
                </a:ext>
              </a:extLst>
            </p:cNvPr>
            <p:cNvSpPr/>
            <p:nvPr/>
          </p:nvSpPr>
          <p:spPr>
            <a:xfrm>
              <a:off x="668194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D83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7" name="フリーフォーム: 図形 116">
              <a:extLst>
                <a:ext uri="{FF2B5EF4-FFF2-40B4-BE49-F238E27FC236}">
                  <a16:creationId xmlns:a16="http://schemas.microsoft.com/office/drawing/2014/main" id="{23C881A0-1E02-F1CE-FC16-06AFE47A12E7}"/>
                </a:ext>
              </a:extLst>
            </p:cNvPr>
            <p:cNvSpPr/>
            <p:nvPr/>
          </p:nvSpPr>
          <p:spPr>
            <a:xfrm>
              <a:off x="666096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D84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8" name="フリーフォーム: 図形 117">
              <a:extLst>
                <a:ext uri="{FF2B5EF4-FFF2-40B4-BE49-F238E27FC236}">
                  <a16:creationId xmlns:a16="http://schemas.microsoft.com/office/drawing/2014/main" id="{38B1C514-492C-1F52-43DB-F889E7352B06}"/>
                </a:ext>
              </a:extLst>
            </p:cNvPr>
            <p:cNvSpPr/>
            <p:nvPr/>
          </p:nvSpPr>
          <p:spPr>
            <a:xfrm>
              <a:off x="663999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D857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9" name="フリーフォーム: 図形 118">
              <a:extLst>
                <a:ext uri="{FF2B5EF4-FFF2-40B4-BE49-F238E27FC236}">
                  <a16:creationId xmlns:a16="http://schemas.microsoft.com/office/drawing/2014/main" id="{F2A56127-C569-DBE0-0128-2466B86973C3}"/>
                </a:ext>
              </a:extLst>
            </p:cNvPr>
            <p:cNvSpPr/>
            <p:nvPr/>
          </p:nvSpPr>
          <p:spPr>
            <a:xfrm>
              <a:off x="661900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D86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0" name="フリーフォーム: 図形 119">
              <a:extLst>
                <a:ext uri="{FF2B5EF4-FFF2-40B4-BE49-F238E27FC236}">
                  <a16:creationId xmlns:a16="http://schemas.microsoft.com/office/drawing/2014/main" id="{863A1F52-AEB9-967B-21AE-7E466A652C4B}"/>
                </a:ext>
              </a:extLst>
            </p:cNvPr>
            <p:cNvSpPr/>
            <p:nvPr/>
          </p:nvSpPr>
          <p:spPr>
            <a:xfrm>
              <a:off x="659803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D87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1" name="フリーフォーム: 図形 120">
              <a:extLst>
                <a:ext uri="{FF2B5EF4-FFF2-40B4-BE49-F238E27FC236}">
                  <a16:creationId xmlns:a16="http://schemas.microsoft.com/office/drawing/2014/main" id="{3761F8CD-ADEB-C831-ECB7-0A4124B478EC}"/>
                </a:ext>
              </a:extLst>
            </p:cNvPr>
            <p:cNvSpPr/>
            <p:nvPr/>
          </p:nvSpPr>
          <p:spPr>
            <a:xfrm>
              <a:off x="657705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E888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2" name="フリーフォーム: 図形 121">
              <a:extLst>
                <a:ext uri="{FF2B5EF4-FFF2-40B4-BE49-F238E27FC236}">
                  <a16:creationId xmlns:a16="http://schemas.microsoft.com/office/drawing/2014/main" id="{975EEAB9-4B38-0242-36A5-6C6D27ACE853}"/>
                </a:ext>
              </a:extLst>
            </p:cNvPr>
            <p:cNvSpPr/>
            <p:nvPr/>
          </p:nvSpPr>
          <p:spPr>
            <a:xfrm>
              <a:off x="655607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E898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3" name="フリーフォーム: 図形 122">
              <a:extLst>
                <a:ext uri="{FF2B5EF4-FFF2-40B4-BE49-F238E27FC236}">
                  <a16:creationId xmlns:a16="http://schemas.microsoft.com/office/drawing/2014/main" id="{5A846CEB-7BBB-E5C3-1E4D-C746AD0D6DAC}"/>
                </a:ext>
              </a:extLst>
            </p:cNvPr>
            <p:cNvSpPr/>
            <p:nvPr/>
          </p:nvSpPr>
          <p:spPr>
            <a:xfrm>
              <a:off x="653510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E8A8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4" name="フリーフォーム: 図形 123">
              <a:extLst>
                <a:ext uri="{FF2B5EF4-FFF2-40B4-BE49-F238E27FC236}">
                  <a16:creationId xmlns:a16="http://schemas.microsoft.com/office/drawing/2014/main" id="{74906C28-2C6A-13AA-3EB9-835A2BB61A68}"/>
                </a:ext>
              </a:extLst>
            </p:cNvPr>
            <p:cNvSpPr/>
            <p:nvPr/>
          </p:nvSpPr>
          <p:spPr>
            <a:xfrm>
              <a:off x="651411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E8B8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5" name="フリーフォーム: 図形 124">
              <a:extLst>
                <a:ext uri="{FF2B5EF4-FFF2-40B4-BE49-F238E27FC236}">
                  <a16:creationId xmlns:a16="http://schemas.microsoft.com/office/drawing/2014/main" id="{7D8EBED5-1B81-99E9-6A01-855FAFFA80F0}"/>
                </a:ext>
              </a:extLst>
            </p:cNvPr>
            <p:cNvSpPr/>
            <p:nvPr/>
          </p:nvSpPr>
          <p:spPr>
            <a:xfrm>
              <a:off x="649314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E8C8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6" name="フリーフォーム: 図形 125">
              <a:extLst>
                <a:ext uri="{FF2B5EF4-FFF2-40B4-BE49-F238E27FC236}">
                  <a16:creationId xmlns:a16="http://schemas.microsoft.com/office/drawing/2014/main" id="{15612C76-4227-8497-3A1D-A864D0800D09}"/>
                </a:ext>
              </a:extLst>
            </p:cNvPr>
            <p:cNvSpPr/>
            <p:nvPr/>
          </p:nvSpPr>
          <p:spPr>
            <a:xfrm>
              <a:off x="647217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E8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7" name="フリーフォーム: 図形 126">
              <a:extLst>
                <a:ext uri="{FF2B5EF4-FFF2-40B4-BE49-F238E27FC236}">
                  <a16:creationId xmlns:a16="http://schemas.microsoft.com/office/drawing/2014/main" id="{09597B36-7D5F-8264-B59F-E547EE58432D}"/>
                </a:ext>
              </a:extLst>
            </p:cNvPr>
            <p:cNvSpPr/>
            <p:nvPr/>
          </p:nvSpPr>
          <p:spPr>
            <a:xfrm>
              <a:off x="645118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E8E8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8" name="フリーフォーム: 図形 127">
              <a:extLst>
                <a:ext uri="{FF2B5EF4-FFF2-40B4-BE49-F238E27FC236}">
                  <a16:creationId xmlns:a16="http://schemas.microsoft.com/office/drawing/2014/main" id="{D7179183-5109-A4FC-3506-E0A5CDD0521B}"/>
                </a:ext>
              </a:extLst>
            </p:cNvPr>
            <p:cNvSpPr/>
            <p:nvPr/>
          </p:nvSpPr>
          <p:spPr>
            <a:xfrm>
              <a:off x="643021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E8E8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9" name="フリーフォーム: 図形 128">
              <a:extLst>
                <a:ext uri="{FF2B5EF4-FFF2-40B4-BE49-F238E27FC236}">
                  <a16:creationId xmlns:a16="http://schemas.microsoft.com/office/drawing/2014/main" id="{DE53A8B7-B958-CA70-352A-272282448B4F}"/>
                </a:ext>
              </a:extLst>
            </p:cNvPr>
            <p:cNvSpPr/>
            <p:nvPr/>
          </p:nvSpPr>
          <p:spPr>
            <a:xfrm>
              <a:off x="640923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E8F8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0" name="フリーフォーム: 図形 129">
              <a:extLst>
                <a:ext uri="{FF2B5EF4-FFF2-40B4-BE49-F238E27FC236}">
                  <a16:creationId xmlns:a16="http://schemas.microsoft.com/office/drawing/2014/main" id="{46B65AF1-B0E1-1B3E-93D2-A2116AA7B3E5}"/>
                </a:ext>
              </a:extLst>
            </p:cNvPr>
            <p:cNvSpPr/>
            <p:nvPr/>
          </p:nvSpPr>
          <p:spPr>
            <a:xfrm>
              <a:off x="638825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E908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1" name="フリーフォーム: 図形 130">
              <a:extLst>
                <a:ext uri="{FF2B5EF4-FFF2-40B4-BE49-F238E27FC236}">
                  <a16:creationId xmlns:a16="http://schemas.microsoft.com/office/drawing/2014/main" id="{63BD5310-625A-60F9-47EA-04A9F2D4C038}"/>
                </a:ext>
              </a:extLst>
            </p:cNvPr>
            <p:cNvSpPr/>
            <p:nvPr/>
          </p:nvSpPr>
          <p:spPr>
            <a:xfrm>
              <a:off x="636728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E918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2" name="フリーフォーム: 図形 131">
              <a:extLst>
                <a:ext uri="{FF2B5EF4-FFF2-40B4-BE49-F238E27FC236}">
                  <a16:creationId xmlns:a16="http://schemas.microsoft.com/office/drawing/2014/main" id="{6B835D71-926F-F666-0C75-3E462A7A9610}"/>
                </a:ext>
              </a:extLst>
            </p:cNvPr>
            <p:cNvSpPr/>
            <p:nvPr/>
          </p:nvSpPr>
          <p:spPr>
            <a:xfrm>
              <a:off x="634630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F928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3" name="フリーフォーム: 図形 132">
              <a:extLst>
                <a:ext uri="{FF2B5EF4-FFF2-40B4-BE49-F238E27FC236}">
                  <a16:creationId xmlns:a16="http://schemas.microsoft.com/office/drawing/2014/main" id="{389E6D8F-ECD0-5661-3981-E432D8FBD6AA}"/>
                </a:ext>
              </a:extLst>
            </p:cNvPr>
            <p:cNvSpPr/>
            <p:nvPr/>
          </p:nvSpPr>
          <p:spPr>
            <a:xfrm>
              <a:off x="632532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F938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4" name="フリーフォーム: 図形 133">
              <a:extLst>
                <a:ext uri="{FF2B5EF4-FFF2-40B4-BE49-F238E27FC236}">
                  <a16:creationId xmlns:a16="http://schemas.microsoft.com/office/drawing/2014/main" id="{DC86D26E-2F63-05EC-E8ED-83697E2E80A2}"/>
                </a:ext>
              </a:extLst>
            </p:cNvPr>
            <p:cNvSpPr/>
            <p:nvPr/>
          </p:nvSpPr>
          <p:spPr>
            <a:xfrm>
              <a:off x="630434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F948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5" name="フリーフォーム: 図形 134">
              <a:extLst>
                <a:ext uri="{FF2B5EF4-FFF2-40B4-BE49-F238E27FC236}">
                  <a16:creationId xmlns:a16="http://schemas.microsoft.com/office/drawing/2014/main" id="{5376701D-40DE-FE2F-AD29-7FFD4F5B1F67}"/>
                </a:ext>
              </a:extLst>
            </p:cNvPr>
            <p:cNvSpPr/>
            <p:nvPr/>
          </p:nvSpPr>
          <p:spPr>
            <a:xfrm>
              <a:off x="628336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F958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6" name="フリーフォーム: 図形 135">
              <a:extLst>
                <a:ext uri="{FF2B5EF4-FFF2-40B4-BE49-F238E27FC236}">
                  <a16:creationId xmlns:a16="http://schemas.microsoft.com/office/drawing/2014/main" id="{0DEE1FC5-34D5-5C28-C364-1363002A2F87}"/>
                </a:ext>
              </a:extLst>
            </p:cNvPr>
            <p:cNvSpPr/>
            <p:nvPr/>
          </p:nvSpPr>
          <p:spPr>
            <a:xfrm>
              <a:off x="626239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F96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7" name="フリーフォーム: 図形 136">
              <a:extLst>
                <a:ext uri="{FF2B5EF4-FFF2-40B4-BE49-F238E27FC236}">
                  <a16:creationId xmlns:a16="http://schemas.microsoft.com/office/drawing/2014/main" id="{264E5111-919A-402B-6746-1B8E5A4A7819}"/>
                </a:ext>
              </a:extLst>
            </p:cNvPr>
            <p:cNvSpPr/>
            <p:nvPr/>
          </p:nvSpPr>
          <p:spPr>
            <a:xfrm>
              <a:off x="624141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F979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8" name="フリーフォーム: 図形 137">
              <a:extLst>
                <a:ext uri="{FF2B5EF4-FFF2-40B4-BE49-F238E27FC236}">
                  <a16:creationId xmlns:a16="http://schemas.microsoft.com/office/drawing/2014/main" id="{A1B36C0D-26CA-D7A0-DC6F-3872FC4E9375}"/>
                </a:ext>
              </a:extLst>
            </p:cNvPr>
            <p:cNvSpPr/>
            <p:nvPr/>
          </p:nvSpPr>
          <p:spPr>
            <a:xfrm>
              <a:off x="622043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F989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9" name="フリーフォーム: 図形 138">
              <a:extLst>
                <a:ext uri="{FF2B5EF4-FFF2-40B4-BE49-F238E27FC236}">
                  <a16:creationId xmlns:a16="http://schemas.microsoft.com/office/drawing/2014/main" id="{231DB6EE-3D4F-60FC-4E06-050CCE038E8F}"/>
                </a:ext>
              </a:extLst>
            </p:cNvPr>
            <p:cNvSpPr/>
            <p:nvPr/>
          </p:nvSpPr>
          <p:spPr>
            <a:xfrm>
              <a:off x="619946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F999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0" name="フリーフォーム: 図形 139">
              <a:extLst>
                <a:ext uri="{FF2B5EF4-FFF2-40B4-BE49-F238E27FC236}">
                  <a16:creationId xmlns:a16="http://schemas.microsoft.com/office/drawing/2014/main" id="{D399FB85-EFFE-0AC7-FF94-21A7D3968393}"/>
                </a:ext>
              </a:extLst>
            </p:cNvPr>
            <p:cNvSpPr/>
            <p:nvPr/>
          </p:nvSpPr>
          <p:spPr>
            <a:xfrm>
              <a:off x="617847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F9A9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1" name="フリーフォーム: 図形 140">
              <a:extLst>
                <a:ext uri="{FF2B5EF4-FFF2-40B4-BE49-F238E27FC236}">
                  <a16:creationId xmlns:a16="http://schemas.microsoft.com/office/drawing/2014/main" id="{E1349EAE-B030-612C-2047-ED0FA47D3FF8}"/>
                </a:ext>
              </a:extLst>
            </p:cNvPr>
            <p:cNvSpPr/>
            <p:nvPr/>
          </p:nvSpPr>
          <p:spPr>
            <a:xfrm>
              <a:off x="615750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F9B9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2" name="フリーフォーム: 図形 141">
              <a:extLst>
                <a:ext uri="{FF2B5EF4-FFF2-40B4-BE49-F238E27FC236}">
                  <a16:creationId xmlns:a16="http://schemas.microsoft.com/office/drawing/2014/main" id="{4421FDC4-2292-42E7-68A8-D6E756783231}"/>
                </a:ext>
              </a:extLst>
            </p:cNvPr>
            <p:cNvSpPr/>
            <p:nvPr/>
          </p:nvSpPr>
          <p:spPr>
            <a:xfrm>
              <a:off x="613652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F9B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3" name="フリーフォーム: 図形 142">
              <a:extLst>
                <a:ext uri="{FF2B5EF4-FFF2-40B4-BE49-F238E27FC236}">
                  <a16:creationId xmlns:a16="http://schemas.microsoft.com/office/drawing/2014/main" id="{69EA09CC-0876-6425-EAA5-63C55635FC71}"/>
                </a:ext>
              </a:extLst>
            </p:cNvPr>
            <p:cNvSpPr/>
            <p:nvPr/>
          </p:nvSpPr>
          <p:spPr>
            <a:xfrm>
              <a:off x="611554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DF9C9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4" name="フリーフォーム: 図形 143">
              <a:extLst>
                <a:ext uri="{FF2B5EF4-FFF2-40B4-BE49-F238E27FC236}">
                  <a16:creationId xmlns:a16="http://schemas.microsoft.com/office/drawing/2014/main" id="{69A42D5C-7D43-9DDC-78F3-FDF1AFABB86D}"/>
                </a:ext>
              </a:extLst>
            </p:cNvPr>
            <p:cNvSpPr/>
            <p:nvPr/>
          </p:nvSpPr>
          <p:spPr>
            <a:xfrm>
              <a:off x="609457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09D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5" name="フリーフォーム: 図形 144">
              <a:extLst>
                <a:ext uri="{FF2B5EF4-FFF2-40B4-BE49-F238E27FC236}">
                  <a16:creationId xmlns:a16="http://schemas.microsoft.com/office/drawing/2014/main" id="{C8E939C3-3C5D-CB46-00EF-F466F683FCF3}"/>
                </a:ext>
              </a:extLst>
            </p:cNvPr>
            <p:cNvSpPr/>
            <p:nvPr/>
          </p:nvSpPr>
          <p:spPr>
            <a:xfrm>
              <a:off x="607358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09E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6" name="フリーフォーム: 図形 145">
              <a:extLst>
                <a:ext uri="{FF2B5EF4-FFF2-40B4-BE49-F238E27FC236}">
                  <a16:creationId xmlns:a16="http://schemas.microsoft.com/office/drawing/2014/main" id="{445AE8D5-DFE1-1DFE-FE33-9E8C41C2D209}"/>
                </a:ext>
              </a:extLst>
            </p:cNvPr>
            <p:cNvSpPr/>
            <p:nvPr/>
          </p:nvSpPr>
          <p:spPr>
            <a:xfrm>
              <a:off x="605261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09F9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7" name="フリーフォーム: 図形 146">
              <a:extLst>
                <a:ext uri="{FF2B5EF4-FFF2-40B4-BE49-F238E27FC236}">
                  <a16:creationId xmlns:a16="http://schemas.microsoft.com/office/drawing/2014/main" id="{78629D99-DA99-1655-384C-CA2F5B6500E9}"/>
                </a:ext>
              </a:extLst>
            </p:cNvPr>
            <p:cNvSpPr/>
            <p:nvPr/>
          </p:nvSpPr>
          <p:spPr>
            <a:xfrm>
              <a:off x="603163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0A09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8" name="フリーフォーム: 図形 147">
              <a:extLst>
                <a:ext uri="{FF2B5EF4-FFF2-40B4-BE49-F238E27FC236}">
                  <a16:creationId xmlns:a16="http://schemas.microsoft.com/office/drawing/2014/main" id="{E64081A0-CC0A-3400-BD61-F86D15A579A0}"/>
                </a:ext>
              </a:extLst>
            </p:cNvPr>
            <p:cNvSpPr/>
            <p:nvPr/>
          </p:nvSpPr>
          <p:spPr>
            <a:xfrm>
              <a:off x="601065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0A19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9" name="フリーフォーム: 図形 148">
              <a:extLst>
                <a:ext uri="{FF2B5EF4-FFF2-40B4-BE49-F238E27FC236}">
                  <a16:creationId xmlns:a16="http://schemas.microsoft.com/office/drawing/2014/main" id="{6ACACDCE-6F18-D354-F67F-2DB02920CAA7}"/>
                </a:ext>
              </a:extLst>
            </p:cNvPr>
            <p:cNvSpPr/>
            <p:nvPr/>
          </p:nvSpPr>
          <p:spPr>
            <a:xfrm>
              <a:off x="598968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0A2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0" name="フリーフォーム: 図形 149">
              <a:extLst>
                <a:ext uri="{FF2B5EF4-FFF2-40B4-BE49-F238E27FC236}">
                  <a16:creationId xmlns:a16="http://schemas.microsoft.com/office/drawing/2014/main" id="{D6B153A2-53A7-7C4E-0CEE-F0BB197E3FBA}"/>
                </a:ext>
              </a:extLst>
            </p:cNvPr>
            <p:cNvSpPr/>
            <p:nvPr/>
          </p:nvSpPr>
          <p:spPr>
            <a:xfrm>
              <a:off x="596870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0A39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1" name="フリーフォーム: 図形 150">
              <a:extLst>
                <a:ext uri="{FF2B5EF4-FFF2-40B4-BE49-F238E27FC236}">
                  <a16:creationId xmlns:a16="http://schemas.microsoft.com/office/drawing/2014/main" id="{25886669-D145-5C08-8F65-157293CBC9CE}"/>
                </a:ext>
              </a:extLst>
            </p:cNvPr>
            <p:cNvSpPr/>
            <p:nvPr/>
          </p:nvSpPr>
          <p:spPr>
            <a:xfrm>
              <a:off x="594772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0A4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2" name="フリーフォーム: 図形 151">
              <a:extLst>
                <a:ext uri="{FF2B5EF4-FFF2-40B4-BE49-F238E27FC236}">
                  <a16:creationId xmlns:a16="http://schemas.microsoft.com/office/drawing/2014/main" id="{AF8B6AB5-9A5E-F0A8-7E8D-C6EC0F6A54EF}"/>
                </a:ext>
              </a:extLst>
            </p:cNvPr>
            <p:cNvSpPr/>
            <p:nvPr/>
          </p:nvSpPr>
          <p:spPr>
            <a:xfrm>
              <a:off x="592674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0A5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3" name="フリーフォーム: 図形 152">
              <a:extLst>
                <a:ext uri="{FF2B5EF4-FFF2-40B4-BE49-F238E27FC236}">
                  <a16:creationId xmlns:a16="http://schemas.microsoft.com/office/drawing/2014/main" id="{675C6775-2735-8A94-11C1-26D9A4078169}"/>
                </a:ext>
              </a:extLst>
            </p:cNvPr>
            <p:cNvSpPr/>
            <p:nvPr/>
          </p:nvSpPr>
          <p:spPr>
            <a:xfrm>
              <a:off x="590577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0A6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4" name="フリーフォーム: 図形 153">
              <a:extLst>
                <a:ext uri="{FF2B5EF4-FFF2-40B4-BE49-F238E27FC236}">
                  <a16:creationId xmlns:a16="http://schemas.microsoft.com/office/drawing/2014/main" id="{B7C6AFFD-3D65-73DF-B60E-C61C23DAD45F}"/>
                </a:ext>
              </a:extLst>
            </p:cNvPr>
            <p:cNvSpPr/>
            <p:nvPr/>
          </p:nvSpPr>
          <p:spPr>
            <a:xfrm>
              <a:off x="588479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0A7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5" name="フリーフォーム: 図形 154">
              <a:extLst>
                <a:ext uri="{FF2B5EF4-FFF2-40B4-BE49-F238E27FC236}">
                  <a16:creationId xmlns:a16="http://schemas.microsoft.com/office/drawing/2014/main" id="{112EC805-86BE-5655-3C1B-91767DDA72F0}"/>
                </a:ext>
              </a:extLst>
            </p:cNvPr>
            <p:cNvSpPr/>
            <p:nvPr/>
          </p:nvSpPr>
          <p:spPr>
            <a:xfrm>
              <a:off x="586381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0A8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6" name="フリーフォーム: 図形 155">
              <a:extLst>
                <a:ext uri="{FF2B5EF4-FFF2-40B4-BE49-F238E27FC236}">
                  <a16:creationId xmlns:a16="http://schemas.microsoft.com/office/drawing/2014/main" id="{EAC0017B-61E1-D7B5-4397-EEE107A57C8D}"/>
                </a:ext>
              </a:extLst>
            </p:cNvPr>
            <p:cNvSpPr/>
            <p:nvPr/>
          </p:nvSpPr>
          <p:spPr>
            <a:xfrm>
              <a:off x="584283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1A9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7" name="フリーフォーム: 図形 156">
              <a:extLst>
                <a:ext uri="{FF2B5EF4-FFF2-40B4-BE49-F238E27FC236}">
                  <a16:creationId xmlns:a16="http://schemas.microsoft.com/office/drawing/2014/main" id="{519EB906-4659-98DA-EB37-2A3B194E810D}"/>
                </a:ext>
              </a:extLst>
            </p:cNvPr>
            <p:cNvSpPr/>
            <p:nvPr/>
          </p:nvSpPr>
          <p:spPr>
            <a:xfrm>
              <a:off x="582186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1A9A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8" name="フリーフォーム: 図形 157">
              <a:extLst>
                <a:ext uri="{FF2B5EF4-FFF2-40B4-BE49-F238E27FC236}">
                  <a16:creationId xmlns:a16="http://schemas.microsoft.com/office/drawing/2014/main" id="{A17ABDD7-0344-F8F5-310B-1A12144E9C06}"/>
                </a:ext>
              </a:extLst>
            </p:cNvPr>
            <p:cNvSpPr/>
            <p:nvPr/>
          </p:nvSpPr>
          <p:spPr>
            <a:xfrm>
              <a:off x="580088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1AA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9" name="フリーフォーム: 図形 158">
              <a:extLst>
                <a:ext uri="{FF2B5EF4-FFF2-40B4-BE49-F238E27FC236}">
                  <a16:creationId xmlns:a16="http://schemas.microsoft.com/office/drawing/2014/main" id="{2AE3C0F8-86C1-AA0B-4E32-3975E8A796E7}"/>
                </a:ext>
              </a:extLst>
            </p:cNvPr>
            <p:cNvSpPr/>
            <p:nvPr/>
          </p:nvSpPr>
          <p:spPr>
            <a:xfrm>
              <a:off x="577990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1ABA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0" name="フリーフォーム: 図形 159">
              <a:extLst>
                <a:ext uri="{FF2B5EF4-FFF2-40B4-BE49-F238E27FC236}">
                  <a16:creationId xmlns:a16="http://schemas.microsoft.com/office/drawing/2014/main" id="{C100812F-8134-CF78-2643-221A0A864E22}"/>
                </a:ext>
              </a:extLst>
            </p:cNvPr>
            <p:cNvSpPr/>
            <p:nvPr/>
          </p:nvSpPr>
          <p:spPr>
            <a:xfrm>
              <a:off x="575892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1ACA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1" name="フリーフォーム: 図形 160">
              <a:extLst>
                <a:ext uri="{FF2B5EF4-FFF2-40B4-BE49-F238E27FC236}">
                  <a16:creationId xmlns:a16="http://schemas.microsoft.com/office/drawing/2014/main" id="{399399BE-F9C2-471B-FB2E-4BAA9198E1F1}"/>
                </a:ext>
              </a:extLst>
            </p:cNvPr>
            <p:cNvSpPr/>
            <p:nvPr/>
          </p:nvSpPr>
          <p:spPr>
            <a:xfrm>
              <a:off x="573794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1AD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2" name="フリーフォーム: 図形 161">
              <a:extLst>
                <a:ext uri="{FF2B5EF4-FFF2-40B4-BE49-F238E27FC236}">
                  <a16:creationId xmlns:a16="http://schemas.microsoft.com/office/drawing/2014/main" id="{87CC7981-B6EC-CDED-C64C-35528A03CBBF}"/>
                </a:ext>
              </a:extLst>
            </p:cNvPr>
            <p:cNvSpPr/>
            <p:nvPr/>
          </p:nvSpPr>
          <p:spPr>
            <a:xfrm>
              <a:off x="571697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1AEA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3" name="フリーフォーム: 図形 162">
              <a:extLst>
                <a:ext uri="{FF2B5EF4-FFF2-40B4-BE49-F238E27FC236}">
                  <a16:creationId xmlns:a16="http://schemas.microsoft.com/office/drawing/2014/main" id="{CBDDC32F-880D-C75B-11F2-F420FC31C44B}"/>
                </a:ext>
              </a:extLst>
            </p:cNvPr>
            <p:cNvSpPr/>
            <p:nvPr/>
          </p:nvSpPr>
          <p:spPr>
            <a:xfrm>
              <a:off x="569599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1AFA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4" name="フリーフォーム: 図形 163">
              <a:extLst>
                <a:ext uri="{FF2B5EF4-FFF2-40B4-BE49-F238E27FC236}">
                  <a16:creationId xmlns:a16="http://schemas.microsoft.com/office/drawing/2014/main" id="{5D3BBA82-1048-C466-AF56-7B007195D6B8}"/>
                </a:ext>
              </a:extLst>
            </p:cNvPr>
            <p:cNvSpPr/>
            <p:nvPr/>
          </p:nvSpPr>
          <p:spPr>
            <a:xfrm>
              <a:off x="567501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1B0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5" name="フリーフォーム: 図形 164">
              <a:extLst>
                <a:ext uri="{FF2B5EF4-FFF2-40B4-BE49-F238E27FC236}">
                  <a16:creationId xmlns:a16="http://schemas.microsoft.com/office/drawing/2014/main" id="{1F33231C-B522-C7C8-99F1-017AD90B049C}"/>
                </a:ext>
              </a:extLst>
            </p:cNvPr>
            <p:cNvSpPr/>
            <p:nvPr/>
          </p:nvSpPr>
          <p:spPr>
            <a:xfrm>
              <a:off x="565403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1B1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6" name="フリーフォーム: 図形 165">
              <a:extLst>
                <a:ext uri="{FF2B5EF4-FFF2-40B4-BE49-F238E27FC236}">
                  <a16:creationId xmlns:a16="http://schemas.microsoft.com/office/drawing/2014/main" id="{CC57F662-193C-A474-8B20-1E82EADBF0E6}"/>
                </a:ext>
              </a:extLst>
            </p:cNvPr>
            <p:cNvSpPr/>
            <p:nvPr/>
          </p:nvSpPr>
          <p:spPr>
            <a:xfrm>
              <a:off x="563305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1B2A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7" name="フリーフォーム: 図形 166">
              <a:extLst>
                <a:ext uri="{FF2B5EF4-FFF2-40B4-BE49-F238E27FC236}">
                  <a16:creationId xmlns:a16="http://schemas.microsoft.com/office/drawing/2014/main" id="{122908E0-4B03-B43C-E648-3027F5B79FC8}"/>
                </a:ext>
              </a:extLst>
            </p:cNvPr>
            <p:cNvSpPr/>
            <p:nvPr/>
          </p:nvSpPr>
          <p:spPr>
            <a:xfrm>
              <a:off x="561208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1B3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8" name="フリーフォーム: 図形 167">
              <a:extLst>
                <a:ext uri="{FF2B5EF4-FFF2-40B4-BE49-F238E27FC236}">
                  <a16:creationId xmlns:a16="http://schemas.microsoft.com/office/drawing/2014/main" id="{287AD641-E9A6-2981-8386-9CECEC8148B2}"/>
                </a:ext>
              </a:extLst>
            </p:cNvPr>
            <p:cNvSpPr/>
            <p:nvPr/>
          </p:nvSpPr>
          <p:spPr>
            <a:xfrm>
              <a:off x="559110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2B4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9" name="フリーフォーム: 図形 168">
              <a:extLst>
                <a:ext uri="{FF2B5EF4-FFF2-40B4-BE49-F238E27FC236}">
                  <a16:creationId xmlns:a16="http://schemas.microsoft.com/office/drawing/2014/main" id="{4F213B51-E379-0AB3-C64A-2B693B812961}"/>
                </a:ext>
              </a:extLst>
            </p:cNvPr>
            <p:cNvSpPr/>
            <p:nvPr/>
          </p:nvSpPr>
          <p:spPr>
            <a:xfrm>
              <a:off x="557012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2B5B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0" name="フリーフォーム: 図形 169">
              <a:extLst>
                <a:ext uri="{FF2B5EF4-FFF2-40B4-BE49-F238E27FC236}">
                  <a16:creationId xmlns:a16="http://schemas.microsoft.com/office/drawing/2014/main" id="{1FB3CDF1-2523-CE49-9839-2B7CE28FACBD}"/>
                </a:ext>
              </a:extLst>
            </p:cNvPr>
            <p:cNvSpPr/>
            <p:nvPr/>
          </p:nvSpPr>
          <p:spPr>
            <a:xfrm>
              <a:off x="554915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2B6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1" name="フリーフォーム: 図形 170">
              <a:extLst>
                <a:ext uri="{FF2B5EF4-FFF2-40B4-BE49-F238E27FC236}">
                  <a16:creationId xmlns:a16="http://schemas.microsoft.com/office/drawing/2014/main" id="{8AE36895-4635-AECC-E3BA-A72BFC2ED4A6}"/>
                </a:ext>
              </a:extLst>
            </p:cNvPr>
            <p:cNvSpPr/>
            <p:nvPr/>
          </p:nvSpPr>
          <p:spPr>
            <a:xfrm>
              <a:off x="552817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2B6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2" name="フリーフォーム: 図形 171">
              <a:extLst>
                <a:ext uri="{FF2B5EF4-FFF2-40B4-BE49-F238E27FC236}">
                  <a16:creationId xmlns:a16="http://schemas.microsoft.com/office/drawing/2014/main" id="{5DEB7087-A23D-85AC-B8A6-38FD62B6F143}"/>
                </a:ext>
              </a:extLst>
            </p:cNvPr>
            <p:cNvSpPr/>
            <p:nvPr/>
          </p:nvSpPr>
          <p:spPr>
            <a:xfrm>
              <a:off x="550719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2B7B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3" name="フリーフォーム: 図形 172">
              <a:extLst>
                <a:ext uri="{FF2B5EF4-FFF2-40B4-BE49-F238E27FC236}">
                  <a16:creationId xmlns:a16="http://schemas.microsoft.com/office/drawing/2014/main" id="{7979442A-494B-A00F-01FD-A2EDF26BAD14}"/>
                </a:ext>
              </a:extLst>
            </p:cNvPr>
            <p:cNvSpPr/>
            <p:nvPr/>
          </p:nvSpPr>
          <p:spPr>
            <a:xfrm>
              <a:off x="548621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2B8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4" name="フリーフォーム: 図形 173">
              <a:extLst>
                <a:ext uri="{FF2B5EF4-FFF2-40B4-BE49-F238E27FC236}">
                  <a16:creationId xmlns:a16="http://schemas.microsoft.com/office/drawing/2014/main" id="{EAB995F7-855A-969F-81BB-5E0C563A9066}"/>
                </a:ext>
              </a:extLst>
            </p:cNvPr>
            <p:cNvSpPr/>
            <p:nvPr/>
          </p:nvSpPr>
          <p:spPr>
            <a:xfrm>
              <a:off x="546524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2B9B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5" name="フリーフォーム: 図形 174">
              <a:extLst>
                <a:ext uri="{FF2B5EF4-FFF2-40B4-BE49-F238E27FC236}">
                  <a16:creationId xmlns:a16="http://schemas.microsoft.com/office/drawing/2014/main" id="{AEFDF581-1B85-AC5D-7469-40638210EF33}"/>
                </a:ext>
              </a:extLst>
            </p:cNvPr>
            <p:cNvSpPr/>
            <p:nvPr/>
          </p:nvSpPr>
          <p:spPr>
            <a:xfrm>
              <a:off x="544426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2BA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6" name="フリーフォーム: 図形 175">
              <a:extLst>
                <a:ext uri="{FF2B5EF4-FFF2-40B4-BE49-F238E27FC236}">
                  <a16:creationId xmlns:a16="http://schemas.microsoft.com/office/drawing/2014/main" id="{1DFA1A73-B86E-F39E-A13E-D8B0AC089740}"/>
                </a:ext>
              </a:extLst>
            </p:cNvPr>
            <p:cNvSpPr/>
            <p:nvPr/>
          </p:nvSpPr>
          <p:spPr>
            <a:xfrm>
              <a:off x="542328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2BBB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7" name="フリーフォーム: 図形 176">
              <a:extLst>
                <a:ext uri="{FF2B5EF4-FFF2-40B4-BE49-F238E27FC236}">
                  <a16:creationId xmlns:a16="http://schemas.microsoft.com/office/drawing/2014/main" id="{233D6191-B072-40FF-A5D3-1E144DFCBD13}"/>
                </a:ext>
              </a:extLst>
            </p:cNvPr>
            <p:cNvSpPr/>
            <p:nvPr/>
          </p:nvSpPr>
          <p:spPr>
            <a:xfrm>
              <a:off x="540230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2BCB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8" name="フリーフォーム: 図形 177">
              <a:extLst>
                <a:ext uri="{FF2B5EF4-FFF2-40B4-BE49-F238E27FC236}">
                  <a16:creationId xmlns:a16="http://schemas.microsoft.com/office/drawing/2014/main" id="{78C9FD94-FFD0-79A8-90A8-C9BF5E290ACE}"/>
                </a:ext>
              </a:extLst>
            </p:cNvPr>
            <p:cNvSpPr/>
            <p:nvPr/>
          </p:nvSpPr>
          <p:spPr>
            <a:xfrm>
              <a:off x="538132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2BDB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9" name="フリーフォーム: 図形 178">
              <a:extLst>
                <a:ext uri="{FF2B5EF4-FFF2-40B4-BE49-F238E27FC236}">
                  <a16:creationId xmlns:a16="http://schemas.microsoft.com/office/drawing/2014/main" id="{A3EAB249-6985-8672-8358-E5BB9E9423EB}"/>
                </a:ext>
              </a:extLst>
            </p:cNvPr>
            <p:cNvSpPr/>
            <p:nvPr/>
          </p:nvSpPr>
          <p:spPr>
            <a:xfrm>
              <a:off x="536035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2BEB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0" name="フリーフォーム: 図形 179">
              <a:extLst>
                <a:ext uri="{FF2B5EF4-FFF2-40B4-BE49-F238E27FC236}">
                  <a16:creationId xmlns:a16="http://schemas.microsoft.com/office/drawing/2014/main" id="{AC364BA8-2487-2E9B-10F5-052D7C695D1C}"/>
                </a:ext>
              </a:extLst>
            </p:cNvPr>
            <p:cNvSpPr/>
            <p:nvPr/>
          </p:nvSpPr>
          <p:spPr>
            <a:xfrm>
              <a:off x="533937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3BF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1" name="フリーフォーム: 図形 180">
              <a:extLst>
                <a:ext uri="{FF2B5EF4-FFF2-40B4-BE49-F238E27FC236}">
                  <a16:creationId xmlns:a16="http://schemas.microsoft.com/office/drawing/2014/main" id="{DBF0E5DE-14C8-9C02-B97F-56D9444E0FF4}"/>
                </a:ext>
              </a:extLst>
            </p:cNvPr>
            <p:cNvSpPr/>
            <p:nvPr/>
          </p:nvSpPr>
          <p:spPr>
            <a:xfrm>
              <a:off x="531839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3C0B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2" name="フリーフォーム: 図形 181">
              <a:extLst>
                <a:ext uri="{FF2B5EF4-FFF2-40B4-BE49-F238E27FC236}">
                  <a16:creationId xmlns:a16="http://schemas.microsoft.com/office/drawing/2014/main" id="{FA3FDA20-E00C-540E-7ED8-355EBEB5F1BD}"/>
                </a:ext>
              </a:extLst>
            </p:cNvPr>
            <p:cNvSpPr/>
            <p:nvPr/>
          </p:nvSpPr>
          <p:spPr>
            <a:xfrm>
              <a:off x="529741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3C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3" name="フリーフォーム: 図形 182">
              <a:extLst>
                <a:ext uri="{FF2B5EF4-FFF2-40B4-BE49-F238E27FC236}">
                  <a16:creationId xmlns:a16="http://schemas.microsoft.com/office/drawing/2014/main" id="{4472A8F7-78F6-C95E-A526-BA52F7BE29F2}"/>
                </a:ext>
              </a:extLst>
            </p:cNvPr>
            <p:cNvSpPr/>
            <p:nvPr/>
          </p:nvSpPr>
          <p:spPr>
            <a:xfrm>
              <a:off x="527644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3C2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4" name="フリーフォーム: 図形 183">
              <a:extLst>
                <a:ext uri="{FF2B5EF4-FFF2-40B4-BE49-F238E27FC236}">
                  <a16:creationId xmlns:a16="http://schemas.microsoft.com/office/drawing/2014/main" id="{3F6BD040-C19E-3422-8F7C-07E93145BB63}"/>
                </a:ext>
              </a:extLst>
            </p:cNvPr>
            <p:cNvSpPr/>
            <p:nvPr/>
          </p:nvSpPr>
          <p:spPr>
            <a:xfrm>
              <a:off x="525546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3C3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5" name="フリーフォーム: 図形 184">
              <a:extLst>
                <a:ext uri="{FF2B5EF4-FFF2-40B4-BE49-F238E27FC236}">
                  <a16:creationId xmlns:a16="http://schemas.microsoft.com/office/drawing/2014/main" id="{AA2946AE-15E7-B852-AC6F-B6F824FA73C4}"/>
                </a:ext>
              </a:extLst>
            </p:cNvPr>
            <p:cNvSpPr/>
            <p:nvPr/>
          </p:nvSpPr>
          <p:spPr>
            <a:xfrm>
              <a:off x="523448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3C3C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6" name="フリーフォーム: 図形 185">
              <a:extLst>
                <a:ext uri="{FF2B5EF4-FFF2-40B4-BE49-F238E27FC236}">
                  <a16:creationId xmlns:a16="http://schemas.microsoft.com/office/drawing/2014/main" id="{8E014C11-30F3-5E6D-82BC-36EECAC8F188}"/>
                </a:ext>
              </a:extLst>
            </p:cNvPr>
            <p:cNvSpPr/>
            <p:nvPr/>
          </p:nvSpPr>
          <p:spPr>
            <a:xfrm>
              <a:off x="521350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3C4C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7" name="フリーフォーム: 図形 186">
              <a:extLst>
                <a:ext uri="{FF2B5EF4-FFF2-40B4-BE49-F238E27FC236}">
                  <a16:creationId xmlns:a16="http://schemas.microsoft.com/office/drawing/2014/main" id="{4259C33D-815F-A6C4-2DC4-6D445A626200}"/>
                </a:ext>
              </a:extLst>
            </p:cNvPr>
            <p:cNvSpPr/>
            <p:nvPr/>
          </p:nvSpPr>
          <p:spPr>
            <a:xfrm>
              <a:off x="519252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3C5C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8" name="フリーフォーム: 図形 187">
              <a:extLst>
                <a:ext uri="{FF2B5EF4-FFF2-40B4-BE49-F238E27FC236}">
                  <a16:creationId xmlns:a16="http://schemas.microsoft.com/office/drawing/2014/main" id="{31198F89-AAFA-8B76-B6C3-2FCADF09759B}"/>
                </a:ext>
              </a:extLst>
            </p:cNvPr>
            <p:cNvSpPr/>
            <p:nvPr/>
          </p:nvSpPr>
          <p:spPr>
            <a:xfrm>
              <a:off x="517155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3C6C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9" name="フリーフォーム: 図形 188">
              <a:extLst>
                <a:ext uri="{FF2B5EF4-FFF2-40B4-BE49-F238E27FC236}">
                  <a16:creationId xmlns:a16="http://schemas.microsoft.com/office/drawing/2014/main" id="{1B6DD88A-681D-C604-569A-DF8CBCA48E1E}"/>
                </a:ext>
              </a:extLst>
            </p:cNvPr>
            <p:cNvSpPr/>
            <p:nvPr/>
          </p:nvSpPr>
          <p:spPr>
            <a:xfrm>
              <a:off x="515057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3C7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0" name="フリーフォーム: 図形 189">
              <a:extLst>
                <a:ext uri="{FF2B5EF4-FFF2-40B4-BE49-F238E27FC236}">
                  <a16:creationId xmlns:a16="http://schemas.microsoft.com/office/drawing/2014/main" id="{3BE68115-3965-2480-12B7-FACF2F523799}"/>
                </a:ext>
              </a:extLst>
            </p:cNvPr>
            <p:cNvSpPr/>
            <p:nvPr/>
          </p:nvSpPr>
          <p:spPr>
            <a:xfrm>
              <a:off x="512959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3C8C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1" name="フリーフォーム: 図形 190">
              <a:extLst>
                <a:ext uri="{FF2B5EF4-FFF2-40B4-BE49-F238E27FC236}">
                  <a16:creationId xmlns:a16="http://schemas.microsoft.com/office/drawing/2014/main" id="{7E524791-B29D-9552-3428-79F372EF208C}"/>
                </a:ext>
              </a:extLst>
            </p:cNvPr>
            <p:cNvSpPr/>
            <p:nvPr/>
          </p:nvSpPr>
          <p:spPr>
            <a:xfrm>
              <a:off x="510861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3C9C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2" name="フリーフォーム: 図形 191">
              <a:extLst>
                <a:ext uri="{FF2B5EF4-FFF2-40B4-BE49-F238E27FC236}">
                  <a16:creationId xmlns:a16="http://schemas.microsoft.com/office/drawing/2014/main" id="{29786F09-A025-9915-77C0-175010F3ECB8}"/>
                </a:ext>
              </a:extLst>
            </p:cNvPr>
            <p:cNvSpPr/>
            <p:nvPr/>
          </p:nvSpPr>
          <p:spPr>
            <a:xfrm>
              <a:off x="508764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4CAC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3" name="フリーフォーム: 図形 192">
              <a:extLst>
                <a:ext uri="{FF2B5EF4-FFF2-40B4-BE49-F238E27FC236}">
                  <a16:creationId xmlns:a16="http://schemas.microsoft.com/office/drawing/2014/main" id="{0C17F275-FFCE-33D7-28FC-57CAE0436F26}"/>
                </a:ext>
              </a:extLst>
            </p:cNvPr>
            <p:cNvSpPr/>
            <p:nvPr/>
          </p:nvSpPr>
          <p:spPr>
            <a:xfrm>
              <a:off x="506666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4CBC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4" name="フリーフォーム: 図形 193">
              <a:extLst>
                <a:ext uri="{FF2B5EF4-FFF2-40B4-BE49-F238E27FC236}">
                  <a16:creationId xmlns:a16="http://schemas.microsoft.com/office/drawing/2014/main" id="{84C5AABF-FB4B-A9DC-1FCD-CD031554C260}"/>
                </a:ext>
              </a:extLst>
            </p:cNvPr>
            <p:cNvSpPr/>
            <p:nvPr/>
          </p:nvSpPr>
          <p:spPr>
            <a:xfrm>
              <a:off x="504568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4CCC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5" name="フリーフォーム: 図形 194">
              <a:extLst>
                <a:ext uri="{FF2B5EF4-FFF2-40B4-BE49-F238E27FC236}">
                  <a16:creationId xmlns:a16="http://schemas.microsoft.com/office/drawing/2014/main" id="{0A22A151-154B-2FEB-6C61-7269CE4EF482}"/>
                </a:ext>
              </a:extLst>
            </p:cNvPr>
            <p:cNvSpPr/>
            <p:nvPr/>
          </p:nvSpPr>
          <p:spPr>
            <a:xfrm>
              <a:off x="502470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4CDC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6" name="フリーフォーム: 図形 195">
              <a:extLst>
                <a:ext uri="{FF2B5EF4-FFF2-40B4-BE49-F238E27FC236}">
                  <a16:creationId xmlns:a16="http://schemas.microsoft.com/office/drawing/2014/main" id="{09C3C9F8-82D2-9893-808E-51D10C01E754}"/>
                </a:ext>
              </a:extLst>
            </p:cNvPr>
            <p:cNvSpPr/>
            <p:nvPr/>
          </p:nvSpPr>
          <p:spPr>
            <a:xfrm>
              <a:off x="500372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4CE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7" name="フリーフォーム: 図形 196">
              <a:extLst>
                <a:ext uri="{FF2B5EF4-FFF2-40B4-BE49-F238E27FC236}">
                  <a16:creationId xmlns:a16="http://schemas.microsoft.com/office/drawing/2014/main" id="{2740B4B2-C272-5C38-667C-23BE862531EE}"/>
                </a:ext>
              </a:extLst>
            </p:cNvPr>
            <p:cNvSpPr/>
            <p:nvPr/>
          </p:nvSpPr>
          <p:spPr>
            <a:xfrm>
              <a:off x="498275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4CFC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8" name="フリーフォーム: 図形 197">
              <a:extLst>
                <a:ext uri="{FF2B5EF4-FFF2-40B4-BE49-F238E27FC236}">
                  <a16:creationId xmlns:a16="http://schemas.microsoft.com/office/drawing/2014/main" id="{341CE598-FFBD-6640-3D6F-7DBFE6DD0DE4}"/>
                </a:ext>
              </a:extLst>
            </p:cNvPr>
            <p:cNvSpPr/>
            <p:nvPr/>
          </p:nvSpPr>
          <p:spPr>
            <a:xfrm>
              <a:off x="496177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4D0C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9" name="フリーフォーム: 図形 198">
              <a:extLst>
                <a:ext uri="{FF2B5EF4-FFF2-40B4-BE49-F238E27FC236}">
                  <a16:creationId xmlns:a16="http://schemas.microsoft.com/office/drawing/2014/main" id="{D6E2742B-F51B-9119-0049-51E03A0BD217}"/>
                </a:ext>
              </a:extLst>
            </p:cNvPr>
            <p:cNvSpPr/>
            <p:nvPr/>
          </p:nvSpPr>
          <p:spPr>
            <a:xfrm>
              <a:off x="494079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4D1C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0" name="フリーフォーム: 図形 199">
              <a:extLst>
                <a:ext uri="{FF2B5EF4-FFF2-40B4-BE49-F238E27FC236}">
                  <a16:creationId xmlns:a16="http://schemas.microsoft.com/office/drawing/2014/main" id="{9F36B777-3FB3-05A1-7955-3B7A20517CC8}"/>
                </a:ext>
              </a:extLst>
            </p:cNvPr>
            <p:cNvSpPr/>
            <p:nvPr/>
          </p:nvSpPr>
          <p:spPr>
            <a:xfrm>
              <a:off x="491982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4D1D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1" name="フリーフォーム: 図形 200">
              <a:extLst>
                <a:ext uri="{FF2B5EF4-FFF2-40B4-BE49-F238E27FC236}">
                  <a16:creationId xmlns:a16="http://schemas.microsoft.com/office/drawing/2014/main" id="{C47F2353-C565-1E6F-F2F4-CBE97BCF0282}"/>
                </a:ext>
              </a:extLst>
            </p:cNvPr>
            <p:cNvSpPr/>
            <p:nvPr/>
          </p:nvSpPr>
          <p:spPr>
            <a:xfrm>
              <a:off x="489884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4D2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2" name="フリーフォーム: 図形 201">
              <a:extLst>
                <a:ext uri="{FF2B5EF4-FFF2-40B4-BE49-F238E27FC236}">
                  <a16:creationId xmlns:a16="http://schemas.microsoft.com/office/drawing/2014/main" id="{4E6CF91A-EFFF-A6CE-65B6-602B4A95AA7F}"/>
                </a:ext>
              </a:extLst>
            </p:cNvPr>
            <p:cNvSpPr/>
            <p:nvPr/>
          </p:nvSpPr>
          <p:spPr>
            <a:xfrm>
              <a:off x="487786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4D3D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3" name="フリーフォーム: 図形 202">
              <a:extLst>
                <a:ext uri="{FF2B5EF4-FFF2-40B4-BE49-F238E27FC236}">
                  <a16:creationId xmlns:a16="http://schemas.microsoft.com/office/drawing/2014/main" id="{6C864F9A-45AE-5E44-ECDB-88F5BE4219CA}"/>
                </a:ext>
              </a:extLst>
            </p:cNvPr>
            <p:cNvSpPr/>
            <p:nvPr/>
          </p:nvSpPr>
          <p:spPr>
            <a:xfrm>
              <a:off x="485688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4D4D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4" name="フリーフォーム: 図形 203">
              <a:extLst>
                <a:ext uri="{FF2B5EF4-FFF2-40B4-BE49-F238E27FC236}">
                  <a16:creationId xmlns:a16="http://schemas.microsoft.com/office/drawing/2014/main" id="{A41FC01E-F7E5-BD89-F1BE-51F1CE320B7A}"/>
                </a:ext>
              </a:extLst>
            </p:cNvPr>
            <p:cNvSpPr/>
            <p:nvPr/>
          </p:nvSpPr>
          <p:spPr>
            <a:xfrm>
              <a:off x="483590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5D5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5" name="フリーフォーム: 図形 204">
              <a:extLst>
                <a:ext uri="{FF2B5EF4-FFF2-40B4-BE49-F238E27FC236}">
                  <a16:creationId xmlns:a16="http://schemas.microsoft.com/office/drawing/2014/main" id="{769D349B-0F01-35C6-96C1-DFBE45584090}"/>
                </a:ext>
              </a:extLst>
            </p:cNvPr>
            <p:cNvSpPr/>
            <p:nvPr/>
          </p:nvSpPr>
          <p:spPr>
            <a:xfrm>
              <a:off x="481493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5D6D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6" name="フリーフォーム: 図形 205">
              <a:extLst>
                <a:ext uri="{FF2B5EF4-FFF2-40B4-BE49-F238E27FC236}">
                  <a16:creationId xmlns:a16="http://schemas.microsoft.com/office/drawing/2014/main" id="{364B2EE3-AD1A-7D43-7A18-5E0B20E45A64}"/>
                </a:ext>
              </a:extLst>
            </p:cNvPr>
            <p:cNvSpPr/>
            <p:nvPr/>
          </p:nvSpPr>
          <p:spPr>
            <a:xfrm>
              <a:off x="479395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5D7D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7" name="フリーフォーム: 図形 206">
              <a:extLst>
                <a:ext uri="{FF2B5EF4-FFF2-40B4-BE49-F238E27FC236}">
                  <a16:creationId xmlns:a16="http://schemas.microsoft.com/office/drawing/2014/main" id="{99DD8E03-996C-3779-18DF-ECAF9515AB26}"/>
                </a:ext>
              </a:extLst>
            </p:cNvPr>
            <p:cNvSpPr/>
            <p:nvPr/>
          </p:nvSpPr>
          <p:spPr>
            <a:xfrm>
              <a:off x="477297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5D8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8" name="フリーフォーム: 図形 207">
              <a:extLst>
                <a:ext uri="{FF2B5EF4-FFF2-40B4-BE49-F238E27FC236}">
                  <a16:creationId xmlns:a16="http://schemas.microsoft.com/office/drawing/2014/main" id="{64850252-5FDD-5B35-C1EE-A09C8276E8DC}"/>
                </a:ext>
              </a:extLst>
            </p:cNvPr>
            <p:cNvSpPr/>
            <p:nvPr/>
          </p:nvSpPr>
          <p:spPr>
            <a:xfrm>
              <a:off x="475199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5D9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9" name="フリーフォーム: 図形 208">
              <a:extLst>
                <a:ext uri="{FF2B5EF4-FFF2-40B4-BE49-F238E27FC236}">
                  <a16:creationId xmlns:a16="http://schemas.microsoft.com/office/drawing/2014/main" id="{199FA6DA-54D6-C3CF-4425-1276A6741C17}"/>
                </a:ext>
              </a:extLst>
            </p:cNvPr>
            <p:cNvSpPr/>
            <p:nvPr/>
          </p:nvSpPr>
          <p:spPr>
            <a:xfrm>
              <a:off x="4731019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5DAD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0" name="フリーフォーム: 図形 209">
              <a:extLst>
                <a:ext uri="{FF2B5EF4-FFF2-40B4-BE49-F238E27FC236}">
                  <a16:creationId xmlns:a16="http://schemas.microsoft.com/office/drawing/2014/main" id="{3BBEC03D-9F48-B1FD-1B57-46835D34AF65}"/>
                </a:ext>
              </a:extLst>
            </p:cNvPr>
            <p:cNvSpPr/>
            <p:nvPr/>
          </p:nvSpPr>
          <p:spPr>
            <a:xfrm>
              <a:off x="4710045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5DBD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1" name="フリーフォーム: 図形 210">
              <a:extLst>
                <a:ext uri="{FF2B5EF4-FFF2-40B4-BE49-F238E27FC236}">
                  <a16:creationId xmlns:a16="http://schemas.microsoft.com/office/drawing/2014/main" id="{D969DB51-D354-17A3-2F73-C452FCD902A0}"/>
                </a:ext>
              </a:extLst>
            </p:cNvPr>
            <p:cNvSpPr/>
            <p:nvPr/>
          </p:nvSpPr>
          <p:spPr>
            <a:xfrm>
              <a:off x="4689061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5DC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2" name="フリーフォーム: 図形 211">
              <a:extLst>
                <a:ext uri="{FF2B5EF4-FFF2-40B4-BE49-F238E27FC236}">
                  <a16:creationId xmlns:a16="http://schemas.microsoft.com/office/drawing/2014/main" id="{7FC0DA7D-66BA-61A7-8314-4848CF63552C}"/>
                </a:ext>
              </a:extLst>
            </p:cNvPr>
            <p:cNvSpPr/>
            <p:nvPr/>
          </p:nvSpPr>
          <p:spPr>
            <a:xfrm>
              <a:off x="4668087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5DDD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3" name="フリーフォーム: 図形 212">
              <a:extLst>
                <a:ext uri="{FF2B5EF4-FFF2-40B4-BE49-F238E27FC236}">
                  <a16:creationId xmlns:a16="http://schemas.microsoft.com/office/drawing/2014/main" id="{8E76CC69-14D0-7025-1466-C9FC07ED62C3}"/>
                </a:ext>
              </a:extLst>
            </p:cNvPr>
            <p:cNvSpPr/>
            <p:nvPr/>
          </p:nvSpPr>
          <p:spPr>
            <a:xfrm>
              <a:off x="4647113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5DE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4" name="フリーフォーム: 図形 213">
              <a:extLst>
                <a:ext uri="{FF2B5EF4-FFF2-40B4-BE49-F238E27FC236}">
                  <a16:creationId xmlns:a16="http://schemas.microsoft.com/office/drawing/2014/main" id="{581A0CF2-8E44-3F30-A1C2-EA98B03A3D79}"/>
                </a:ext>
              </a:extLst>
            </p:cNvPr>
            <p:cNvSpPr/>
            <p:nvPr/>
          </p:nvSpPr>
          <p:spPr>
            <a:xfrm>
              <a:off x="462613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5DE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5" name="フリーフォーム: 図形 214">
              <a:extLst>
                <a:ext uri="{FF2B5EF4-FFF2-40B4-BE49-F238E27FC236}">
                  <a16:creationId xmlns:a16="http://schemas.microsoft.com/office/drawing/2014/main" id="{B56A122F-473F-2FDD-D0F0-BFFA32E11550}"/>
                </a:ext>
              </a:extLst>
            </p:cNvPr>
            <p:cNvSpPr/>
            <p:nvPr/>
          </p:nvSpPr>
          <p:spPr>
            <a:xfrm>
              <a:off x="460515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5DFD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6" name="フリーフォーム: 図形 215">
              <a:extLst>
                <a:ext uri="{FF2B5EF4-FFF2-40B4-BE49-F238E27FC236}">
                  <a16:creationId xmlns:a16="http://schemas.microsoft.com/office/drawing/2014/main" id="{851ED3B6-FD03-5968-0176-E276D93BA20D}"/>
                </a:ext>
              </a:extLst>
            </p:cNvPr>
            <p:cNvSpPr/>
            <p:nvPr/>
          </p:nvSpPr>
          <p:spPr>
            <a:xfrm>
              <a:off x="458417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6E0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7" name="フリーフォーム: 図形 216">
              <a:extLst>
                <a:ext uri="{FF2B5EF4-FFF2-40B4-BE49-F238E27FC236}">
                  <a16:creationId xmlns:a16="http://schemas.microsoft.com/office/drawing/2014/main" id="{4C4F41FA-AC45-5D5F-BECC-CCB99260B520}"/>
                </a:ext>
              </a:extLst>
            </p:cNvPr>
            <p:cNvSpPr/>
            <p:nvPr/>
          </p:nvSpPr>
          <p:spPr>
            <a:xfrm>
              <a:off x="4563198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6E1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8" name="フリーフォーム: 図形 217">
              <a:extLst>
                <a:ext uri="{FF2B5EF4-FFF2-40B4-BE49-F238E27FC236}">
                  <a16:creationId xmlns:a16="http://schemas.microsoft.com/office/drawing/2014/main" id="{3D60CEB6-45CB-F8C7-E9DA-717584D844D4}"/>
                </a:ext>
              </a:extLst>
            </p:cNvPr>
            <p:cNvSpPr/>
            <p:nvPr/>
          </p:nvSpPr>
          <p:spPr>
            <a:xfrm>
              <a:off x="4542224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6E2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9" name="フリーフォーム: 図形 218">
              <a:extLst>
                <a:ext uri="{FF2B5EF4-FFF2-40B4-BE49-F238E27FC236}">
                  <a16:creationId xmlns:a16="http://schemas.microsoft.com/office/drawing/2014/main" id="{6EDD1733-235B-F792-984D-CE98A64DAB7A}"/>
                </a:ext>
              </a:extLst>
            </p:cNvPr>
            <p:cNvSpPr/>
            <p:nvPr/>
          </p:nvSpPr>
          <p:spPr>
            <a:xfrm>
              <a:off x="4521240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6E3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0" name="フリーフォーム: 図形 219">
              <a:extLst>
                <a:ext uri="{FF2B5EF4-FFF2-40B4-BE49-F238E27FC236}">
                  <a16:creationId xmlns:a16="http://schemas.microsoft.com/office/drawing/2014/main" id="{7126BB4D-3A89-DCD0-6E6F-9AFAEFFB95C9}"/>
                </a:ext>
              </a:extLst>
            </p:cNvPr>
            <p:cNvSpPr/>
            <p:nvPr/>
          </p:nvSpPr>
          <p:spPr>
            <a:xfrm>
              <a:off x="4500266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6E4E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1" name="フリーフォーム: 図形 220">
              <a:extLst>
                <a:ext uri="{FF2B5EF4-FFF2-40B4-BE49-F238E27FC236}">
                  <a16:creationId xmlns:a16="http://schemas.microsoft.com/office/drawing/2014/main" id="{1873CD21-E7B8-C113-DE42-EDD01270F7A2}"/>
                </a:ext>
              </a:extLst>
            </p:cNvPr>
            <p:cNvSpPr/>
            <p:nvPr/>
          </p:nvSpPr>
          <p:spPr>
            <a:xfrm>
              <a:off x="4479292" y="3575446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6 h 565965"/>
                <a:gd name="connsiteX3" fmla="*/ 0 w 385241"/>
                <a:gd name="connsiteY3" fmla="*/ 565966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6"/>
                  </a:lnTo>
                  <a:lnTo>
                    <a:pt x="0" y="565966"/>
                  </a:lnTo>
                  <a:close/>
                </a:path>
              </a:pathLst>
            </a:custGeom>
            <a:solidFill>
              <a:srgbClr val="E6E5E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2" name="フリーフォーム: 図形 221">
              <a:extLst>
                <a:ext uri="{FF2B5EF4-FFF2-40B4-BE49-F238E27FC236}">
                  <a16:creationId xmlns:a16="http://schemas.microsoft.com/office/drawing/2014/main" id="{EAEA70DA-6C65-21A3-14E2-1C1744E5A372}"/>
                </a:ext>
              </a:extLst>
            </p:cNvPr>
            <p:cNvSpPr/>
            <p:nvPr/>
          </p:nvSpPr>
          <p:spPr>
            <a:xfrm>
              <a:off x="871678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D73F1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3" name="フリーフォーム: 図形 222">
              <a:extLst>
                <a:ext uri="{FF2B5EF4-FFF2-40B4-BE49-F238E27FC236}">
                  <a16:creationId xmlns:a16="http://schemas.microsoft.com/office/drawing/2014/main" id="{852594B0-BC54-A2FF-FBE0-B0DC16350FC6}"/>
                </a:ext>
              </a:extLst>
            </p:cNvPr>
            <p:cNvSpPr/>
            <p:nvPr/>
          </p:nvSpPr>
          <p:spPr>
            <a:xfrm>
              <a:off x="869660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D63F1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4" name="フリーフォーム: 図形 223">
              <a:extLst>
                <a:ext uri="{FF2B5EF4-FFF2-40B4-BE49-F238E27FC236}">
                  <a16:creationId xmlns:a16="http://schemas.microsoft.com/office/drawing/2014/main" id="{7727890A-646F-E3FB-2343-D62F38FF73B3}"/>
                </a:ext>
              </a:extLst>
            </p:cNvPr>
            <p:cNvSpPr/>
            <p:nvPr/>
          </p:nvSpPr>
          <p:spPr>
            <a:xfrm>
              <a:off x="867641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D53E1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5" name="フリーフォーム: 図形 224">
              <a:extLst>
                <a:ext uri="{FF2B5EF4-FFF2-40B4-BE49-F238E27FC236}">
                  <a16:creationId xmlns:a16="http://schemas.microsoft.com/office/drawing/2014/main" id="{59087991-4D11-E904-914A-47F30FFC1D36}"/>
                </a:ext>
              </a:extLst>
            </p:cNvPr>
            <p:cNvSpPr/>
            <p:nvPr/>
          </p:nvSpPr>
          <p:spPr>
            <a:xfrm>
              <a:off x="865624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D43E1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6" name="フリーフォーム: 図形 225">
              <a:extLst>
                <a:ext uri="{FF2B5EF4-FFF2-40B4-BE49-F238E27FC236}">
                  <a16:creationId xmlns:a16="http://schemas.microsoft.com/office/drawing/2014/main" id="{7CD835F1-3430-442B-FD4B-D2A3607594CF}"/>
                </a:ext>
              </a:extLst>
            </p:cNvPr>
            <p:cNvSpPr/>
            <p:nvPr/>
          </p:nvSpPr>
          <p:spPr>
            <a:xfrm>
              <a:off x="863606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D33E1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7" name="フリーフォーム: 図形 226">
              <a:extLst>
                <a:ext uri="{FF2B5EF4-FFF2-40B4-BE49-F238E27FC236}">
                  <a16:creationId xmlns:a16="http://schemas.microsoft.com/office/drawing/2014/main" id="{7D99DB12-06B3-E35A-7C88-0F3CD89F45DC}"/>
                </a:ext>
              </a:extLst>
            </p:cNvPr>
            <p:cNvSpPr/>
            <p:nvPr/>
          </p:nvSpPr>
          <p:spPr>
            <a:xfrm>
              <a:off x="861588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D23D1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8" name="フリーフォーム: 図形 227">
              <a:extLst>
                <a:ext uri="{FF2B5EF4-FFF2-40B4-BE49-F238E27FC236}">
                  <a16:creationId xmlns:a16="http://schemas.microsoft.com/office/drawing/2014/main" id="{E4012F3E-CABE-C0BA-DAD6-3B77DD4A51AB}"/>
                </a:ext>
              </a:extLst>
            </p:cNvPr>
            <p:cNvSpPr/>
            <p:nvPr/>
          </p:nvSpPr>
          <p:spPr>
            <a:xfrm>
              <a:off x="859571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D13D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9" name="フリーフォーム: 図形 228">
              <a:extLst>
                <a:ext uri="{FF2B5EF4-FFF2-40B4-BE49-F238E27FC236}">
                  <a16:creationId xmlns:a16="http://schemas.microsoft.com/office/drawing/2014/main" id="{D6B9A7AB-EA0E-2CD5-B759-BFA88E5F305C}"/>
                </a:ext>
              </a:extLst>
            </p:cNvPr>
            <p:cNvSpPr/>
            <p:nvPr/>
          </p:nvSpPr>
          <p:spPr>
            <a:xfrm>
              <a:off x="857552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D03D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0" name="フリーフォーム: 図形 229">
              <a:extLst>
                <a:ext uri="{FF2B5EF4-FFF2-40B4-BE49-F238E27FC236}">
                  <a16:creationId xmlns:a16="http://schemas.microsoft.com/office/drawing/2014/main" id="{D86FFB7D-E5DF-9439-142D-FDDA90E45C8F}"/>
                </a:ext>
              </a:extLst>
            </p:cNvPr>
            <p:cNvSpPr/>
            <p:nvPr/>
          </p:nvSpPr>
          <p:spPr>
            <a:xfrm>
              <a:off x="855535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F3D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1" name="フリーフォーム: 図形 230">
              <a:extLst>
                <a:ext uri="{FF2B5EF4-FFF2-40B4-BE49-F238E27FC236}">
                  <a16:creationId xmlns:a16="http://schemas.microsoft.com/office/drawing/2014/main" id="{2BC5F256-EC50-7137-84FE-2BF875A42916}"/>
                </a:ext>
              </a:extLst>
            </p:cNvPr>
            <p:cNvSpPr/>
            <p:nvPr/>
          </p:nvSpPr>
          <p:spPr>
            <a:xfrm>
              <a:off x="853517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E3C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2" name="フリーフォーム: 図形 231">
              <a:extLst>
                <a:ext uri="{FF2B5EF4-FFF2-40B4-BE49-F238E27FC236}">
                  <a16:creationId xmlns:a16="http://schemas.microsoft.com/office/drawing/2014/main" id="{DB02DDA5-BC4B-B286-30A5-B562A28BF295}"/>
                </a:ext>
              </a:extLst>
            </p:cNvPr>
            <p:cNvSpPr/>
            <p:nvPr/>
          </p:nvSpPr>
          <p:spPr>
            <a:xfrm>
              <a:off x="851499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D3C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3" name="フリーフォーム: 図形 232">
              <a:extLst>
                <a:ext uri="{FF2B5EF4-FFF2-40B4-BE49-F238E27FC236}">
                  <a16:creationId xmlns:a16="http://schemas.microsoft.com/office/drawing/2014/main" id="{0E962B2D-F5F5-A56A-41AF-24E515749257}"/>
                </a:ext>
              </a:extLst>
            </p:cNvPr>
            <p:cNvSpPr/>
            <p:nvPr/>
          </p:nvSpPr>
          <p:spPr>
            <a:xfrm>
              <a:off x="849481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C3C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4" name="フリーフォーム: 図形 233">
              <a:extLst>
                <a:ext uri="{FF2B5EF4-FFF2-40B4-BE49-F238E27FC236}">
                  <a16:creationId xmlns:a16="http://schemas.microsoft.com/office/drawing/2014/main" id="{81A15D83-9B7A-6EAB-6D9B-B2D7ECA7C2E3}"/>
                </a:ext>
              </a:extLst>
            </p:cNvPr>
            <p:cNvSpPr/>
            <p:nvPr/>
          </p:nvSpPr>
          <p:spPr>
            <a:xfrm>
              <a:off x="847463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B3B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5" name="フリーフォーム: 図形 234">
              <a:extLst>
                <a:ext uri="{FF2B5EF4-FFF2-40B4-BE49-F238E27FC236}">
                  <a16:creationId xmlns:a16="http://schemas.microsoft.com/office/drawing/2014/main" id="{D30C37BD-E18C-C7BE-0543-9E2A2E0AB03E}"/>
                </a:ext>
              </a:extLst>
            </p:cNvPr>
            <p:cNvSpPr/>
            <p:nvPr/>
          </p:nvSpPr>
          <p:spPr>
            <a:xfrm>
              <a:off x="845445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A3B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6" name="フリーフォーム: 図形 235">
              <a:extLst>
                <a:ext uri="{FF2B5EF4-FFF2-40B4-BE49-F238E27FC236}">
                  <a16:creationId xmlns:a16="http://schemas.microsoft.com/office/drawing/2014/main" id="{22BAA6FE-ED53-D296-6B9F-3657C85D65D5}"/>
                </a:ext>
              </a:extLst>
            </p:cNvPr>
            <p:cNvSpPr/>
            <p:nvPr/>
          </p:nvSpPr>
          <p:spPr>
            <a:xfrm>
              <a:off x="843428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93B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7" name="フリーフォーム: 図形 236">
              <a:extLst>
                <a:ext uri="{FF2B5EF4-FFF2-40B4-BE49-F238E27FC236}">
                  <a16:creationId xmlns:a16="http://schemas.microsoft.com/office/drawing/2014/main" id="{C295AD47-578E-61C0-ED88-DA34313968D6}"/>
                </a:ext>
              </a:extLst>
            </p:cNvPr>
            <p:cNvSpPr/>
            <p:nvPr/>
          </p:nvSpPr>
          <p:spPr>
            <a:xfrm>
              <a:off x="841409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83A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8" name="フリーフォーム: 図形 237">
              <a:extLst>
                <a:ext uri="{FF2B5EF4-FFF2-40B4-BE49-F238E27FC236}">
                  <a16:creationId xmlns:a16="http://schemas.microsoft.com/office/drawing/2014/main" id="{3C6E5AB9-B3F0-FC89-D835-5B18580B04F1}"/>
                </a:ext>
              </a:extLst>
            </p:cNvPr>
            <p:cNvSpPr/>
            <p:nvPr/>
          </p:nvSpPr>
          <p:spPr>
            <a:xfrm>
              <a:off x="839392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73A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9" name="フリーフォーム: 図形 238">
              <a:extLst>
                <a:ext uri="{FF2B5EF4-FFF2-40B4-BE49-F238E27FC236}">
                  <a16:creationId xmlns:a16="http://schemas.microsoft.com/office/drawing/2014/main" id="{A818D153-AC95-93F5-5C30-23DE84B6BF9C}"/>
                </a:ext>
              </a:extLst>
            </p:cNvPr>
            <p:cNvSpPr/>
            <p:nvPr/>
          </p:nvSpPr>
          <p:spPr>
            <a:xfrm>
              <a:off x="837374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63A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40" name="フリーフォーム: 図形 239">
              <a:extLst>
                <a:ext uri="{FF2B5EF4-FFF2-40B4-BE49-F238E27FC236}">
                  <a16:creationId xmlns:a16="http://schemas.microsoft.com/office/drawing/2014/main" id="{02D76FB6-203A-2602-0102-6661B8995C55}"/>
                </a:ext>
              </a:extLst>
            </p:cNvPr>
            <p:cNvSpPr/>
            <p:nvPr/>
          </p:nvSpPr>
          <p:spPr>
            <a:xfrm>
              <a:off x="835356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53A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41" name="フリーフォーム: 図形 240">
              <a:extLst>
                <a:ext uri="{FF2B5EF4-FFF2-40B4-BE49-F238E27FC236}">
                  <a16:creationId xmlns:a16="http://schemas.microsoft.com/office/drawing/2014/main" id="{6F4BDDCC-6A5A-2CD6-ACBA-1F764DE82C33}"/>
                </a:ext>
              </a:extLst>
            </p:cNvPr>
            <p:cNvSpPr/>
            <p:nvPr/>
          </p:nvSpPr>
          <p:spPr>
            <a:xfrm>
              <a:off x="833338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439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42" name="フリーフォーム: 図形 241">
              <a:extLst>
                <a:ext uri="{FF2B5EF4-FFF2-40B4-BE49-F238E27FC236}">
                  <a16:creationId xmlns:a16="http://schemas.microsoft.com/office/drawing/2014/main" id="{79F467A7-1AC8-9C56-51FE-6E3AEA87E4C1}"/>
                </a:ext>
              </a:extLst>
            </p:cNvPr>
            <p:cNvSpPr/>
            <p:nvPr/>
          </p:nvSpPr>
          <p:spPr>
            <a:xfrm>
              <a:off x="831321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339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43" name="フリーフォーム: 図形 242">
              <a:extLst>
                <a:ext uri="{FF2B5EF4-FFF2-40B4-BE49-F238E27FC236}">
                  <a16:creationId xmlns:a16="http://schemas.microsoft.com/office/drawing/2014/main" id="{0395BDE9-8489-1D97-6813-499678EBEF5D}"/>
                </a:ext>
              </a:extLst>
            </p:cNvPr>
            <p:cNvSpPr/>
            <p:nvPr/>
          </p:nvSpPr>
          <p:spPr>
            <a:xfrm>
              <a:off x="829302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239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44" name="フリーフォーム: 図形 243">
              <a:extLst>
                <a:ext uri="{FF2B5EF4-FFF2-40B4-BE49-F238E27FC236}">
                  <a16:creationId xmlns:a16="http://schemas.microsoft.com/office/drawing/2014/main" id="{B3E8010D-3179-AB63-BD92-336E0F6519E1}"/>
                </a:ext>
              </a:extLst>
            </p:cNvPr>
            <p:cNvSpPr/>
            <p:nvPr/>
          </p:nvSpPr>
          <p:spPr>
            <a:xfrm>
              <a:off x="827285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138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45" name="フリーフォーム: 図形 244">
              <a:extLst>
                <a:ext uri="{FF2B5EF4-FFF2-40B4-BE49-F238E27FC236}">
                  <a16:creationId xmlns:a16="http://schemas.microsoft.com/office/drawing/2014/main" id="{B58ADC5C-7A35-5578-484B-23A8E9AD6ED5}"/>
                </a:ext>
              </a:extLst>
            </p:cNvPr>
            <p:cNvSpPr/>
            <p:nvPr/>
          </p:nvSpPr>
          <p:spPr>
            <a:xfrm>
              <a:off x="825266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038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46" name="フリーフォーム: 図形 245">
              <a:extLst>
                <a:ext uri="{FF2B5EF4-FFF2-40B4-BE49-F238E27FC236}">
                  <a16:creationId xmlns:a16="http://schemas.microsoft.com/office/drawing/2014/main" id="{8F3F9A16-8196-F559-AE2C-9D4F58DF5AEC}"/>
                </a:ext>
              </a:extLst>
            </p:cNvPr>
            <p:cNvSpPr/>
            <p:nvPr/>
          </p:nvSpPr>
          <p:spPr>
            <a:xfrm>
              <a:off x="823249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F38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47" name="フリーフォーム: 図形 246">
              <a:extLst>
                <a:ext uri="{FF2B5EF4-FFF2-40B4-BE49-F238E27FC236}">
                  <a16:creationId xmlns:a16="http://schemas.microsoft.com/office/drawing/2014/main" id="{8882B988-9421-2C4A-1875-769708588339}"/>
                </a:ext>
              </a:extLst>
            </p:cNvPr>
            <p:cNvSpPr/>
            <p:nvPr/>
          </p:nvSpPr>
          <p:spPr>
            <a:xfrm>
              <a:off x="821231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E37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48" name="フリーフォーム: 図形 247">
              <a:extLst>
                <a:ext uri="{FF2B5EF4-FFF2-40B4-BE49-F238E27FC236}">
                  <a16:creationId xmlns:a16="http://schemas.microsoft.com/office/drawing/2014/main" id="{D072C221-1A7F-CCBE-8B6D-2867F1AE72F9}"/>
                </a:ext>
              </a:extLst>
            </p:cNvPr>
            <p:cNvSpPr/>
            <p:nvPr/>
          </p:nvSpPr>
          <p:spPr>
            <a:xfrm>
              <a:off x="819213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D37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49" name="フリーフォーム: 図形 248">
              <a:extLst>
                <a:ext uri="{FF2B5EF4-FFF2-40B4-BE49-F238E27FC236}">
                  <a16:creationId xmlns:a16="http://schemas.microsoft.com/office/drawing/2014/main" id="{CF43DE24-D089-5AD7-9CD1-FEB17AA88A43}"/>
                </a:ext>
              </a:extLst>
            </p:cNvPr>
            <p:cNvSpPr/>
            <p:nvPr/>
          </p:nvSpPr>
          <p:spPr>
            <a:xfrm>
              <a:off x="817195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C37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50" name="フリーフォーム: 図形 249">
              <a:extLst>
                <a:ext uri="{FF2B5EF4-FFF2-40B4-BE49-F238E27FC236}">
                  <a16:creationId xmlns:a16="http://schemas.microsoft.com/office/drawing/2014/main" id="{530D5321-466E-4D7C-743C-F6ADB492D122}"/>
                </a:ext>
              </a:extLst>
            </p:cNvPr>
            <p:cNvSpPr/>
            <p:nvPr/>
          </p:nvSpPr>
          <p:spPr>
            <a:xfrm>
              <a:off x="815178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B37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51" name="フリーフォーム: 図形 250">
              <a:extLst>
                <a:ext uri="{FF2B5EF4-FFF2-40B4-BE49-F238E27FC236}">
                  <a16:creationId xmlns:a16="http://schemas.microsoft.com/office/drawing/2014/main" id="{889356DF-A39D-A5B0-5BD0-DDB9D430FCC0}"/>
                </a:ext>
              </a:extLst>
            </p:cNvPr>
            <p:cNvSpPr/>
            <p:nvPr/>
          </p:nvSpPr>
          <p:spPr>
            <a:xfrm>
              <a:off x="813160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A36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52" name="フリーフォーム: 図形 251">
              <a:extLst>
                <a:ext uri="{FF2B5EF4-FFF2-40B4-BE49-F238E27FC236}">
                  <a16:creationId xmlns:a16="http://schemas.microsoft.com/office/drawing/2014/main" id="{2AAC4246-3BB8-77AC-A3C5-AA5B74C11135}"/>
                </a:ext>
              </a:extLst>
            </p:cNvPr>
            <p:cNvSpPr/>
            <p:nvPr/>
          </p:nvSpPr>
          <p:spPr>
            <a:xfrm>
              <a:off x="811142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936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53" name="フリーフォーム: 図形 252">
              <a:extLst>
                <a:ext uri="{FF2B5EF4-FFF2-40B4-BE49-F238E27FC236}">
                  <a16:creationId xmlns:a16="http://schemas.microsoft.com/office/drawing/2014/main" id="{77283BFA-E54E-7357-D3C1-6FF9243689B0}"/>
                </a:ext>
              </a:extLst>
            </p:cNvPr>
            <p:cNvSpPr/>
            <p:nvPr/>
          </p:nvSpPr>
          <p:spPr>
            <a:xfrm>
              <a:off x="809124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836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54" name="フリーフォーム: 図形 253">
              <a:extLst>
                <a:ext uri="{FF2B5EF4-FFF2-40B4-BE49-F238E27FC236}">
                  <a16:creationId xmlns:a16="http://schemas.microsoft.com/office/drawing/2014/main" id="{3D3C9E94-4603-70CD-A6D5-DB63821741FD}"/>
                </a:ext>
              </a:extLst>
            </p:cNvPr>
            <p:cNvSpPr/>
            <p:nvPr/>
          </p:nvSpPr>
          <p:spPr>
            <a:xfrm>
              <a:off x="807106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735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55" name="フリーフォーム: 図形 254">
              <a:extLst>
                <a:ext uri="{FF2B5EF4-FFF2-40B4-BE49-F238E27FC236}">
                  <a16:creationId xmlns:a16="http://schemas.microsoft.com/office/drawing/2014/main" id="{784FE7F0-A1C3-986A-DF00-256365E7B13D}"/>
                </a:ext>
              </a:extLst>
            </p:cNvPr>
            <p:cNvSpPr/>
            <p:nvPr/>
          </p:nvSpPr>
          <p:spPr>
            <a:xfrm>
              <a:off x="805089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635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56" name="フリーフォーム: 図形 255">
              <a:extLst>
                <a:ext uri="{FF2B5EF4-FFF2-40B4-BE49-F238E27FC236}">
                  <a16:creationId xmlns:a16="http://schemas.microsoft.com/office/drawing/2014/main" id="{7D7AC2FB-0994-5789-02A9-9FD0E9943B81}"/>
                </a:ext>
              </a:extLst>
            </p:cNvPr>
            <p:cNvSpPr/>
            <p:nvPr/>
          </p:nvSpPr>
          <p:spPr>
            <a:xfrm>
              <a:off x="803070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535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57" name="フリーフォーム: 図形 256">
              <a:extLst>
                <a:ext uri="{FF2B5EF4-FFF2-40B4-BE49-F238E27FC236}">
                  <a16:creationId xmlns:a16="http://schemas.microsoft.com/office/drawing/2014/main" id="{F3AA4968-E224-85CE-355C-5062E0A956AD}"/>
                </a:ext>
              </a:extLst>
            </p:cNvPr>
            <p:cNvSpPr/>
            <p:nvPr/>
          </p:nvSpPr>
          <p:spPr>
            <a:xfrm>
              <a:off x="801053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434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58" name="フリーフォーム: 図形 257">
              <a:extLst>
                <a:ext uri="{FF2B5EF4-FFF2-40B4-BE49-F238E27FC236}">
                  <a16:creationId xmlns:a16="http://schemas.microsoft.com/office/drawing/2014/main" id="{3D1C2C9B-B207-D21B-90F6-24BCEF2B082B}"/>
                </a:ext>
              </a:extLst>
            </p:cNvPr>
            <p:cNvSpPr/>
            <p:nvPr/>
          </p:nvSpPr>
          <p:spPr>
            <a:xfrm>
              <a:off x="799035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334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59" name="フリーフォーム: 図形 258">
              <a:extLst>
                <a:ext uri="{FF2B5EF4-FFF2-40B4-BE49-F238E27FC236}">
                  <a16:creationId xmlns:a16="http://schemas.microsoft.com/office/drawing/2014/main" id="{3F7B47B4-1239-0323-82FF-99627ECCD788}"/>
                </a:ext>
              </a:extLst>
            </p:cNvPr>
            <p:cNvSpPr/>
            <p:nvPr/>
          </p:nvSpPr>
          <p:spPr>
            <a:xfrm>
              <a:off x="797017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234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60" name="フリーフォーム: 図形 259">
              <a:extLst>
                <a:ext uri="{FF2B5EF4-FFF2-40B4-BE49-F238E27FC236}">
                  <a16:creationId xmlns:a16="http://schemas.microsoft.com/office/drawing/2014/main" id="{3AAED868-9BAF-E108-81E9-613B3272B828}"/>
                </a:ext>
              </a:extLst>
            </p:cNvPr>
            <p:cNvSpPr/>
            <p:nvPr/>
          </p:nvSpPr>
          <p:spPr>
            <a:xfrm>
              <a:off x="794999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134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61" name="フリーフォーム: 図形 260">
              <a:extLst>
                <a:ext uri="{FF2B5EF4-FFF2-40B4-BE49-F238E27FC236}">
                  <a16:creationId xmlns:a16="http://schemas.microsoft.com/office/drawing/2014/main" id="{07FCE8E2-BC22-D2FE-ED15-2DE73EDFB9BA}"/>
                </a:ext>
              </a:extLst>
            </p:cNvPr>
            <p:cNvSpPr/>
            <p:nvPr/>
          </p:nvSpPr>
          <p:spPr>
            <a:xfrm>
              <a:off x="792981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033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62" name="フリーフォーム: 図形 261">
              <a:extLst>
                <a:ext uri="{FF2B5EF4-FFF2-40B4-BE49-F238E27FC236}">
                  <a16:creationId xmlns:a16="http://schemas.microsoft.com/office/drawing/2014/main" id="{9557F216-BDA0-582C-958E-C72FF74D56FD}"/>
                </a:ext>
              </a:extLst>
            </p:cNvPr>
            <p:cNvSpPr/>
            <p:nvPr/>
          </p:nvSpPr>
          <p:spPr>
            <a:xfrm>
              <a:off x="790963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F33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63" name="フリーフォーム: 図形 262">
              <a:extLst>
                <a:ext uri="{FF2B5EF4-FFF2-40B4-BE49-F238E27FC236}">
                  <a16:creationId xmlns:a16="http://schemas.microsoft.com/office/drawing/2014/main" id="{C6A3655C-2338-7D14-BC2E-40A5DA41358C}"/>
                </a:ext>
              </a:extLst>
            </p:cNvPr>
            <p:cNvSpPr/>
            <p:nvPr/>
          </p:nvSpPr>
          <p:spPr>
            <a:xfrm>
              <a:off x="788946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E33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64" name="フリーフォーム: 図形 263">
              <a:extLst>
                <a:ext uri="{FF2B5EF4-FFF2-40B4-BE49-F238E27FC236}">
                  <a16:creationId xmlns:a16="http://schemas.microsoft.com/office/drawing/2014/main" id="{45584DE1-3A89-B69E-25D5-0D34616B911D}"/>
                </a:ext>
              </a:extLst>
            </p:cNvPr>
            <p:cNvSpPr/>
            <p:nvPr/>
          </p:nvSpPr>
          <p:spPr>
            <a:xfrm>
              <a:off x="786927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D32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65" name="フリーフォーム: 図形 264">
              <a:extLst>
                <a:ext uri="{FF2B5EF4-FFF2-40B4-BE49-F238E27FC236}">
                  <a16:creationId xmlns:a16="http://schemas.microsoft.com/office/drawing/2014/main" id="{723CDDC7-BB14-0055-AE7E-F6D6B0DDF954}"/>
                </a:ext>
              </a:extLst>
            </p:cNvPr>
            <p:cNvSpPr/>
            <p:nvPr/>
          </p:nvSpPr>
          <p:spPr>
            <a:xfrm>
              <a:off x="784910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C32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66" name="フリーフォーム: 図形 265">
              <a:extLst>
                <a:ext uri="{FF2B5EF4-FFF2-40B4-BE49-F238E27FC236}">
                  <a16:creationId xmlns:a16="http://schemas.microsoft.com/office/drawing/2014/main" id="{76322935-2AA4-96CD-EAB8-FEE307E3950A}"/>
                </a:ext>
              </a:extLst>
            </p:cNvPr>
            <p:cNvSpPr/>
            <p:nvPr/>
          </p:nvSpPr>
          <p:spPr>
            <a:xfrm>
              <a:off x="782892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B32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67" name="フリーフォーム: 図形 266">
              <a:extLst>
                <a:ext uri="{FF2B5EF4-FFF2-40B4-BE49-F238E27FC236}">
                  <a16:creationId xmlns:a16="http://schemas.microsoft.com/office/drawing/2014/main" id="{0795405B-AE3A-F51C-F7D9-F85DA53539E9}"/>
                </a:ext>
              </a:extLst>
            </p:cNvPr>
            <p:cNvSpPr/>
            <p:nvPr/>
          </p:nvSpPr>
          <p:spPr>
            <a:xfrm>
              <a:off x="780874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A31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68" name="フリーフォーム: 図形 267">
              <a:extLst>
                <a:ext uri="{FF2B5EF4-FFF2-40B4-BE49-F238E27FC236}">
                  <a16:creationId xmlns:a16="http://schemas.microsoft.com/office/drawing/2014/main" id="{4D4FA2D4-CFB9-A56D-BDD1-306D1894FA9F}"/>
                </a:ext>
              </a:extLst>
            </p:cNvPr>
            <p:cNvSpPr/>
            <p:nvPr/>
          </p:nvSpPr>
          <p:spPr>
            <a:xfrm>
              <a:off x="778856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931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69" name="フリーフォーム: 図形 268">
              <a:extLst>
                <a:ext uri="{FF2B5EF4-FFF2-40B4-BE49-F238E27FC236}">
                  <a16:creationId xmlns:a16="http://schemas.microsoft.com/office/drawing/2014/main" id="{5C27F1C2-5EA4-F8F1-256B-3D00D765665A}"/>
                </a:ext>
              </a:extLst>
            </p:cNvPr>
            <p:cNvSpPr/>
            <p:nvPr/>
          </p:nvSpPr>
          <p:spPr>
            <a:xfrm>
              <a:off x="776838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831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0" name="フリーフォーム: 図形 269">
              <a:extLst>
                <a:ext uri="{FF2B5EF4-FFF2-40B4-BE49-F238E27FC236}">
                  <a16:creationId xmlns:a16="http://schemas.microsoft.com/office/drawing/2014/main" id="{C01D7204-A269-F520-21B0-8F9CFF58A47B}"/>
                </a:ext>
              </a:extLst>
            </p:cNvPr>
            <p:cNvSpPr/>
            <p:nvPr/>
          </p:nvSpPr>
          <p:spPr>
            <a:xfrm>
              <a:off x="774820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731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1" name="フリーフォーム: 図形 270">
              <a:extLst>
                <a:ext uri="{FF2B5EF4-FFF2-40B4-BE49-F238E27FC236}">
                  <a16:creationId xmlns:a16="http://schemas.microsoft.com/office/drawing/2014/main" id="{20EB23D3-DE6A-2A70-00AC-B61F533D3139}"/>
                </a:ext>
              </a:extLst>
            </p:cNvPr>
            <p:cNvSpPr/>
            <p:nvPr/>
          </p:nvSpPr>
          <p:spPr>
            <a:xfrm>
              <a:off x="772803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630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2" name="フリーフォーム: 図形 271">
              <a:extLst>
                <a:ext uri="{FF2B5EF4-FFF2-40B4-BE49-F238E27FC236}">
                  <a16:creationId xmlns:a16="http://schemas.microsoft.com/office/drawing/2014/main" id="{0A076FA3-83DF-C1C1-4ED7-CB0F9926F15F}"/>
                </a:ext>
              </a:extLst>
            </p:cNvPr>
            <p:cNvSpPr/>
            <p:nvPr/>
          </p:nvSpPr>
          <p:spPr>
            <a:xfrm>
              <a:off x="770784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530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3" name="フリーフォーム: 図形 272">
              <a:extLst>
                <a:ext uri="{FF2B5EF4-FFF2-40B4-BE49-F238E27FC236}">
                  <a16:creationId xmlns:a16="http://schemas.microsoft.com/office/drawing/2014/main" id="{187E5534-BDCB-E517-8084-ECE9F0725428}"/>
                </a:ext>
              </a:extLst>
            </p:cNvPr>
            <p:cNvSpPr/>
            <p:nvPr/>
          </p:nvSpPr>
          <p:spPr>
            <a:xfrm>
              <a:off x="768767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430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4" name="フリーフォーム: 図形 273">
              <a:extLst>
                <a:ext uri="{FF2B5EF4-FFF2-40B4-BE49-F238E27FC236}">
                  <a16:creationId xmlns:a16="http://schemas.microsoft.com/office/drawing/2014/main" id="{31F44EBD-3D06-0EF3-DCFD-412F04AB113C}"/>
                </a:ext>
              </a:extLst>
            </p:cNvPr>
            <p:cNvSpPr/>
            <p:nvPr/>
          </p:nvSpPr>
          <p:spPr>
            <a:xfrm>
              <a:off x="766749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32F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5" name="フリーフォーム: 図形 274">
              <a:extLst>
                <a:ext uri="{FF2B5EF4-FFF2-40B4-BE49-F238E27FC236}">
                  <a16:creationId xmlns:a16="http://schemas.microsoft.com/office/drawing/2014/main" id="{A7665B96-19DA-3D5F-523C-4E0C754A573C}"/>
                </a:ext>
              </a:extLst>
            </p:cNvPr>
            <p:cNvSpPr/>
            <p:nvPr/>
          </p:nvSpPr>
          <p:spPr>
            <a:xfrm>
              <a:off x="764731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22F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6" name="フリーフォーム: 図形 275">
              <a:extLst>
                <a:ext uri="{FF2B5EF4-FFF2-40B4-BE49-F238E27FC236}">
                  <a16:creationId xmlns:a16="http://schemas.microsoft.com/office/drawing/2014/main" id="{A503964D-FC62-7930-D310-E4AD4056D665}"/>
                </a:ext>
              </a:extLst>
            </p:cNvPr>
            <p:cNvSpPr/>
            <p:nvPr/>
          </p:nvSpPr>
          <p:spPr>
            <a:xfrm>
              <a:off x="762714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12F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7" name="フリーフォーム: 図形 276">
              <a:extLst>
                <a:ext uri="{FF2B5EF4-FFF2-40B4-BE49-F238E27FC236}">
                  <a16:creationId xmlns:a16="http://schemas.microsoft.com/office/drawing/2014/main" id="{636DBB76-A4B0-605A-77AA-812EA9C2FD56}"/>
                </a:ext>
              </a:extLst>
            </p:cNvPr>
            <p:cNvSpPr/>
            <p:nvPr/>
          </p:nvSpPr>
          <p:spPr>
            <a:xfrm>
              <a:off x="760695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02E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8" name="フリーフォーム: 図形 277">
              <a:extLst>
                <a:ext uri="{FF2B5EF4-FFF2-40B4-BE49-F238E27FC236}">
                  <a16:creationId xmlns:a16="http://schemas.microsoft.com/office/drawing/2014/main" id="{013FEC52-C725-4871-13D7-D535906ADF4B}"/>
                </a:ext>
              </a:extLst>
            </p:cNvPr>
            <p:cNvSpPr/>
            <p:nvPr/>
          </p:nvSpPr>
          <p:spPr>
            <a:xfrm>
              <a:off x="758678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F2E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9" name="フリーフォーム: 図形 278">
              <a:extLst>
                <a:ext uri="{FF2B5EF4-FFF2-40B4-BE49-F238E27FC236}">
                  <a16:creationId xmlns:a16="http://schemas.microsoft.com/office/drawing/2014/main" id="{5664C5D9-12CF-6A54-060B-D62E1E93847A}"/>
                </a:ext>
              </a:extLst>
            </p:cNvPr>
            <p:cNvSpPr/>
            <p:nvPr/>
          </p:nvSpPr>
          <p:spPr>
            <a:xfrm>
              <a:off x="756660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E2E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80" name="フリーフォーム: 図形 279">
              <a:extLst>
                <a:ext uri="{FF2B5EF4-FFF2-40B4-BE49-F238E27FC236}">
                  <a16:creationId xmlns:a16="http://schemas.microsoft.com/office/drawing/2014/main" id="{97ADB69F-B8BD-623B-561D-3018FE9D132D}"/>
                </a:ext>
              </a:extLst>
            </p:cNvPr>
            <p:cNvSpPr/>
            <p:nvPr/>
          </p:nvSpPr>
          <p:spPr>
            <a:xfrm>
              <a:off x="754642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D2E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81" name="フリーフォーム: 図形 280">
              <a:extLst>
                <a:ext uri="{FF2B5EF4-FFF2-40B4-BE49-F238E27FC236}">
                  <a16:creationId xmlns:a16="http://schemas.microsoft.com/office/drawing/2014/main" id="{48767CE2-C618-1F4E-4663-6756D43BD2A9}"/>
                </a:ext>
              </a:extLst>
            </p:cNvPr>
            <p:cNvSpPr/>
            <p:nvPr/>
          </p:nvSpPr>
          <p:spPr>
            <a:xfrm>
              <a:off x="752624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C2D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82" name="フリーフォーム: 図形 281">
              <a:extLst>
                <a:ext uri="{FF2B5EF4-FFF2-40B4-BE49-F238E27FC236}">
                  <a16:creationId xmlns:a16="http://schemas.microsoft.com/office/drawing/2014/main" id="{D13D13E9-52B1-ABA6-0B75-A5E08DF93B42}"/>
                </a:ext>
              </a:extLst>
            </p:cNvPr>
            <p:cNvSpPr/>
            <p:nvPr/>
          </p:nvSpPr>
          <p:spPr>
            <a:xfrm>
              <a:off x="750607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B2D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83" name="フリーフォーム: 図形 282">
              <a:extLst>
                <a:ext uri="{FF2B5EF4-FFF2-40B4-BE49-F238E27FC236}">
                  <a16:creationId xmlns:a16="http://schemas.microsoft.com/office/drawing/2014/main" id="{EA78A6B3-5BD4-A018-BFC7-57C348621DF3}"/>
                </a:ext>
              </a:extLst>
            </p:cNvPr>
            <p:cNvSpPr/>
            <p:nvPr/>
          </p:nvSpPr>
          <p:spPr>
            <a:xfrm>
              <a:off x="748588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A2D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84" name="フリーフォーム: 図形 283">
              <a:extLst>
                <a:ext uri="{FF2B5EF4-FFF2-40B4-BE49-F238E27FC236}">
                  <a16:creationId xmlns:a16="http://schemas.microsoft.com/office/drawing/2014/main" id="{120AE204-005F-2ED1-4F85-4C67AAEF52C7}"/>
                </a:ext>
              </a:extLst>
            </p:cNvPr>
            <p:cNvSpPr/>
            <p:nvPr/>
          </p:nvSpPr>
          <p:spPr>
            <a:xfrm>
              <a:off x="746571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92C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85" name="フリーフォーム: 図形 284">
              <a:extLst>
                <a:ext uri="{FF2B5EF4-FFF2-40B4-BE49-F238E27FC236}">
                  <a16:creationId xmlns:a16="http://schemas.microsoft.com/office/drawing/2014/main" id="{8DA6DF11-B36A-3244-70C6-E8C6E53E9D75}"/>
                </a:ext>
              </a:extLst>
            </p:cNvPr>
            <p:cNvSpPr/>
            <p:nvPr/>
          </p:nvSpPr>
          <p:spPr>
            <a:xfrm>
              <a:off x="744553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82C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86" name="フリーフォーム: 図形 285">
              <a:extLst>
                <a:ext uri="{FF2B5EF4-FFF2-40B4-BE49-F238E27FC236}">
                  <a16:creationId xmlns:a16="http://schemas.microsoft.com/office/drawing/2014/main" id="{938716C1-301E-D56E-8376-43AD5DA92EA6}"/>
                </a:ext>
              </a:extLst>
            </p:cNvPr>
            <p:cNvSpPr/>
            <p:nvPr/>
          </p:nvSpPr>
          <p:spPr>
            <a:xfrm>
              <a:off x="742535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72C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87" name="フリーフォーム: 図形 286">
              <a:extLst>
                <a:ext uri="{FF2B5EF4-FFF2-40B4-BE49-F238E27FC236}">
                  <a16:creationId xmlns:a16="http://schemas.microsoft.com/office/drawing/2014/main" id="{21C8F813-32AF-50C5-2510-A1C29888997C}"/>
                </a:ext>
              </a:extLst>
            </p:cNvPr>
            <p:cNvSpPr/>
            <p:nvPr/>
          </p:nvSpPr>
          <p:spPr>
            <a:xfrm>
              <a:off x="740517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62B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88" name="フリーフォーム: 図形 287">
              <a:extLst>
                <a:ext uri="{FF2B5EF4-FFF2-40B4-BE49-F238E27FC236}">
                  <a16:creationId xmlns:a16="http://schemas.microsoft.com/office/drawing/2014/main" id="{773D7347-C182-67BB-E48C-A519882C9A69}"/>
                </a:ext>
              </a:extLst>
            </p:cNvPr>
            <p:cNvSpPr/>
            <p:nvPr/>
          </p:nvSpPr>
          <p:spPr>
            <a:xfrm>
              <a:off x="738499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52B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89" name="フリーフォーム: 図形 288">
              <a:extLst>
                <a:ext uri="{FF2B5EF4-FFF2-40B4-BE49-F238E27FC236}">
                  <a16:creationId xmlns:a16="http://schemas.microsoft.com/office/drawing/2014/main" id="{D0776A85-E3C8-9810-3E3F-2B764B7E77D4}"/>
                </a:ext>
              </a:extLst>
            </p:cNvPr>
            <p:cNvSpPr/>
            <p:nvPr/>
          </p:nvSpPr>
          <p:spPr>
            <a:xfrm>
              <a:off x="736481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42B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0" name="フリーフォーム: 図形 289">
              <a:extLst>
                <a:ext uri="{FF2B5EF4-FFF2-40B4-BE49-F238E27FC236}">
                  <a16:creationId xmlns:a16="http://schemas.microsoft.com/office/drawing/2014/main" id="{36BFFAEC-1DA2-F73B-42AD-D4C8AD5CE35B}"/>
                </a:ext>
              </a:extLst>
            </p:cNvPr>
            <p:cNvSpPr/>
            <p:nvPr/>
          </p:nvSpPr>
          <p:spPr>
            <a:xfrm>
              <a:off x="734464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32B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1" name="フリーフォーム: 図形 290">
              <a:extLst>
                <a:ext uri="{FF2B5EF4-FFF2-40B4-BE49-F238E27FC236}">
                  <a16:creationId xmlns:a16="http://schemas.microsoft.com/office/drawing/2014/main" id="{E006D62E-C85D-AC73-2F95-F9A78CD3FDF6}"/>
                </a:ext>
              </a:extLst>
            </p:cNvPr>
            <p:cNvSpPr/>
            <p:nvPr/>
          </p:nvSpPr>
          <p:spPr>
            <a:xfrm>
              <a:off x="732445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22A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2" name="フリーフォーム: 図形 291">
              <a:extLst>
                <a:ext uri="{FF2B5EF4-FFF2-40B4-BE49-F238E27FC236}">
                  <a16:creationId xmlns:a16="http://schemas.microsoft.com/office/drawing/2014/main" id="{C43C9974-AEF4-F390-CAFB-A0639FF6F10F}"/>
                </a:ext>
              </a:extLst>
            </p:cNvPr>
            <p:cNvSpPr/>
            <p:nvPr/>
          </p:nvSpPr>
          <p:spPr>
            <a:xfrm>
              <a:off x="730428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12A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3" name="フリーフォーム: 図形 292">
              <a:extLst>
                <a:ext uri="{FF2B5EF4-FFF2-40B4-BE49-F238E27FC236}">
                  <a16:creationId xmlns:a16="http://schemas.microsoft.com/office/drawing/2014/main" id="{CDC08F8F-FC46-7407-4847-2B2213BA1BFF}"/>
                </a:ext>
              </a:extLst>
            </p:cNvPr>
            <p:cNvSpPr/>
            <p:nvPr/>
          </p:nvSpPr>
          <p:spPr>
            <a:xfrm>
              <a:off x="728410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02A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4" name="フリーフォーム: 図形 293">
              <a:extLst>
                <a:ext uri="{FF2B5EF4-FFF2-40B4-BE49-F238E27FC236}">
                  <a16:creationId xmlns:a16="http://schemas.microsoft.com/office/drawing/2014/main" id="{CA816DF4-45CB-33D1-29B9-C0AD1B671322}"/>
                </a:ext>
              </a:extLst>
            </p:cNvPr>
            <p:cNvSpPr/>
            <p:nvPr/>
          </p:nvSpPr>
          <p:spPr>
            <a:xfrm>
              <a:off x="726392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F29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5" name="フリーフォーム: 図形 294">
              <a:extLst>
                <a:ext uri="{FF2B5EF4-FFF2-40B4-BE49-F238E27FC236}">
                  <a16:creationId xmlns:a16="http://schemas.microsoft.com/office/drawing/2014/main" id="{812F3884-D6F7-C806-94C9-62BF2E847FAC}"/>
                </a:ext>
              </a:extLst>
            </p:cNvPr>
            <p:cNvSpPr/>
            <p:nvPr/>
          </p:nvSpPr>
          <p:spPr>
            <a:xfrm>
              <a:off x="724374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E29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6" name="フリーフォーム: 図形 295">
              <a:extLst>
                <a:ext uri="{FF2B5EF4-FFF2-40B4-BE49-F238E27FC236}">
                  <a16:creationId xmlns:a16="http://schemas.microsoft.com/office/drawing/2014/main" id="{E967310C-70B9-7A9B-0483-7D432C7462AE}"/>
                </a:ext>
              </a:extLst>
            </p:cNvPr>
            <p:cNvSpPr/>
            <p:nvPr/>
          </p:nvSpPr>
          <p:spPr>
            <a:xfrm>
              <a:off x="722356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D29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7" name="フリーフォーム: 図形 296">
              <a:extLst>
                <a:ext uri="{FF2B5EF4-FFF2-40B4-BE49-F238E27FC236}">
                  <a16:creationId xmlns:a16="http://schemas.microsoft.com/office/drawing/2014/main" id="{13016018-6998-368F-AF26-D561E720F376}"/>
                </a:ext>
              </a:extLst>
            </p:cNvPr>
            <p:cNvSpPr/>
            <p:nvPr/>
          </p:nvSpPr>
          <p:spPr>
            <a:xfrm>
              <a:off x="720338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C28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8" name="フリーフォーム: 図形 297">
              <a:extLst>
                <a:ext uri="{FF2B5EF4-FFF2-40B4-BE49-F238E27FC236}">
                  <a16:creationId xmlns:a16="http://schemas.microsoft.com/office/drawing/2014/main" id="{41D04A7E-CA7A-B13B-8ACD-A9751A9EFBDA}"/>
                </a:ext>
              </a:extLst>
            </p:cNvPr>
            <p:cNvSpPr/>
            <p:nvPr/>
          </p:nvSpPr>
          <p:spPr>
            <a:xfrm>
              <a:off x="718321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B28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9" name="フリーフォーム: 図形 298">
              <a:extLst>
                <a:ext uri="{FF2B5EF4-FFF2-40B4-BE49-F238E27FC236}">
                  <a16:creationId xmlns:a16="http://schemas.microsoft.com/office/drawing/2014/main" id="{7E5566E7-2846-BD11-AA1F-C85AA4572126}"/>
                </a:ext>
              </a:extLst>
            </p:cNvPr>
            <p:cNvSpPr/>
            <p:nvPr/>
          </p:nvSpPr>
          <p:spPr>
            <a:xfrm>
              <a:off x="716303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A28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0" name="フリーフォーム: 図形 299">
              <a:extLst>
                <a:ext uri="{FF2B5EF4-FFF2-40B4-BE49-F238E27FC236}">
                  <a16:creationId xmlns:a16="http://schemas.microsoft.com/office/drawing/2014/main" id="{56AF31D9-CDC5-8A7A-7106-0F64CB9D2A5B}"/>
                </a:ext>
              </a:extLst>
            </p:cNvPr>
            <p:cNvSpPr/>
            <p:nvPr/>
          </p:nvSpPr>
          <p:spPr>
            <a:xfrm>
              <a:off x="714285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928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1" name="フリーフォーム: 図形 300">
              <a:extLst>
                <a:ext uri="{FF2B5EF4-FFF2-40B4-BE49-F238E27FC236}">
                  <a16:creationId xmlns:a16="http://schemas.microsoft.com/office/drawing/2014/main" id="{A7531172-57A5-878D-24DB-55324A8A05A3}"/>
                </a:ext>
              </a:extLst>
            </p:cNvPr>
            <p:cNvSpPr/>
            <p:nvPr/>
          </p:nvSpPr>
          <p:spPr>
            <a:xfrm>
              <a:off x="712267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827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2" name="フリーフォーム: 図形 301">
              <a:extLst>
                <a:ext uri="{FF2B5EF4-FFF2-40B4-BE49-F238E27FC236}">
                  <a16:creationId xmlns:a16="http://schemas.microsoft.com/office/drawing/2014/main" id="{A3AA8DEB-1019-3676-4A8E-1DA3394B173B}"/>
                </a:ext>
              </a:extLst>
            </p:cNvPr>
            <p:cNvSpPr/>
            <p:nvPr/>
          </p:nvSpPr>
          <p:spPr>
            <a:xfrm>
              <a:off x="710249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727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3" name="フリーフォーム: 図形 302">
              <a:extLst>
                <a:ext uri="{FF2B5EF4-FFF2-40B4-BE49-F238E27FC236}">
                  <a16:creationId xmlns:a16="http://schemas.microsoft.com/office/drawing/2014/main" id="{5B2170FC-57EF-B192-FBCF-5B3CB399530D}"/>
                </a:ext>
              </a:extLst>
            </p:cNvPr>
            <p:cNvSpPr/>
            <p:nvPr/>
          </p:nvSpPr>
          <p:spPr>
            <a:xfrm>
              <a:off x="708232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627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4" name="フリーフォーム: 図形 303">
              <a:extLst>
                <a:ext uri="{FF2B5EF4-FFF2-40B4-BE49-F238E27FC236}">
                  <a16:creationId xmlns:a16="http://schemas.microsoft.com/office/drawing/2014/main" id="{AE2DB581-FAD1-8C2C-3D37-4566A7D11C1E}"/>
                </a:ext>
              </a:extLst>
            </p:cNvPr>
            <p:cNvSpPr/>
            <p:nvPr/>
          </p:nvSpPr>
          <p:spPr>
            <a:xfrm>
              <a:off x="706213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526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5" name="フリーフォーム: 図形 304">
              <a:extLst>
                <a:ext uri="{FF2B5EF4-FFF2-40B4-BE49-F238E27FC236}">
                  <a16:creationId xmlns:a16="http://schemas.microsoft.com/office/drawing/2014/main" id="{49FCBD1A-94D3-0835-D912-2D84C50DDFA3}"/>
                </a:ext>
              </a:extLst>
            </p:cNvPr>
            <p:cNvSpPr/>
            <p:nvPr/>
          </p:nvSpPr>
          <p:spPr>
            <a:xfrm>
              <a:off x="704196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426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6" name="フリーフォーム: 図形 305">
              <a:extLst>
                <a:ext uri="{FF2B5EF4-FFF2-40B4-BE49-F238E27FC236}">
                  <a16:creationId xmlns:a16="http://schemas.microsoft.com/office/drawing/2014/main" id="{96E0CADE-AE5C-3108-3834-855450548FE3}"/>
                </a:ext>
              </a:extLst>
            </p:cNvPr>
            <p:cNvSpPr/>
            <p:nvPr/>
          </p:nvSpPr>
          <p:spPr>
            <a:xfrm>
              <a:off x="702178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326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7" name="フリーフォーム: 図形 306">
              <a:extLst>
                <a:ext uri="{FF2B5EF4-FFF2-40B4-BE49-F238E27FC236}">
                  <a16:creationId xmlns:a16="http://schemas.microsoft.com/office/drawing/2014/main" id="{341A43DC-2463-C5C9-95F5-895C030A7CDF}"/>
                </a:ext>
              </a:extLst>
            </p:cNvPr>
            <p:cNvSpPr/>
            <p:nvPr/>
          </p:nvSpPr>
          <p:spPr>
            <a:xfrm>
              <a:off x="700160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225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8" name="フリーフォーム: 図形 307">
              <a:extLst>
                <a:ext uri="{FF2B5EF4-FFF2-40B4-BE49-F238E27FC236}">
                  <a16:creationId xmlns:a16="http://schemas.microsoft.com/office/drawing/2014/main" id="{817DD201-7A72-08BA-C235-D03D556870D6}"/>
                </a:ext>
              </a:extLst>
            </p:cNvPr>
            <p:cNvSpPr/>
            <p:nvPr/>
          </p:nvSpPr>
          <p:spPr>
            <a:xfrm>
              <a:off x="698142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125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9" name="フリーフォーム: 図形 308">
              <a:extLst>
                <a:ext uri="{FF2B5EF4-FFF2-40B4-BE49-F238E27FC236}">
                  <a16:creationId xmlns:a16="http://schemas.microsoft.com/office/drawing/2014/main" id="{A00792BF-F0C5-158F-5573-F5AAE31DD197}"/>
                </a:ext>
              </a:extLst>
            </p:cNvPr>
            <p:cNvSpPr/>
            <p:nvPr/>
          </p:nvSpPr>
          <p:spPr>
            <a:xfrm>
              <a:off x="696125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025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10" name="フリーフォーム: 図形 309">
              <a:extLst>
                <a:ext uri="{FF2B5EF4-FFF2-40B4-BE49-F238E27FC236}">
                  <a16:creationId xmlns:a16="http://schemas.microsoft.com/office/drawing/2014/main" id="{DBEF1356-1302-AF45-E363-53F05F621178}"/>
                </a:ext>
              </a:extLst>
            </p:cNvPr>
            <p:cNvSpPr/>
            <p:nvPr/>
          </p:nvSpPr>
          <p:spPr>
            <a:xfrm>
              <a:off x="694106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025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11" name="フリーフォーム: 図形 310">
              <a:extLst>
                <a:ext uri="{FF2B5EF4-FFF2-40B4-BE49-F238E27FC236}">
                  <a16:creationId xmlns:a16="http://schemas.microsoft.com/office/drawing/2014/main" id="{C9152EDE-904E-5F25-61BC-0C5705BD51F4}"/>
                </a:ext>
              </a:extLst>
            </p:cNvPr>
            <p:cNvSpPr/>
            <p:nvPr/>
          </p:nvSpPr>
          <p:spPr>
            <a:xfrm>
              <a:off x="692089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F24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12" name="フリーフォーム: 図形 311">
              <a:extLst>
                <a:ext uri="{FF2B5EF4-FFF2-40B4-BE49-F238E27FC236}">
                  <a16:creationId xmlns:a16="http://schemas.microsoft.com/office/drawing/2014/main" id="{A50B06BB-A236-4082-F1FE-C8865210BC15}"/>
                </a:ext>
              </a:extLst>
            </p:cNvPr>
            <p:cNvSpPr/>
            <p:nvPr/>
          </p:nvSpPr>
          <p:spPr>
            <a:xfrm>
              <a:off x="690070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E24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13" name="フリーフォーム: 図形 312">
              <a:extLst>
                <a:ext uri="{FF2B5EF4-FFF2-40B4-BE49-F238E27FC236}">
                  <a16:creationId xmlns:a16="http://schemas.microsoft.com/office/drawing/2014/main" id="{E18F2543-5EDB-9411-BC7C-A7C6E09990A8}"/>
                </a:ext>
              </a:extLst>
            </p:cNvPr>
            <p:cNvSpPr/>
            <p:nvPr/>
          </p:nvSpPr>
          <p:spPr>
            <a:xfrm>
              <a:off x="688053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D24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14" name="フリーフォーム: 図形 313">
              <a:extLst>
                <a:ext uri="{FF2B5EF4-FFF2-40B4-BE49-F238E27FC236}">
                  <a16:creationId xmlns:a16="http://schemas.microsoft.com/office/drawing/2014/main" id="{DA7AF86E-70F1-46F2-6A18-F5CF79F307B2}"/>
                </a:ext>
              </a:extLst>
            </p:cNvPr>
            <p:cNvSpPr/>
            <p:nvPr/>
          </p:nvSpPr>
          <p:spPr>
            <a:xfrm>
              <a:off x="686035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C23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15" name="フリーフォーム: 図形 314">
              <a:extLst>
                <a:ext uri="{FF2B5EF4-FFF2-40B4-BE49-F238E27FC236}">
                  <a16:creationId xmlns:a16="http://schemas.microsoft.com/office/drawing/2014/main" id="{A2FA8AFA-89A6-BCFD-59A6-D597FEE4F5B7}"/>
                </a:ext>
              </a:extLst>
            </p:cNvPr>
            <p:cNvSpPr/>
            <p:nvPr/>
          </p:nvSpPr>
          <p:spPr>
            <a:xfrm>
              <a:off x="684017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B23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16" name="フリーフォーム: 図形 315">
              <a:extLst>
                <a:ext uri="{FF2B5EF4-FFF2-40B4-BE49-F238E27FC236}">
                  <a16:creationId xmlns:a16="http://schemas.microsoft.com/office/drawing/2014/main" id="{ABAA06F9-FFC2-5286-E7C8-3DB22A96A4DC}"/>
                </a:ext>
              </a:extLst>
            </p:cNvPr>
            <p:cNvSpPr/>
            <p:nvPr/>
          </p:nvSpPr>
          <p:spPr>
            <a:xfrm>
              <a:off x="681999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A23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17" name="フリーフォーム: 図形 316">
              <a:extLst>
                <a:ext uri="{FF2B5EF4-FFF2-40B4-BE49-F238E27FC236}">
                  <a16:creationId xmlns:a16="http://schemas.microsoft.com/office/drawing/2014/main" id="{E516DCA7-B3A2-CE83-DE27-45B22A582250}"/>
                </a:ext>
              </a:extLst>
            </p:cNvPr>
            <p:cNvSpPr/>
            <p:nvPr/>
          </p:nvSpPr>
          <p:spPr>
            <a:xfrm>
              <a:off x="679982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922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18" name="フリーフォーム: 図形 317">
              <a:extLst>
                <a:ext uri="{FF2B5EF4-FFF2-40B4-BE49-F238E27FC236}">
                  <a16:creationId xmlns:a16="http://schemas.microsoft.com/office/drawing/2014/main" id="{572141F3-35DC-C90C-5EE5-196638C0E80F}"/>
                </a:ext>
              </a:extLst>
            </p:cNvPr>
            <p:cNvSpPr/>
            <p:nvPr/>
          </p:nvSpPr>
          <p:spPr>
            <a:xfrm>
              <a:off x="677963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822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19" name="フリーフォーム: 図形 318">
              <a:extLst>
                <a:ext uri="{FF2B5EF4-FFF2-40B4-BE49-F238E27FC236}">
                  <a16:creationId xmlns:a16="http://schemas.microsoft.com/office/drawing/2014/main" id="{BD49133A-95AC-87C5-FC76-4A3B1D024A5C}"/>
                </a:ext>
              </a:extLst>
            </p:cNvPr>
            <p:cNvSpPr/>
            <p:nvPr/>
          </p:nvSpPr>
          <p:spPr>
            <a:xfrm>
              <a:off x="675946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722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0" name="フリーフォーム: 図形 319">
              <a:extLst>
                <a:ext uri="{FF2B5EF4-FFF2-40B4-BE49-F238E27FC236}">
                  <a16:creationId xmlns:a16="http://schemas.microsoft.com/office/drawing/2014/main" id="{474BFC9D-9586-0D1B-4C3E-0EF8EC2D1E44}"/>
                </a:ext>
              </a:extLst>
            </p:cNvPr>
            <p:cNvSpPr/>
            <p:nvPr/>
          </p:nvSpPr>
          <p:spPr>
            <a:xfrm>
              <a:off x="673928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622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1" name="フリーフォーム: 図形 320">
              <a:extLst>
                <a:ext uri="{FF2B5EF4-FFF2-40B4-BE49-F238E27FC236}">
                  <a16:creationId xmlns:a16="http://schemas.microsoft.com/office/drawing/2014/main" id="{CE4C8319-B907-628B-3FB6-1AE8B93D5D56}"/>
                </a:ext>
              </a:extLst>
            </p:cNvPr>
            <p:cNvSpPr/>
            <p:nvPr/>
          </p:nvSpPr>
          <p:spPr>
            <a:xfrm>
              <a:off x="671910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521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2" name="フリーフォーム: 図形 321">
              <a:extLst>
                <a:ext uri="{FF2B5EF4-FFF2-40B4-BE49-F238E27FC236}">
                  <a16:creationId xmlns:a16="http://schemas.microsoft.com/office/drawing/2014/main" id="{CDAF4DCD-9033-C556-2EE3-F85AABD04D2B}"/>
                </a:ext>
              </a:extLst>
            </p:cNvPr>
            <p:cNvSpPr/>
            <p:nvPr/>
          </p:nvSpPr>
          <p:spPr>
            <a:xfrm>
              <a:off x="669892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421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3" name="フリーフォーム: 図形 322">
              <a:extLst>
                <a:ext uri="{FF2B5EF4-FFF2-40B4-BE49-F238E27FC236}">
                  <a16:creationId xmlns:a16="http://schemas.microsoft.com/office/drawing/2014/main" id="{A3C5621D-6256-40D1-A17C-6B6B47862E3C}"/>
                </a:ext>
              </a:extLst>
            </p:cNvPr>
            <p:cNvSpPr/>
            <p:nvPr/>
          </p:nvSpPr>
          <p:spPr>
            <a:xfrm>
              <a:off x="667874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321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4" name="フリーフォーム: 図形 323">
              <a:extLst>
                <a:ext uri="{FF2B5EF4-FFF2-40B4-BE49-F238E27FC236}">
                  <a16:creationId xmlns:a16="http://schemas.microsoft.com/office/drawing/2014/main" id="{2D02B010-1200-D864-74AF-10AFCC0D0A22}"/>
                </a:ext>
              </a:extLst>
            </p:cNvPr>
            <p:cNvSpPr/>
            <p:nvPr/>
          </p:nvSpPr>
          <p:spPr>
            <a:xfrm>
              <a:off x="665857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220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5" name="フリーフォーム: 図形 324">
              <a:extLst>
                <a:ext uri="{FF2B5EF4-FFF2-40B4-BE49-F238E27FC236}">
                  <a16:creationId xmlns:a16="http://schemas.microsoft.com/office/drawing/2014/main" id="{431E2A14-C6FE-A8A0-A0E4-7296F1B4CC66}"/>
                </a:ext>
              </a:extLst>
            </p:cNvPr>
            <p:cNvSpPr/>
            <p:nvPr/>
          </p:nvSpPr>
          <p:spPr>
            <a:xfrm>
              <a:off x="663839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120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6" name="フリーフォーム: 図形 325">
              <a:extLst>
                <a:ext uri="{FF2B5EF4-FFF2-40B4-BE49-F238E27FC236}">
                  <a16:creationId xmlns:a16="http://schemas.microsoft.com/office/drawing/2014/main" id="{766AB374-B505-52BD-DFAD-ED0A2A2F2E55}"/>
                </a:ext>
              </a:extLst>
            </p:cNvPr>
            <p:cNvSpPr/>
            <p:nvPr/>
          </p:nvSpPr>
          <p:spPr>
            <a:xfrm>
              <a:off x="661820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020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7" name="フリーフォーム: 図形 326">
              <a:extLst>
                <a:ext uri="{FF2B5EF4-FFF2-40B4-BE49-F238E27FC236}">
                  <a16:creationId xmlns:a16="http://schemas.microsoft.com/office/drawing/2014/main" id="{6554766A-84D4-030A-721E-E83E2A89BB97}"/>
                </a:ext>
              </a:extLst>
            </p:cNvPr>
            <p:cNvSpPr/>
            <p:nvPr/>
          </p:nvSpPr>
          <p:spPr>
            <a:xfrm>
              <a:off x="659803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F1F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8" name="フリーフォーム: 図形 327">
              <a:extLst>
                <a:ext uri="{FF2B5EF4-FFF2-40B4-BE49-F238E27FC236}">
                  <a16:creationId xmlns:a16="http://schemas.microsoft.com/office/drawing/2014/main" id="{BF584365-9587-B5A8-EDB1-2E4B790333A5}"/>
                </a:ext>
              </a:extLst>
            </p:cNvPr>
            <p:cNvSpPr/>
            <p:nvPr/>
          </p:nvSpPr>
          <p:spPr>
            <a:xfrm>
              <a:off x="657785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E1F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9" name="フリーフォーム: 図形 328">
              <a:extLst>
                <a:ext uri="{FF2B5EF4-FFF2-40B4-BE49-F238E27FC236}">
                  <a16:creationId xmlns:a16="http://schemas.microsoft.com/office/drawing/2014/main" id="{A1F1D7F3-773D-6176-EF64-BFAF106321C8}"/>
                </a:ext>
              </a:extLst>
            </p:cNvPr>
            <p:cNvSpPr/>
            <p:nvPr/>
          </p:nvSpPr>
          <p:spPr>
            <a:xfrm>
              <a:off x="655767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D1F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0" name="フリーフォーム: 図形 329">
              <a:extLst>
                <a:ext uri="{FF2B5EF4-FFF2-40B4-BE49-F238E27FC236}">
                  <a16:creationId xmlns:a16="http://schemas.microsoft.com/office/drawing/2014/main" id="{C9F8BC8F-6D09-6EE1-134A-5DBB5F98B77F}"/>
                </a:ext>
              </a:extLst>
            </p:cNvPr>
            <p:cNvSpPr/>
            <p:nvPr/>
          </p:nvSpPr>
          <p:spPr>
            <a:xfrm>
              <a:off x="653750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C1F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1" name="フリーフォーム: 図形 330">
              <a:extLst>
                <a:ext uri="{FF2B5EF4-FFF2-40B4-BE49-F238E27FC236}">
                  <a16:creationId xmlns:a16="http://schemas.microsoft.com/office/drawing/2014/main" id="{2653394C-7B57-2357-53F7-54CABCE31974}"/>
                </a:ext>
              </a:extLst>
            </p:cNvPr>
            <p:cNvSpPr/>
            <p:nvPr/>
          </p:nvSpPr>
          <p:spPr>
            <a:xfrm>
              <a:off x="651731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B1E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2" name="フリーフォーム: 図形 331">
              <a:extLst>
                <a:ext uri="{FF2B5EF4-FFF2-40B4-BE49-F238E27FC236}">
                  <a16:creationId xmlns:a16="http://schemas.microsoft.com/office/drawing/2014/main" id="{D08469CB-0BC6-C8CF-C026-7585C6D5622C}"/>
                </a:ext>
              </a:extLst>
            </p:cNvPr>
            <p:cNvSpPr/>
            <p:nvPr/>
          </p:nvSpPr>
          <p:spPr>
            <a:xfrm>
              <a:off x="649714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A1E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3" name="フリーフォーム: 図形 332">
              <a:extLst>
                <a:ext uri="{FF2B5EF4-FFF2-40B4-BE49-F238E27FC236}">
                  <a16:creationId xmlns:a16="http://schemas.microsoft.com/office/drawing/2014/main" id="{E55A8842-CAC4-B6A4-8F57-132D6FEB8F31}"/>
                </a:ext>
              </a:extLst>
            </p:cNvPr>
            <p:cNvSpPr/>
            <p:nvPr/>
          </p:nvSpPr>
          <p:spPr>
            <a:xfrm>
              <a:off x="647696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91E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4" name="フリーフォーム: 図形 333">
              <a:extLst>
                <a:ext uri="{FF2B5EF4-FFF2-40B4-BE49-F238E27FC236}">
                  <a16:creationId xmlns:a16="http://schemas.microsoft.com/office/drawing/2014/main" id="{92F42626-D519-E60E-2E8E-FACCA378E4DA}"/>
                </a:ext>
              </a:extLst>
            </p:cNvPr>
            <p:cNvSpPr/>
            <p:nvPr/>
          </p:nvSpPr>
          <p:spPr>
            <a:xfrm>
              <a:off x="645678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81D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5" name="フリーフォーム: 図形 334">
              <a:extLst>
                <a:ext uri="{FF2B5EF4-FFF2-40B4-BE49-F238E27FC236}">
                  <a16:creationId xmlns:a16="http://schemas.microsoft.com/office/drawing/2014/main" id="{FC5460F2-2885-5870-34C8-AF8A6F0DD434}"/>
                </a:ext>
              </a:extLst>
            </p:cNvPr>
            <p:cNvSpPr/>
            <p:nvPr/>
          </p:nvSpPr>
          <p:spPr>
            <a:xfrm>
              <a:off x="643660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71D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6" name="フリーフォーム: 図形 335">
              <a:extLst>
                <a:ext uri="{FF2B5EF4-FFF2-40B4-BE49-F238E27FC236}">
                  <a16:creationId xmlns:a16="http://schemas.microsoft.com/office/drawing/2014/main" id="{CD2E5486-BEB6-32AA-0669-CD1DC1D19462}"/>
                </a:ext>
              </a:extLst>
            </p:cNvPr>
            <p:cNvSpPr/>
            <p:nvPr/>
          </p:nvSpPr>
          <p:spPr>
            <a:xfrm>
              <a:off x="641643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61D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7" name="フリーフォーム: 図形 336">
              <a:extLst>
                <a:ext uri="{FF2B5EF4-FFF2-40B4-BE49-F238E27FC236}">
                  <a16:creationId xmlns:a16="http://schemas.microsoft.com/office/drawing/2014/main" id="{A72971D1-5B9E-ECEE-C29C-D429D5ACB72F}"/>
                </a:ext>
              </a:extLst>
            </p:cNvPr>
            <p:cNvSpPr/>
            <p:nvPr/>
          </p:nvSpPr>
          <p:spPr>
            <a:xfrm>
              <a:off x="639624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51D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8" name="フリーフォーム: 図形 337">
              <a:extLst>
                <a:ext uri="{FF2B5EF4-FFF2-40B4-BE49-F238E27FC236}">
                  <a16:creationId xmlns:a16="http://schemas.microsoft.com/office/drawing/2014/main" id="{994D88A3-D710-9B2E-1FC3-7929ED5CD92D}"/>
                </a:ext>
              </a:extLst>
            </p:cNvPr>
            <p:cNvSpPr/>
            <p:nvPr/>
          </p:nvSpPr>
          <p:spPr>
            <a:xfrm>
              <a:off x="637607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41C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9" name="フリーフォーム: 図形 338">
              <a:extLst>
                <a:ext uri="{FF2B5EF4-FFF2-40B4-BE49-F238E27FC236}">
                  <a16:creationId xmlns:a16="http://schemas.microsoft.com/office/drawing/2014/main" id="{DED0E3C4-1D16-46FD-631C-8ED82774A50D}"/>
                </a:ext>
              </a:extLst>
            </p:cNvPr>
            <p:cNvSpPr/>
            <p:nvPr/>
          </p:nvSpPr>
          <p:spPr>
            <a:xfrm>
              <a:off x="635588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31C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0" name="フリーフォーム: 図形 339">
              <a:extLst>
                <a:ext uri="{FF2B5EF4-FFF2-40B4-BE49-F238E27FC236}">
                  <a16:creationId xmlns:a16="http://schemas.microsoft.com/office/drawing/2014/main" id="{95725F31-B5D9-3D1D-9919-AF8BCC9E2598}"/>
                </a:ext>
              </a:extLst>
            </p:cNvPr>
            <p:cNvSpPr/>
            <p:nvPr/>
          </p:nvSpPr>
          <p:spPr>
            <a:xfrm>
              <a:off x="633571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21C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1" name="フリーフォーム: 図形 340">
              <a:extLst>
                <a:ext uri="{FF2B5EF4-FFF2-40B4-BE49-F238E27FC236}">
                  <a16:creationId xmlns:a16="http://schemas.microsoft.com/office/drawing/2014/main" id="{9C5A2AEE-C485-A901-B3A5-E22F3EE9EFB2}"/>
                </a:ext>
              </a:extLst>
            </p:cNvPr>
            <p:cNvSpPr/>
            <p:nvPr/>
          </p:nvSpPr>
          <p:spPr>
            <a:xfrm>
              <a:off x="631553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11B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2" name="フリーフォーム: 図形 341">
              <a:extLst>
                <a:ext uri="{FF2B5EF4-FFF2-40B4-BE49-F238E27FC236}">
                  <a16:creationId xmlns:a16="http://schemas.microsoft.com/office/drawing/2014/main" id="{EBF7B3CA-9C42-8A84-4BDF-79FF42BECC67}"/>
                </a:ext>
              </a:extLst>
            </p:cNvPr>
            <p:cNvSpPr/>
            <p:nvPr/>
          </p:nvSpPr>
          <p:spPr>
            <a:xfrm>
              <a:off x="629535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01B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3" name="フリーフォーム: 図形 342">
              <a:extLst>
                <a:ext uri="{FF2B5EF4-FFF2-40B4-BE49-F238E27FC236}">
                  <a16:creationId xmlns:a16="http://schemas.microsoft.com/office/drawing/2014/main" id="{58F62C6D-D888-D0FE-1CB4-0D08E6AF10C0}"/>
                </a:ext>
              </a:extLst>
            </p:cNvPr>
            <p:cNvSpPr/>
            <p:nvPr/>
          </p:nvSpPr>
          <p:spPr>
            <a:xfrm>
              <a:off x="627517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F1B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4" name="フリーフォーム: 図形 343">
              <a:extLst>
                <a:ext uri="{FF2B5EF4-FFF2-40B4-BE49-F238E27FC236}">
                  <a16:creationId xmlns:a16="http://schemas.microsoft.com/office/drawing/2014/main" id="{8DF7A759-B68F-7F36-5A42-01401DB98166}"/>
                </a:ext>
              </a:extLst>
            </p:cNvPr>
            <p:cNvSpPr/>
            <p:nvPr/>
          </p:nvSpPr>
          <p:spPr>
            <a:xfrm>
              <a:off x="625500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E1A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5" name="フリーフォーム: 図形 344">
              <a:extLst>
                <a:ext uri="{FF2B5EF4-FFF2-40B4-BE49-F238E27FC236}">
                  <a16:creationId xmlns:a16="http://schemas.microsoft.com/office/drawing/2014/main" id="{E692E937-49D1-9E07-56B7-6E2FE77E1266}"/>
                </a:ext>
              </a:extLst>
            </p:cNvPr>
            <p:cNvSpPr/>
            <p:nvPr/>
          </p:nvSpPr>
          <p:spPr>
            <a:xfrm>
              <a:off x="623481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D1A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6" name="フリーフォーム: 図形 345">
              <a:extLst>
                <a:ext uri="{FF2B5EF4-FFF2-40B4-BE49-F238E27FC236}">
                  <a16:creationId xmlns:a16="http://schemas.microsoft.com/office/drawing/2014/main" id="{83089541-D76B-C804-4E3D-09146D26B695}"/>
                </a:ext>
              </a:extLst>
            </p:cNvPr>
            <p:cNvSpPr/>
            <p:nvPr/>
          </p:nvSpPr>
          <p:spPr>
            <a:xfrm>
              <a:off x="621464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C1A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7" name="フリーフォーム: 図形 346">
              <a:extLst>
                <a:ext uri="{FF2B5EF4-FFF2-40B4-BE49-F238E27FC236}">
                  <a16:creationId xmlns:a16="http://schemas.microsoft.com/office/drawing/2014/main" id="{297FD3D4-7C38-B535-F6C8-C98BFC46E0D3}"/>
                </a:ext>
              </a:extLst>
            </p:cNvPr>
            <p:cNvSpPr/>
            <p:nvPr/>
          </p:nvSpPr>
          <p:spPr>
            <a:xfrm>
              <a:off x="619445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B1A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8" name="フリーフォーム: 図形 347">
              <a:extLst>
                <a:ext uri="{FF2B5EF4-FFF2-40B4-BE49-F238E27FC236}">
                  <a16:creationId xmlns:a16="http://schemas.microsoft.com/office/drawing/2014/main" id="{508F382E-8661-5A72-74C0-65D9D59CAF63}"/>
                </a:ext>
              </a:extLst>
            </p:cNvPr>
            <p:cNvSpPr/>
            <p:nvPr/>
          </p:nvSpPr>
          <p:spPr>
            <a:xfrm>
              <a:off x="617428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A19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9" name="フリーフォーム: 図形 348">
              <a:extLst>
                <a:ext uri="{FF2B5EF4-FFF2-40B4-BE49-F238E27FC236}">
                  <a16:creationId xmlns:a16="http://schemas.microsoft.com/office/drawing/2014/main" id="{1432461A-B4AF-8A15-5AE1-1BBF4CEB053E}"/>
                </a:ext>
              </a:extLst>
            </p:cNvPr>
            <p:cNvSpPr/>
            <p:nvPr/>
          </p:nvSpPr>
          <p:spPr>
            <a:xfrm>
              <a:off x="615411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919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0" name="フリーフォーム: 図形 349">
              <a:extLst>
                <a:ext uri="{FF2B5EF4-FFF2-40B4-BE49-F238E27FC236}">
                  <a16:creationId xmlns:a16="http://schemas.microsoft.com/office/drawing/2014/main" id="{3AB9F194-6A6C-F4FB-18ED-4D99B16E8746}"/>
                </a:ext>
              </a:extLst>
            </p:cNvPr>
            <p:cNvSpPr/>
            <p:nvPr/>
          </p:nvSpPr>
          <p:spPr>
            <a:xfrm>
              <a:off x="613392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819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1" name="フリーフォーム: 図形 350">
              <a:extLst>
                <a:ext uri="{FF2B5EF4-FFF2-40B4-BE49-F238E27FC236}">
                  <a16:creationId xmlns:a16="http://schemas.microsoft.com/office/drawing/2014/main" id="{1D5F2F6C-163D-27A1-5AD7-2DF3570F08F3}"/>
                </a:ext>
              </a:extLst>
            </p:cNvPr>
            <p:cNvSpPr/>
            <p:nvPr/>
          </p:nvSpPr>
          <p:spPr>
            <a:xfrm>
              <a:off x="611375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718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2" name="フリーフォーム: 図形 351">
              <a:extLst>
                <a:ext uri="{FF2B5EF4-FFF2-40B4-BE49-F238E27FC236}">
                  <a16:creationId xmlns:a16="http://schemas.microsoft.com/office/drawing/2014/main" id="{C29DB647-87C9-A847-E87D-A7B97FB2B436}"/>
                </a:ext>
              </a:extLst>
            </p:cNvPr>
            <p:cNvSpPr/>
            <p:nvPr/>
          </p:nvSpPr>
          <p:spPr>
            <a:xfrm>
              <a:off x="609357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618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3" name="フリーフォーム: 図形 352">
              <a:extLst>
                <a:ext uri="{FF2B5EF4-FFF2-40B4-BE49-F238E27FC236}">
                  <a16:creationId xmlns:a16="http://schemas.microsoft.com/office/drawing/2014/main" id="{EEF4CE6F-22C7-6025-A157-219DFBAD1AE3}"/>
                </a:ext>
              </a:extLst>
            </p:cNvPr>
            <p:cNvSpPr/>
            <p:nvPr/>
          </p:nvSpPr>
          <p:spPr>
            <a:xfrm>
              <a:off x="607339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518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4" name="フリーフォーム: 図形 353">
              <a:extLst>
                <a:ext uri="{FF2B5EF4-FFF2-40B4-BE49-F238E27FC236}">
                  <a16:creationId xmlns:a16="http://schemas.microsoft.com/office/drawing/2014/main" id="{19938BD1-1AFB-E88A-DA3A-5553F16B2B3F}"/>
                </a:ext>
              </a:extLst>
            </p:cNvPr>
            <p:cNvSpPr/>
            <p:nvPr/>
          </p:nvSpPr>
          <p:spPr>
            <a:xfrm>
              <a:off x="605321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417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5" name="フリーフォーム: 図形 354">
              <a:extLst>
                <a:ext uri="{FF2B5EF4-FFF2-40B4-BE49-F238E27FC236}">
                  <a16:creationId xmlns:a16="http://schemas.microsoft.com/office/drawing/2014/main" id="{759C6078-640D-8B24-E5A2-139B26336D39}"/>
                </a:ext>
              </a:extLst>
            </p:cNvPr>
            <p:cNvSpPr/>
            <p:nvPr/>
          </p:nvSpPr>
          <p:spPr>
            <a:xfrm>
              <a:off x="603303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317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6" name="フリーフォーム: 図形 355">
              <a:extLst>
                <a:ext uri="{FF2B5EF4-FFF2-40B4-BE49-F238E27FC236}">
                  <a16:creationId xmlns:a16="http://schemas.microsoft.com/office/drawing/2014/main" id="{4124B08C-5CE8-9E1D-BC33-D30B5E323B7D}"/>
                </a:ext>
              </a:extLst>
            </p:cNvPr>
            <p:cNvSpPr/>
            <p:nvPr/>
          </p:nvSpPr>
          <p:spPr>
            <a:xfrm>
              <a:off x="601285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217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7" name="フリーフォーム: 図形 356">
              <a:extLst>
                <a:ext uri="{FF2B5EF4-FFF2-40B4-BE49-F238E27FC236}">
                  <a16:creationId xmlns:a16="http://schemas.microsoft.com/office/drawing/2014/main" id="{038FF14F-6597-FA9C-1EE2-76DBC8E75911}"/>
                </a:ext>
              </a:extLst>
            </p:cNvPr>
            <p:cNvSpPr/>
            <p:nvPr/>
          </p:nvSpPr>
          <p:spPr>
            <a:xfrm>
              <a:off x="599268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117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8" name="フリーフォーム: 図形 357">
              <a:extLst>
                <a:ext uri="{FF2B5EF4-FFF2-40B4-BE49-F238E27FC236}">
                  <a16:creationId xmlns:a16="http://schemas.microsoft.com/office/drawing/2014/main" id="{0A6DC888-C7E7-5E26-DE88-A8DC8F294E9D}"/>
                </a:ext>
              </a:extLst>
            </p:cNvPr>
            <p:cNvSpPr/>
            <p:nvPr/>
          </p:nvSpPr>
          <p:spPr>
            <a:xfrm>
              <a:off x="597249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016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9" name="フリーフォーム: 図形 358">
              <a:extLst>
                <a:ext uri="{FF2B5EF4-FFF2-40B4-BE49-F238E27FC236}">
                  <a16:creationId xmlns:a16="http://schemas.microsoft.com/office/drawing/2014/main" id="{0B4B3408-0115-79FD-E904-A88D753D63E2}"/>
                </a:ext>
              </a:extLst>
            </p:cNvPr>
            <p:cNvSpPr/>
            <p:nvPr/>
          </p:nvSpPr>
          <p:spPr>
            <a:xfrm>
              <a:off x="595232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F16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0" name="フリーフォーム: 図形 359">
              <a:extLst>
                <a:ext uri="{FF2B5EF4-FFF2-40B4-BE49-F238E27FC236}">
                  <a16:creationId xmlns:a16="http://schemas.microsoft.com/office/drawing/2014/main" id="{43B3613B-2085-C31A-BF64-BE722D2E6FC9}"/>
                </a:ext>
              </a:extLst>
            </p:cNvPr>
            <p:cNvSpPr/>
            <p:nvPr/>
          </p:nvSpPr>
          <p:spPr>
            <a:xfrm>
              <a:off x="593214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E16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1" name="フリーフォーム: 図形 360">
              <a:extLst>
                <a:ext uri="{FF2B5EF4-FFF2-40B4-BE49-F238E27FC236}">
                  <a16:creationId xmlns:a16="http://schemas.microsoft.com/office/drawing/2014/main" id="{2876394A-7AE0-4E09-FA49-EB546018B54D}"/>
                </a:ext>
              </a:extLst>
            </p:cNvPr>
            <p:cNvSpPr/>
            <p:nvPr/>
          </p:nvSpPr>
          <p:spPr>
            <a:xfrm>
              <a:off x="591196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D15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2" name="フリーフォーム: 図形 361">
              <a:extLst>
                <a:ext uri="{FF2B5EF4-FFF2-40B4-BE49-F238E27FC236}">
                  <a16:creationId xmlns:a16="http://schemas.microsoft.com/office/drawing/2014/main" id="{F8CE88A0-3C0E-B8A6-0935-8E1ED15F7BC7}"/>
                </a:ext>
              </a:extLst>
            </p:cNvPr>
            <p:cNvSpPr/>
            <p:nvPr/>
          </p:nvSpPr>
          <p:spPr>
            <a:xfrm>
              <a:off x="589178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C15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3" name="フリーフォーム: 図形 362">
              <a:extLst>
                <a:ext uri="{FF2B5EF4-FFF2-40B4-BE49-F238E27FC236}">
                  <a16:creationId xmlns:a16="http://schemas.microsoft.com/office/drawing/2014/main" id="{7F780D51-9C71-AE16-F0D7-F78E9729179C}"/>
                </a:ext>
              </a:extLst>
            </p:cNvPr>
            <p:cNvSpPr/>
            <p:nvPr/>
          </p:nvSpPr>
          <p:spPr>
            <a:xfrm>
              <a:off x="587160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B15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4" name="フリーフォーム: 図形 363">
              <a:extLst>
                <a:ext uri="{FF2B5EF4-FFF2-40B4-BE49-F238E27FC236}">
                  <a16:creationId xmlns:a16="http://schemas.microsoft.com/office/drawing/2014/main" id="{02773B4B-B89D-CDF4-57B0-153B14778729}"/>
                </a:ext>
              </a:extLst>
            </p:cNvPr>
            <p:cNvSpPr/>
            <p:nvPr/>
          </p:nvSpPr>
          <p:spPr>
            <a:xfrm>
              <a:off x="585142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A14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5" name="フリーフォーム: 図形 364">
              <a:extLst>
                <a:ext uri="{FF2B5EF4-FFF2-40B4-BE49-F238E27FC236}">
                  <a16:creationId xmlns:a16="http://schemas.microsoft.com/office/drawing/2014/main" id="{CDC5D9CC-2A7C-8D44-FCFA-70F1E4C9106A}"/>
                </a:ext>
              </a:extLst>
            </p:cNvPr>
            <p:cNvSpPr/>
            <p:nvPr/>
          </p:nvSpPr>
          <p:spPr>
            <a:xfrm>
              <a:off x="583125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914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6" name="フリーフォーム: 図形 365">
              <a:extLst>
                <a:ext uri="{FF2B5EF4-FFF2-40B4-BE49-F238E27FC236}">
                  <a16:creationId xmlns:a16="http://schemas.microsoft.com/office/drawing/2014/main" id="{251092B5-5A97-3BA6-68FF-92B2925E1CAA}"/>
                </a:ext>
              </a:extLst>
            </p:cNvPr>
            <p:cNvSpPr/>
            <p:nvPr/>
          </p:nvSpPr>
          <p:spPr>
            <a:xfrm>
              <a:off x="581106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814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7" name="フリーフォーム: 図形 366">
              <a:extLst>
                <a:ext uri="{FF2B5EF4-FFF2-40B4-BE49-F238E27FC236}">
                  <a16:creationId xmlns:a16="http://schemas.microsoft.com/office/drawing/2014/main" id="{097412D4-5F20-0986-35B2-A08EB009562F}"/>
                </a:ext>
              </a:extLst>
            </p:cNvPr>
            <p:cNvSpPr/>
            <p:nvPr/>
          </p:nvSpPr>
          <p:spPr>
            <a:xfrm>
              <a:off x="579089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714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8" name="フリーフォーム: 図形 367">
              <a:extLst>
                <a:ext uri="{FF2B5EF4-FFF2-40B4-BE49-F238E27FC236}">
                  <a16:creationId xmlns:a16="http://schemas.microsoft.com/office/drawing/2014/main" id="{7B83BD92-B0B3-D3F5-AD6F-E55CDA2323A9}"/>
                </a:ext>
              </a:extLst>
            </p:cNvPr>
            <p:cNvSpPr/>
            <p:nvPr/>
          </p:nvSpPr>
          <p:spPr>
            <a:xfrm>
              <a:off x="577071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613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9" name="フリーフォーム: 図形 368">
              <a:extLst>
                <a:ext uri="{FF2B5EF4-FFF2-40B4-BE49-F238E27FC236}">
                  <a16:creationId xmlns:a16="http://schemas.microsoft.com/office/drawing/2014/main" id="{7A627F12-F619-0F1D-254E-AD519EA79924}"/>
                </a:ext>
              </a:extLst>
            </p:cNvPr>
            <p:cNvSpPr/>
            <p:nvPr/>
          </p:nvSpPr>
          <p:spPr>
            <a:xfrm>
              <a:off x="575053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513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70" name="フリーフォーム: 図形 369">
              <a:extLst>
                <a:ext uri="{FF2B5EF4-FFF2-40B4-BE49-F238E27FC236}">
                  <a16:creationId xmlns:a16="http://schemas.microsoft.com/office/drawing/2014/main" id="{5FCFF64F-56A6-32D4-5DA6-2A85F00CFDA2}"/>
                </a:ext>
              </a:extLst>
            </p:cNvPr>
            <p:cNvSpPr/>
            <p:nvPr/>
          </p:nvSpPr>
          <p:spPr>
            <a:xfrm>
              <a:off x="573035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413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71" name="フリーフォーム: 図形 370">
              <a:extLst>
                <a:ext uri="{FF2B5EF4-FFF2-40B4-BE49-F238E27FC236}">
                  <a16:creationId xmlns:a16="http://schemas.microsoft.com/office/drawing/2014/main" id="{D97DFBC7-3468-F687-8DEC-77B379CF2219}"/>
                </a:ext>
              </a:extLst>
            </p:cNvPr>
            <p:cNvSpPr/>
            <p:nvPr/>
          </p:nvSpPr>
          <p:spPr>
            <a:xfrm>
              <a:off x="571018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312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72" name="フリーフォーム: 図形 371">
              <a:extLst>
                <a:ext uri="{FF2B5EF4-FFF2-40B4-BE49-F238E27FC236}">
                  <a16:creationId xmlns:a16="http://schemas.microsoft.com/office/drawing/2014/main" id="{C9B885A8-118F-2B52-324A-16813831EEDE}"/>
                </a:ext>
              </a:extLst>
            </p:cNvPr>
            <p:cNvSpPr/>
            <p:nvPr/>
          </p:nvSpPr>
          <p:spPr>
            <a:xfrm>
              <a:off x="568999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212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73" name="フリーフォーム: 図形 372">
              <a:extLst>
                <a:ext uri="{FF2B5EF4-FFF2-40B4-BE49-F238E27FC236}">
                  <a16:creationId xmlns:a16="http://schemas.microsoft.com/office/drawing/2014/main" id="{188AD796-CC97-B1AE-40DE-32EB0169CCD7}"/>
                </a:ext>
              </a:extLst>
            </p:cNvPr>
            <p:cNvSpPr/>
            <p:nvPr/>
          </p:nvSpPr>
          <p:spPr>
            <a:xfrm>
              <a:off x="566982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112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74" name="フリーフォーム: 図形 373">
              <a:extLst>
                <a:ext uri="{FF2B5EF4-FFF2-40B4-BE49-F238E27FC236}">
                  <a16:creationId xmlns:a16="http://schemas.microsoft.com/office/drawing/2014/main" id="{A50B34B3-6262-FF83-E673-85733A657331}"/>
                </a:ext>
              </a:extLst>
            </p:cNvPr>
            <p:cNvSpPr/>
            <p:nvPr/>
          </p:nvSpPr>
          <p:spPr>
            <a:xfrm>
              <a:off x="564963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011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75" name="フリーフォーム: 図形 374">
              <a:extLst>
                <a:ext uri="{FF2B5EF4-FFF2-40B4-BE49-F238E27FC236}">
                  <a16:creationId xmlns:a16="http://schemas.microsoft.com/office/drawing/2014/main" id="{B010D2D3-5C98-80EF-293B-01C31A77955F}"/>
                </a:ext>
              </a:extLst>
            </p:cNvPr>
            <p:cNvSpPr/>
            <p:nvPr/>
          </p:nvSpPr>
          <p:spPr>
            <a:xfrm>
              <a:off x="562946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F11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76" name="フリーフォーム: 図形 375">
              <a:extLst>
                <a:ext uri="{FF2B5EF4-FFF2-40B4-BE49-F238E27FC236}">
                  <a16:creationId xmlns:a16="http://schemas.microsoft.com/office/drawing/2014/main" id="{D24A8A06-346F-9A96-2E10-B1E3515C8505}"/>
                </a:ext>
              </a:extLst>
            </p:cNvPr>
            <p:cNvSpPr/>
            <p:nvPr/>
          </p:nvSpPr>
          <p:spPr>
            <a:xfrm>
              <a:off x="560929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E11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77" name="フリーフォーム: 図形 376">
              <a:extLst>
                <a:ext uri="{FF2B5EF4-FFF2-40B4-BE49-F238E27FC236}">
                  <a16:creationId xmlns:a16="http://schemas.microsoft.com/office/drawing/2014/main" id="{0D5B5CC1-96D4-3578-8800-9C92192EF81D}"/>
                </a:ext>
              </a:extLst>
            </p:cNvPr>
            <p:cNvSpPr/>
            <p:nvPr/>
          </p:nvSpPr>
          <p:spPr>
            <a:xfrm>
              <a:off x="558910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D11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78" name="フリーフォーム: 図形 377">
              <a:extLst>
                <a:ext uri="{FF2B5EF4-FFF2-40B4-BE49-F238E27FC236}">
                  <a16:creationId xmlns:a16="http://schemas.microsoft.com/office/drawing/2014/main" id="{91A42505-2C19-75FD-D572-B9F498E82F6F}"/>
                </a:ext>
              </a:extLst>
            </p:cNvPr>
            <p:cNvSpPr/>
            <p:nvPr/>
          </p:nvSpPr>
          <p:spPr>
            <a:xfrm>
              <a:off x="556892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C10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79" name="フリーフォーム: 図形 378">
              <a:extLst>
                <a:ext uri="{FF2B5EF4-FFF2-40B4-BE49-F238E27FC236}">
                  <a16:creationId xmlns:a16="http://schemas.microsoft.com/office/drawing/2014/main" id="{CB5A6E5C-BC5B-F51A-F38C-ACE4B573CB8D}"/>
                </a:ext>
              </a:extLst>
            </p:cNvPr>
            <p:cNvSpPr/>
            <p:nvPr/>
          </p:nvSpPr>
          <p:spPr>
            <a:xfrm>
              <a:off x="554875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B10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80" name="フリーフォーム: 図形 379">
              <a:extLst>
                <a:ext uri="{FF2B5EF4-FFF2-40B4-BE49-F238E27FC236}">
                  <a16:creationId xmlns:a16="http://schemas.microsoft.com/office/drawing/2014/main" id="{4F518324-2F38-549A-0B14-0D9B5E19E99E}"/>
                </a:ext>
              </a:extLst>
            </p:cNvPr>
            <p:cNvSpPr/>
            <p:nvPr/>
          </p:nvSpPr>
          <p:spPr>
            <a:xfrm>
              <a:off x="552857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A10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81" name="フリーフォーム: 図形 380">
              <a:extLst>
                <a:ext uri="{FF2B5EF4-FFF2-40B4-BE49-F238E27FC236}">
                  <a16:creationId xmlns:a16="http://schemas.microsoft.com/office/drawing/2014/main" id="{19861D5F-B688-803C-D948-993F71301B35}"/>
                </a:ext>
              </a:extLst>
            </p:cNvPr>
            <p:cNvSpPr/>
            <p:nvPr/>
          </p:nvSpPr>
          <p:spPr>
            <a:xfrm>
              <a:off x="550839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90F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82" name="フリーフォーム: 図形 381">
              <a:extLst>
                <a:ext uri="{FF2B5EF4-FFF2-40B4-BE49-F238E27FC236}">
                  <a16:creationId xmlns:a16="http://schemas.microsoft.com/office/drawing/2014/main" id="{5DFF5938-CF43-99FF-7A50-68080E81DE97}"/>
                </a:ext>
              </a:extLst>
            </p:cNvPr>
            <p:cNvSpPr/>
            <p:nvPr/>
          </p:nvSpPr>
          <p:spPr>
            <a:xfrm>
              <a:off x="548821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80F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83" name="フリーフォーム: 図形 382">
              <a:extLst>
                <a:ext uri="{FF2B5EF4-FFF2-40B4-BE49-F238E27FC236}">
                  <a16:creationId xmlns:a16="http://schemas.microsoft.com/office/drawing/2014/main" id="{08C66C22-9B8F-E1D6-E319-3C164EA33AD1}"/>
                </a:ext>
              </a:extLst>
            </p:cNvPr>
            <p:cNvSpPr/>
            <p:nvPr/>
          </p:nvSpPr>
          <p:spPr>
            <a:xfrm>
              <a:off x="546803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70F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84" name="フリーフォーム: 図形 383">
              <a:extLst>
                <a:ext uri="{FF2B5EF4-FFF2-40B4-BE49-F238E27FC236}">
                  <a16:creationId xmlns:a16="http://schemas.microsoft.com/office/drawing/2014/main" id="{C0C569E6-795D-B84D-44DF-019D31B22861}"/>
                </a:ext>
              </a:extLst>
            </p:cNvPr>
            <p:cNvSpPr/>
            <p:nvPr/>
          </p:nvSpPr>
          <p:spPr>
            <a:xfrm>
              <a:off x="544786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60E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85" name="フリーフォーム: 図形 384">
              <a:extLst>
                <a:ext uri="{FF2B5EF4-FFF2-40B4-BE49-F238E27FC236}">
                  <a16:creationId xmlns:a16="http://schemas.microsoft.com/office/drawing/2014/main" id="{9FD20AE6-2FA7-422F-7C52-4BE3D01D1EC7}"/>
                </a:ext>
              </a:extLst>
            </p:cNvPr>
            <p:cNvSpPr/>
            <p:nvPr/>
          </p:nvSpPr>
          <p:spPr>
            <a:xfrm>
              <a:off x="542767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50E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86" name="フリーフォーム: 図形 385">
              <a:extLst>
                <a:ext uri="{FF2B5EF4-FFF2-40B4-BE49-F238E27FC236}">
                  <a16:creationId xmlns:a16="http://schemas.microsoft.com/office/drawing/2014/main" id="{BD19414B-574A-AC7D-D37C-F66E21532A13}"/>
                </a:ext>
              </a:extLst>
            </p:cNvPr>
            <p:cNvSpPr/>
            <p:nvPr/>
          </p:nvSpPr>
          <p:spPr>
            <a:xfrm>
              <a:off x="540750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40E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87" name="フリーフォーム: 図形 386">
              <a:extLst>
                <a:ext uri="{FF2B5EF4-FFF2-40B4-BE49-F238E27FC236}">
                  <a16:creationId xmlns:a16="http://schemas.microsoft.com/office/drawing/2014/main" id="{708556D2-FA2F-FB8F-B1C2-167B09E1ACDA}"/>
                </a:ext>
              </a:extLst>
            </p:cNvPr>
            <p:cNvSpPr/>
            <p:nvPr/>
          </p:nvSpPr>
          <p:spPr>
            <a:xfrm>
              <a:off x="538732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30E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88" name="フリーフォーム: 図形 387">
              <a:extLst>
                <a:ext uri="{FF2B5EF4-FFF2-40B4-BE49-F238E27FC236}">
                  <a16:creationId xmlns:a16="http://schemas.microsoft.com/office/drawing/2014/main" id="{4012AA35-D422-513D-7318-139D33FE1042}"/>
                </a:ext>
              </a:extLst>
            </p:cNvPr>
            <p:cNvSpPr/>
            <p:nvPr/>
          </p:nvSpPr>
          <p:spPr>
            <a:xfrm>
              <a:off x="536714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20D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89" name="フリーフォーム: 図形 388">
              <a:extLst>
                <a:ext uri="{FF2B5EF4-FFF2-40B4-BE49-F238E27FC236}">
                  <a16:creationId xmlns:a16="http://schemas.microsoft.com/office/drawing/2014/main" id="{E50052EF-8AF7-A98B-8FB7-2B79906D676D}"/>
                </a:ext>
              </a:extLst>
            </p:cNvPr>
            <p:cNvSpPr/>
            <p:nvPr/>
          </p:nvSpPr>
          <p:spPr>
            <a:xfrm>
              <a:off x="534696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10D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90" name="フリーフォーム: 図形 389">
              <a:extLst>
                <a:ext uri="{FF2B5EF4-FFF2-40B4-BE49-F238E27FC236}">
                  <a16:creationId xmlns:a16="http://schemas.microsoft.com/office/drawing/2014/main" id="{AB0BDAA5-D4D5-B1F9-DD8B-6882888D6B1D}"/>
                </a:ext>
              </a:extLst>
            </p:cNvPr>
            <p:cNvSpPr/>
            <p:nvPr/>
          </p:nvSpPr>
          <p:spPr>
            <a:xfrm>
              <a:off x="532678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00D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91" name="フリーフォーム: 図形 390">
              <a:extLst>
                <a:ext uri="{FF2B5EF4-FFF2-40B4-BE49-F238E27FC236}">
                  <a16:creationId xmlns:a16="http://schemas.microsoft.com/office/drawing/2014/main" id="{06117F0A-BC7A-92DE-8A01-464C9DF9A998}"/>
                </a:ext>
              </a:extLst>
            </p:cNvPr>
            <p:cNvSpPr/>
            <p:nvPr/>
          </p:nvSpPr>
          <p:spPr>
            <a:xfrm>
              <a:off x="530660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F0C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92" name="フリーフォーム: 図形 391">
              <a:extLst>
                <a:ext uri="{FF2B5EF4-FFF2-40B4-BE49-F238E27FC236}">
                  <a16:creationId xmlns:a16="http://schemas.microsoft.com/office/drawing/2014/main" id="{B9E1B4B9-CF21-020A-20FA-FDB0CFF029DC}"/>
                </a:ext>
              </a:extLst>
            </p:cNvPr>
            <p:cNvSpPr/>
            <p:nvPr/>
          </p:nvSpPr>
          <p:spPr>
            <a:xfrm>
              <a:off x="528643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E0C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93" name="フリーフォーム: 図形 392">
              <a:extLst>
                <a:ext uri="{FF2B5EF4-FFF2-40B4-BE49-F238E27FC236}">
                  <a16:creationId xmlns:a16="http://schemas.microsoft.com/office/drawing/2014/main" id="{C996754E-C586-D7F9-81CA-8D97C1D96EF5}"/>
                </a:ext>
              </a:extLst>
            </p:cNvPr>
            <p:cNvSpPr/>
            <p:nvPr/>
          </p:nvSpPr>
          <p:spPr>
            <a:xfrm>
              <a:off x="526624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D0C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94" name="フリーフォーム: 図形 393">
              <a:extLst>
                <a:ext uri="{FF2B5EF4-FFF2-40B4-BE49-F238E27FC236}">
                  <a16:creationId xmlns:a16="http://schemas.microsoft.com/office/drawing/2014/main" id="{F81BADBA-3825-FCBC-5405-183517622ABD}"/>
                </a:ext>
              </a:extLst>
            </p:cNvPr>
            <p:cNvSpPr/>
            <p:nvPr/>
          </p:nvSpPr>
          <p:spPr>
            <a:xfrm>
              <a:off x="524607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C0B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95" name="フリーフォーム: 図形 394">
              <a:extLst>
                <a:ext uri="{FF2B5EF4-FFF2-40B4-BE49-F238E27FC236}">
                  <a16:creationId xmlns:a16="http://schemas.microsoft.com/office/drawing/2014/main" id="{7B962623-0E30-9D76-E1FD-4404D19F07B3}"/>
                </a:ext>
              </a:extLst>
            </p:cNvPr>
            <p:cNvSpPr/>
            <p:nvPr/>
          </p:nvSpPr>
          <p:spPr>
            <a:xfrm>
              <a:off x="522589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B0B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96" name="フリーフォーム: 図形 395">
              <a:extLst>
                <a:ext uri="{FF2B5EF4-FFF2-40B4-BE49-F238E27FC236}">
                  <a16:creationId xmlns:a16="http://schemas.microsoft.com/office/drawing/2014/main" id="{1CFC49F2-6DC7-863F-0587-C8EEFA0296B3}"/>
                </a:ext>
              </a:extLst>
            </p:cNvPr>
            <p:cNvSpPr/>
            <p:nvPr/>
          </p:nvSpPr>
          <p:spPr>
            <a:xfrm>
              <a:off x="520571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A0B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97" name="フリーフォーム: 図形 396">
              <a:extLst>
                <a:ext uri="{FF2B5EF4-FFF2-40B4-BE49-F238E27FC236}">
                  <a16:creationId xmlns:a16="http://schemas.microsoft.com/office/drawing/2014/main" id="{4E687719-DF4C-FC51-51D5-90260E1479A7}"/>
                </a:ext>
              </a:extLst>
            </p:cNvPr>
            <p:cNvSpPr/>
            <p:nvPr/>
          </p:nvSpPr>
          <p:spPr>
            <a:xfrm>
              <a:off x="518553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90B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98" name="フリーフォーム: 図形 397">
              <a:extLst>
                <a:ext uri="{FF2B5EF4-FFF2-40B4-BE49-F238E27FC236}">
                  <a16:creationId xmlns:a16="http://schemas.microsoft.com/office/drawing/2014/main" id="{0B0F3404-2873-034A-371E-0DCB084939DE}"/>
                </a:ext>
              </a:extLst>
            </p:cNvPr>
            <p:cNvSpPr/>
            <p:nvPr/>
          </p:nvSpPr>
          <p:spPr>
            <a:xfrm>
              <a:off x="516535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80A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99" name="フリーフォーム: 図形 398">
              <a:extLst>
                <a:ext uri="{FF2B5EF4-FFF2-40B4-BE49-F238E27FC236}">
                  <a16:creationId xmlns:a16="http://schemas.microsoft.com/office/drawing/2014/main" id="{D723FB90-3774-0277-D53D-A49A1B972564}"/>
                </a:ext>
              </a:extLst>
            </p:cNvPr>
            <p:cNvSpPr/>
            <p:nvPr/>
          </p:nvSpPr>
          <p:spPr>
            <a:xfrm>
              <a:off x="514517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70A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00" name="フリーフォーム: 図形 399">
              <a:extLst>
                <a:ext uri="{FF2B5EF4-FFF2-40B4-BE49-F238E27FC236}">
                  <a16:creationId xmlns:a16="http://schemas.microsoft.com/office/drawing/2014/main" id="{4729D3D0-35A2-70FE-B772-DF6688E16073}"/>
                </a:ext>
              </a:extLst>
            </p:cNvPr>
            <p:cNvSpPr/>
            <p:nvPr/>
          </p:nvSpPr>
          <p:spPr>
            <a:xfrm>
              <a:off x="512500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60A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01" name="フリーフォーム: 図形 400">
              <a:extLst>
                <a:ext uri="{FF2B5EF4-FFF2-40B4-BE49-F238E27FC236}">
                  <a16:creationId xmlns:a16="http://schemas.microsoft.com/office/drawing/2014/main" id="{2E902608-255E-84A7-26B0-11780C1FC7F2}"/>
                </a:ext>
              </a:extLst>
            </p:cNvPr>
            <p:cNvSpPr/>
            <p:nvPr/>
          </p:nvSpPr>
          <p:spPr>
            <a:xfrm>
              <a:off x="510482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509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02" name="フリーフォーム: 図形 401">
              <a:extLst>
                <a:ext uri="{FF2B5EF4-FFF2-40B4-BE49-F238E27FC236}">
                  <a16:creationId xmlns:a16="http://schemas.microsoft.com/office/drawing/2014/main" id="{4AA063AB-04D2-492A-1120-0D4B848FE5C8}"/>
                </a:ext>
              </a:extLst>
            </p:cNvPr>
            <p:cNvSpPr/>
            <p:nvPr/>
          </p:nvSpPr>
          <p:spPr>
            <a:xfrm>
              <a:off x="508464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409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03" name="フリーフォーム: 図形 402">
              <a:extLst>
                <a:ext uri="{FF2B5EF4-FFF2-40B4-BE49-F238E27FC236}">
                  <a16:creationId xmlns:a16="http://schemas.microsoft.com/office/drawing/2014/main" id="{DCA9B334-062F-0D52-4D40-D72F3D90954A}"/>
                </a:ext>
              </a:extLst>
            </p:cNvPr>
            <p:cNvSpPr/>
            <p:nvPr/>
          </p:nvSpPr>
          <p:spPr>
            <a:xfrm>
              <a:off x="506447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309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04" name="フリーフォーム: 図形 403">
              <a:extLst>
                <a:ext uri="{FF2B5EF4-FFF2-40B4-BE49-F238E27FC236}">
                  <a16:creationId xmlns:a16="http://schemas.microsoft.com/office/drawing/2014/main" id="{AD3E2A2D-D4FD-3619-0CF2-C411447C3384}"/>
                </a:ext>
              </a:extLst>
            </p:cNvPr>
            <p:cNvSpPr/>
            <p:nvPr/>
          </p:nvSpPr>
          <p:spPr>
            <a:xfrm>
              <a:off x="504428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208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05" name="フリーフォーム: 図形 404">
              <a:extLst>
                <a:ext uri="{FF2B5EF4-FFF2-40B4-BE49-F238E27FC236}">
                  <a16:creationId xmlns:a16="http://schemas.microsoft.com/office/drawing/2014/main" id="{AA434FB4-394A-082C-0F2D-1BD357D37714}"/>
                </a:ext>
              </a:extLst>
            </p:cNvPr>
            <p:cNvSpPr/>
            <p:nvPr/>
          </p:nvSpPr>
          <p:spPr>
            <a:xfrm>
              <a:off x="502411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108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06" name="フリーフォーム: 図形 405">
              <a:extLst>
                <a:ext uri="{FF2B5EF4-FFF2-40B4-BE49-F238E27FC236}">
                  <a16:creationId xmlns:a16="http://schemas.microsoft.com/office/drawing/2014/main" id="{B74611C9-ACBC-09A4-BC2A-602F23E627DF}"/>
                </a:ext>
              </a:extLst>
            </p:cNvPr>
            <p:cNvSpPr/>
            <p:nvPr/>
          </p:nvSpPr>
          <p:spPr>
            <a:xfrm>
              <a:off x="500392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008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07" name="フリーフォーム: 図形 406">
              <a:extLst>
                <a:ext uri="{FF2B5EF4-FFF2-40B4-BE49-F238E27FC236}">
                  <a16:creationId xmlns:a16="http://schemas.microsoft.com/office/drawing/2014/main" id="{912B1767-8BEF-5D8E-5080-54390716FCB8}"/>
                </a:ext>
              </a:extLst>
            </p:cNvPr>
            <p:cNvSpPr/>
            <p:nvPr/>
          </p:nvSpPr>
          <p:spPr>
            <a:xfrm>
              <a:off x="498375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F08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08" name="フリーフォーム: 図形 407">
              <a:extLst>
                <a:ext uri="{FF2B5EF4-FFF2-40B4-BE49-F238E27FC236}">
                  <a16:creationId xmlns:a16="http://schemas.microsoft.com/office/drawing/2014/main" id="{92F92E27-1FB3-44B9-CCE5-6CD2269E4A32}"/>
                </a:ext>
              </a:extLst>
            </p:cNvPr>
            <p:cNvSpPr/>
            <p:nvPr/>
          </p:nvSpPr>
          <p:spPr>
            <a:xfrm>
              <a:off x="496357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E07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09" name="フリーフォーム: 図形 408">
              <a:extLst>
                <a:ext uri="{FF2B5EF4-FFF2-40B4-BE49-F238E27FC236}">
                  <a16:creationId xmlns:a16="http://schemas.microsoft.com/office/drawing/2014/main" id="{78D3BBCC-B6C5-DE76-1CAF-414D32C7F3FF}"/>
                </a:ext>
              </a:extLst>
            </p:cNvPr>
            <p:cNvSpPr/>
            <p:nvPr/>
          </p:nvSpPr>
          <p:spPr>
            <a:xfrm>
              <a:off x="494339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D07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10" name="フリーフォーム: 図形 409">
              <a:extLst>
                <a:ext uri="{FF2B5EF4-FFF2-40B4-BE49-F238E27FC236}">
                  <a16:creationId xmlns:a16="http://schemas.microsoft.com/office/drawing/2014/main" id="{ECCCC3D7-5278-3E0D-7554-DAF0B88AA74D}"/>
                </a:ext>
              </a:extLst>
            </p:cNvPr>
            <p:cNvSpPr/>
            <p:nvPr/>
          </p:nvSpPr>
          <p:spPr>
            <a:xfrm>
              <a:off x="492321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C07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11" name="フリーフォーム: 図形 410">
              <a:extLst>
                <a:ext uri="{FF2B5EF4-FFF2-40B4-BE49-F238E27FC236}">
                  <a16:creationId xmlns:a16="http://schemas.microsoft.com/office/drawing/2014/main" id="{97C52AED-678F-A875-1972-300E9795DD85}"/>
                </a:ext>
              </a:extLst>
            </p:cNvPr>
            <p:cNvSpPr/>
            <p:nvPr/>
          </p:nvSpPr>
          <p:spPr>
            <a:xfrm>
              <a:off x="490304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B06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12" name="フリーフォーム: 図形 411">
              <a:extLst>
                <a:ext uri="{FF2B5EF4-FFF2-40B4-BE49-F238E27FC236}">
                  <a16:creationId xmlns:a16="http://schemas.microsoft.com/office/drawing/2014/main" id="{B447CDFC-39AB-E36B-A865-6497A9A26C90}"/>
                </a:ext>
              </a:extLst>
            </p:cNvPr>
            <p:cNvSpPr/>
            <p:nvPr/>
          </p:nvSpPr>
          <p:spPr>
            <a:xfrm>
              <a:off x="488285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A06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13" name="フリーフォーム: 図形 412">
              <a:extLst>
                <a:ext uri="{FF2B5EF4-FFF2-40B4-BE49-F238E27FC236}">
                  <a16:creationId xmlns:a16="http://schemas.microsoft.com/office/drawing/2014/main" id="{F75C0DB4-DAF3-DCA2-FC90-72E6FB2D0D12}"/>
                </a:ext>
              </a:extLst>
            </p:cNvPr>
            <p:cNvSpPr/>
            <p:nvPr/>
          </p:nvSpPr>
          <p:spPr>
            <a:xfrm>
              <a:off x="486268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906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14" name="フリーフォーム: 図形 413">
              <a:extLst>
                <a:ext uri="{FF2B5EF4-FFF2-40B4-BE49-F238E27FC236}">
                  <a16:creationId xmlns:a16="http://schemas.microsoft.com/office/drawing/2014/main" id="{2CE1AE8E-1670-75FA-1A3C-EA021243B13A}"/>
                </a:ext>
              </a:extLst>
            </p:cNvPr>
            <p:cNvSpPr/>
            <p:nvPr/>
          </p:nvSpPr>
          <p:spPr>
            <a:xfrm>
              <a:off x="484250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805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15" name="フリーフォーム: 図形 414">
              <a:extLst>
                <a:ext uri="{FF2B5EF4-FFF2-40B4-BE49-F238E27FC236}">
                  <a16:creationId xmlns:a16="http://schemas.microsoft.com/office/drawing/2014/main" id="{3C22B68F-EC01-9206-754D-C98113E82863}"/>
                </a:ext>
              </a:extLst>
            </p:cNvPr>
            <p:cNvSpPr/>
            <p:nvPr/>
          </p:nvSpPr>
          <p:spPr>
            <a:xfrm>
              <a:off x="482232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705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16" name="フリーフォーム: 図形 415">
              <a:extLst>
                <a:ext uri="{FF2B5EF4-FFF2-40B4-BE49-F238E27FC236}">
                  <a16:creationId xmlns:a16="http://schemas.microsoft.com/office/drawing/2014/main" id="{703F577D-E5FA-2099-8BA6-FA65E3ABAF59}"/>
                </a:ext>
              </a:extLst>
            </p:cNvPr>
            <p:cNvSpPr/>
            <p:nvPr/>
          </p:nvSpPr>
          <p:spPr>
            <a:xfrm>
              <a:off x="480214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605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17" name="フリーフォーム: 図形 416">
              <a:extLst>
                <a:ext uri="{FF2B5EF4-FFF2-40B4-BE49-F238E27FC236}">
                  <a16:creationId xmlns:a16="http://schemas.microsoft.com/office/drawing/2014/main" id="{9891DBD3-A92A-9B4A-2577-6E6E3FF684B9}"/>
                </a:ext>
              </a:extLst>
            </p:cNvPr>
            <p:cNvSpPr/>
            <p:nvPr/>
          </p:nvSpPr>
          <p:spPr>
            <a:xfrm>
              <a:off x="478196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505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18" name="フリーフォーム: 図形 417">
              <a:extLst>
                <a:ext uri="{FF2B5EF4-FFF2-40B4-BE49-F238E27FC236}">
                  <a16:creationId xmlns:a16="http://schemas.microsoft.com/office/drawing/2014/main" id="{A806F1CB-11A0-81DD-8C3D-D8E53ACFDDE8}"/>
                </a:ext>
              </a:extLst>
            </p:cNvPr>
            <p:cNvSpPr/>
            <p:nvPr/>
          </p:nvSpPr>
          <p:spPr>
            <a:xfrm>
              <a:off x="476178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404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19" name="フリーフォーム: 図形 418">
              <a:extLst>
                <a:ext uri="{FF2B5EF4-FFF2-40B4-BE49-F238E27FC236}">
                  <a16:creationId xmlns:a16="http://schemas.microsoft.com/office/drawing/2014/main" id="{16C9D703-5D71-004E-066B-CF4EA194854F}"/>
                </a:ext>
              </a:extLst>
            </p:cNvPr>
            <p:cNvSpPr/>
            <p:nvPr/>
          </p:nvSpPr>
          <p:spPr>
            <a:xfrm>
              <a:off x="474161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304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20" name="フリーフォーム: 図形 419">
              <a:extLst>
                <a:ext uri="{FF2B5EF4-FFF2-40B4-BE49-F238E27FC236}">
                  <a16:creationId xmlns:a16="http://schemas.microsoft.com/office/drawing/2014/main" id="{DD423600-C828-1398-CB14-A6F735EF546F}"/>
                </a:ext>
              </a:extLst>
            </p:cNvPr>
            <p:cNvSpPr/>
            <p:nvPr/>
          </p:nvSpPr>
          <p:spPr>
            <a:xfrm>
              <a:off x="472142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204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21" name="フリーフォーム: 図形 420">
              <a:extLst>
                <a:ext uri="{FF2B5EF4-FFF2-40B4-BE49-F238E27FC236}">
                  <a16:creationId xmlns:a16="http://schemas.microsoft.com/office/drawing/2014/main" id="{E77E10C7-2769-484E-318E-AAFBACB3502C}"/>
                </a:ext>
              </a:extLst>
            </p:cNvPr>
            <p:cNvSpPr/>
            <p:nvPr/>
          </p:nvSpPr>
          <p:spPr>
            <a:xfrm>
              <a:off x="470125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103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22" name="フリーフォーム: 図形 421">
              <a:extLst>
                <a:ext uri="{FF2B5EF4-FFF2-40B4-BE49-F238E27FC236}">
                  <a16:creationId xmlns:a16="http://schemas.microsoft.com/office/drawing/2014/main" id="{B2FB464D-B599-2543-B2D6-50CE4E3B2637}"/>
                </a:ext>
              </a:extLst>
            </p:cNvPr>
            <p:cNvSpPr/>
            <p:nvPr/>
          </p:nvSpPr>
          <p:spPr>
            <a:xfrm>
              <a:off x="468107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003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23" name="フリーフォーム: 図形 422">
              <a:extLst>
                <a:ext uri="{FF2B5EF4-FFF2-40B4-BE49-F238E27FC236}">
                  <a16:creationId xmlns:a16="http://schemas.microsoft.com/office/drawing/2014/main" id="{9D9428F6-5C96-DA8D-8643-15A5846C765E}"/>
                </a:ext>
              </a:extLst>
            </p:cNvPr>
            <p:cNvSpPr/>
            <p:nvPr/>
          </p:nvSpPr>
          <p:spPr>
            <a:xfrm>
              <a:off x="466089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F03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24" name="フリーフォーム: 図形 423">
              <a:extLst>
                <a:ext uri="{FF2B5EF4-FFF2-40B4-BE49-F238E27FC236}">
                  <a16:creationId xmlns:a16="http://schemas.microsoft.com/office/drawing/2014/main" id="{87106B61-19B0-2106-D1C1-431C5A82455F}"/>
                </a:ext>
              </a:extLst>
            </p:cNvPr>
            <p:cNvSpPr/>
            <p:nvPr/>
          </p:nvSpPr>
          <p:spPr>
            <a:xfrm>
              <a:off x="464071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E02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25" name="フリーフォーム: 図形 424">
              <a:extLst>
                <a:ext uri="{FF2B5EF4-FFF2-40B4-BE49-F238E27FC236}">
                  <a16:creationId xmlns:a16="http://schemas.microsoft.com/office/drawing/2014/main" id="{D036890B-6516-79B0-93C2-7CF364DDB37C}"/>
                </a:ext>
              </a:extLst>
            </p:cNvPr>
            <p:cNvSpPr/>
            <p:nvPr/>
          </p:nvSpPr>
          <p:spPr>
            <a:xfrm>
              <a:off x="462053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D02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26" name="フリーフォーム: 図形 425">
              <a:extLst>
                <a:ext uri="{FF2B5EF4-FFF2-40B4-BE49-F238E27FC236}">
                  <a16:creationId xmlns:a16="http://schemas.microsoft.com/office/drawing/2014/main" id="{6F0ADE25-4F21-034E-8B1D-A1AA1F7F3E2B}"/>
                </a:ext>
              </a:extLst>
            </p:cNvPr>
            <p:cNvSpPr/>
            <p:nvPr/>
          </p:nvSpPr>
          <p:spPr>
            <a:xfrm>
              <a:off x="460036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C02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27" name="フリーフォーム: 図形 426">
              <a:extLst>
                <a:ext uri="{FF2B5EF4-FFF2-40B4-BE49-F238E27FC236}">
                  <a16:creationId xmlns:a16="http://schemas.microsoft.com/office/drawing/2014/main" id="{F2AB35AC-7169-F3F1-BE54-543DA6BD7A72}"/>
                </a:ext>
              </a:extLst>
            </p:cNvPr>
            <p:cNvSpPr/>
            <p:nvPr/>
          </p:nvSpPr>
          <p:spPr>
            <a:xfrm>
              <a:off x="458018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B02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28" name="フリーフォーム: 図形 427">
              <a:extLst>
                <a:ext uri="{FF2B5EF4-FFF2-40B4-BE49-F238E27FC236}">
                  <a16:creationId xmlns:a16="http://schemas.microsoft.com/office/drawing/2014/main" id="{E531914C-0C26-7A2B-6BC6-DF783102FAEB}"/>
                </a:ext>
              </a:extLst>
            </p:cNvPr>
            <p:cNvSpPr/>
            <p:nvPr/>
          </p:nvSpPr>
          <p:spPr>
            <a:xfrm>
              <a:off x="455999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A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29" name="フリーフォーム: 図形 428">
              <a:extLst>
                <a:ext uri="{FF2B5EF4-FFF2-40B4-BE49-F238E27FC236}">
                  <a16:creationId xmlns:a16="http://schemas.microsoft.com/office/drawing/2014/main" id="{B12FF517-D6E8-46C9-1B8E-831E29E77768}"/>
                </a:ext>
              </a:extLst>
            </p:cNvPr>
            <p:cNvSpPr/>
            <p:nvPr/>
          </p:nvSpPr>
          <p:spPr>
            <a:xfrm>
              <a:off x="453982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9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30" name="フリーフォーム: 図形 429">
              <a:extLst>
                <a:ext uri="{FF2B5EF4-FFF2-40B4-BE49-F238E27FC236}">
                  <a16:creationId xmlns:a16="http://schemas.microsoft.com/office/drawing/2014/main" id="{B739E7E9-E805-5CC0-67FA-5B1803EDAC37}"/>
                </a:ext>
              </a:extLst>
            </p:cNvPr>
            <p:cNvSpPr/>
            <p:nvPr/>
          </p:nvSpPr>
          <p:spPr>
            <a:xfrm>
              <a:off x="451965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8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31" name="フリーフォーム: 図形 430">
              <a:extLst>
                <a:ext uri="{FF2B5EF4-FFF2-40B4-BE49-F238E27FC236}">
                  <a16:creationId xmlns:a16="http://schemas.microsoft.com/office/drawing/2014/main" id="{274C3479-98E0-4010-2EB0-06129521A9E8}"/>
                </a:ext>
              </a:extLst>
            </p:cNvPr>
            <p:cNvSpPr/>
            <p:nvPr/>
          </p:nvSpPr>
          <p:spPr>
            <a:xfrm>
              <a:off x="449946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700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32" name="フリーフォーム: 図形 431">
              <a:extLst>
                <a:ext uri="{FF2B5EF4-FFF2-40B4-BE49-F238E27FC236}">
                  <a16:creationId xmlns:a16="http://schemas.microsoft.com/office/drawing/2014/main" id="{EAB544C1-AEB8-AFC3-8861-4980929F6640}"/>
                </a:ext>
              </a:extLst>
            </p:cNvPr>
            <p:cNvSpPr/>
            <p:nvPr/>
          </p:nvSpPr>
          <p:spPr>
            <a:xfrm>
              <a:off x="447929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600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33" name="フリーフォーム: 図形 432">
              <a:extLst>
                <a:ext uri="{FF2B5EF4-FFF2-40B4-BE49-F238E27FC236}">
                  <a16:creationId xmlns:a16="http://schemas.microsoft.com/office/drawing/2014/main" id="{8E2A497E-1654-5312-C53F-E41BC041DD1E}"/>
                </a:ext>
              </a:extLst>
            </p:cNvPr>
            <p:cNvSpPr/>
            <p:nvPr/>
          </p:nvSpPr>
          <p:spPr>
            <a:xfrm>
              <a:off x="4611842" y="3772413"/>
              <a:ext cx="203711" cy="196757"/>
            </a:xfrm>
            <a:custGeom>
              <a:avLst/>
              <a:gdLst>
                <a:gd name="connsiteX0" fmla="*/ 25727 w 203711"/>
                <a:gd name="connsiteY0" fmla="*/ 109233 h 196757"/>
                <a:gd name="connsiteX1" fmla="*/ 26565 w 203711"/>
                <a:gd name="connsiteY1" fmla="*/ 86249 h 196757"/>
                <a:gd name="connsiteX2" fmla="*/ 9696 w 203711"/>
                <a:gd name="connsiteY2" fmla="*/ 109233 h 196757"/>
                <a:gd name="connsiteX3" fmla="*/ 0 w 203711"/>
                <a:gd name="connsiteY3" fmla="*/ 83506 h 196757"/>
                <a:gd name="connsiteX4" fmla="*/ 33947 w 203711"/>
                <a:gd name="connsiteY4" fmla="*/ 29947 h 196757"/>
                <a:gd name="connsiteX5" fmla="*/ 42586 w 203711"/>
                <a:gd name="connsiteY5" fmla="*/ 0 h 196757"/>
                <a:gd name="connsiteX6" fmla="*/ 66846 w 203711"/>
                <a:gd name="connsiteY6" fmla="*/ 6115 h 196757"/>
                <a:gd name="connsiteX7" fmla="*/ 47863 w 203711"/>
                <a:gd name="connsiteY7" fmla="*/ 54197 h 196757"/>
                <a:gd name="connsiteX8" fmla="*/ 47863 w 203711"/>
                <a:gd name="connsiteY8" fmla="*/ 172298 h 196757"/>
                <a:gd name="connsiteX9" fmla="*/ 48920 w 203711"/>
                <a:gd name="connsiteY9" fmla="*/ 196758 h 196757"/>
                <a:gd name="connsiteX10" fmla="*/ 24460 w 203711"/>
                <a:gd name="connsiteY10" fmla="*/ 196758 h 196757"/>
                <a:gd name="connsiteX11" fmla="*/ 25727 w 203711"/>
                <a:gd name="connsiteY11" fmla="*/ 172079 h 196757"/>
                <a:gd name="connsiteX12" fmla="*/ 95945 w 203711"/>
                <a:gd name="connsiteY12" fmla="*/ 89411 h 196757"/>
                <a:gd name="connsiteX13" fmla="*/ 95945 w 203711"/>
                <a:gd name="connsiteY13" fmla="*/ 132017 h 196757"/>
                <a:gd name="connsiteX14" fmla="*/ 133274 w 203711"/>
                <a:gd name="connsiteY14" fmla="*/ 122310 h 196757"/>
                <a:gd name="connsiteX15" fmla="*/ 133274 w 203711"/>
                <a:gd name="connsiteY15" fmla="*/ 143189 h 196757"/>
                <a:gd name="connsiteX16" fmla="*/ 67904 w 203711"/>
                <a:gd name="connsiteY16" fmla="*/ 160277 h 196757"/>
                <a:gd name="connsiteX17" fmla="*/ 59045 w 203711"/>
                <a:gd name="connsiteY17" fmla="*/ 162382 h 196757"/>
                <a:gd name="connsiteX18" fmla="*/ 55664 w 203711"/>
                <a:gd name="connsiteY18" fmla="*/ 138551 h 196757"/>
                <a:gd name="connsiteX19" fmla="*/ 73809 w 203711"/>
                <a:gd name="connsiteY19" fmla="*/ 136226 h 196757"/>
                <a:gd name="connsiteX20" fmla="*/ 73809 w 203711"/>
                <a:gd name="connsiteY20" fmla="*/ 39224 h 196757"/>
                <a:gd name="connsiteX21" fmla="*/ 72961 w 203711"/>
                <a:gd name="connsiteY21" fmla="*/ 20031 h 196757"/>
                <a:gd name="connsiteX22" fmla="*/ 78019 w 203711"/>
                <a:gd name="connsiteY22" fmla="*/ 20031 h 196757"/>
                <a:gd name="connsiteX23" fmla="*/ 173126 w 203711"/>
                <a:gd name="connsiteY23" fmla="*/ 629 h 196757"/>
                <a:gd name="connsiteX24" fmla="*/ 190424 w 203711"/>
                <a:gd name="connsiteY24" fmla="*/ 21298 h 196757"/>
                <a:gd name="connsiteX25" fmla="*/ 150562 w 203711"/>
                <a:gd name="connsiteY25" fmla="*/ 32052 h 196757"/>
                <a:gd name="connsiteX26" fmla="*/ 151838 w 203711"/>
                <a:gd name="connsiteY26" fmla="*/ 66846 h 196757"/>
                <a:gd name="connsiteX27" fmla="*/ 175241 w 203711"/>
                <a:gd name="connsiteY27" fmla="*/ 65999 h 196757"/>
                <a:gd name="connsiteX28" fmla="*/ 195491 w 203711"/>
                <a:gd name="connsiteY28" fmla="*/ 64322 h 196757"/>
                <a:gd name="connsiteX29" fmla="*/ 195910 w 203711"/>
                <a:gd name="connsiteY29" fmla="*/ 87306 h 196757"/>
                <a:gd name="connsiteX30" fmla="*/ 181146 w 203711"/>
                <a:gd name="connsiteY30" fmla="*/ 86877 h 196757"/>
                <a:gd name="connsiteX31" fmla="*/ 175241 w 203711"/>
                <a:gd name="connsiteY31" fmla="*/ 87097 h 196757"/>
                <a:gd name="connsiteX32" fmla="*/ 153734 w 203711"/>
                <a:gd name="connsiteY32" fmla="*/ 87725 h 196757"/>
                <a:gd name="connsiteX33" fmla="*/ 163011 w 203711"/>
                <a:gd name="connsiteY33" fmla="*/ 123158 h 196757"/>
                <a:gd name="connsiteX34" fmla="*/ 180099 w 203711"/>
                <a:gd name="connsiteY34" fmla="*/ 146561 h 196757"/>
                <a:gd name="connsiteX35" fmla="*/ 183461 w 203711"/>
                <a:gd name="connsiteY35" fmla="*/ 143189 h 196757"/>
                <a:gd name="connsiteX36" fmla="*/ 185995 w 203711"/>
                <a:gd name="connsiteY36" fmla="*/ 126740 h 196757"/>
                <a:gd name="connsiteX37" fmla="*/ 186623 w 203711"/>
                <a:gd name="connsiteY37" fmla="*/ 115357 h 196757"/>
                <a:gd name="connsiteX38" fmla="*/ 203711 w 203711"/>
                <a:gd name="connsiteY38" fmla="*/ 129064 h 196757"/>
                <a:gd name="connsiteX39" fmla="*/ 196539 w 203711"/>
                <a:gd name="connsiteY39" fmla="*/ 162382 h 196757"/>
                <a:gd name="connsiteX40" fmla="*/ 181566 w 203711"/>
                <a:gd name="connsiteY40" fmla="*/ 173136 h 196757"/>
                <a:gd name="connsiteX41" fmla="*/ 146352 w 203711"/>
                <a:gd name="connsiteY41" fmla="*/ 139808 h 196757"/>
                <a:gd name="connsiteX42" fmla="*/ 132007 w 203711"/>
                <a:gd name="connsiteY42" fmla="*/ 88363 h 196757"/>
                <a:gd name="connsiteX43" fmla="*/ 66846 w 203711"/>
                <a:gd name="connsiteY43" fmla="*/ 167230 h 196757"/>
                <a:gd name="connsiteX44" fmla="*/ 82877 w 203711"/>
                <a:gd name="connsiteY44" fmla="*/ 168069 h 196757"/>
                <a:gd name="connsiteX45" fmla="*/ 144456 w 203711"/>
                <a:gd name="connsiteY45" fmla="*/ 168069 h 196757"/>
                <a:gd name="connsiteX46" fmla="*/ 165964 w 203711"/>
                <a:gd name="connsiteY46" fmla="*/ 167021 h 196757"/>
                <a:gd name="connsiteX47" fmla="*/ 165964 w 203711"/>
                <a:gd name="connsiteY47" fmla="*/ 189795 h 196757"/>
                <a:gd name="connsiteX48" fmla="*/ 144456 w 203711"/>
                <a:gd name="connsiteY48" fmla="*/ 188538 h 196757"/>
                <a:gd name="connsiteX49" fmla="*/ 87725 w 203711"/>
                <a:gd name="connsiteY49" fmla="*/ 188538 h 196757"/>
                <a:gd name="connsiteX50" fmla="*/ 66846 w 203711"/>
                <a:gd name="connsiteY50" fmla="*/ 189795 h 196757"/>
                <a:gd name="connsiteX51" fmla="*/ 130111 w 203711"/>
                <a:gd name="connsiteY51" fmla="*/ 67485 h 196757"/>
                <a:gd name="connsiteX52" fmla="*/ 128425 w 203711"/>
                <a:gd name="connsiteY52" fmla="*/ 36062 h 196757"/>
                <a:gd name="connsiteX53" fmla="*/ 95945 w 203711"/>
                <a:gd name="connsiteY53" fmla="*/ 39433 h 196757"/>
                <a:gd name="connsiteX54" fmla="*/ 95945 w 203711"/>
                <a:gd name="connsiteY54" fmla="*/ 68323 h 196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03711" h="196757">
                  <a:moveTo>
                    <a:pt x="25727" y="109233"/>
                  </a:moveTo>
                  <a:cubicBezTo>
                    <a:pt x="25594" y="101565"/>
                    <a:pt x="25870" y="93888"/>
                    <a:pt x="26565" y="86249"/>
                  </a:cubicBezTo>
                  <a:cubicBezTo>
                    <a:pt x="21641" y="94402"/>
                    <a:pt x="15992" y="102089"/>
                    <a:pt x="9696" y="109233"/>
                  </a:cubicBezTo>
                  <a:cubicBezTo>
                    <a:pt x="7382" y="100346"/>
                    <a:pt x="4134" y="91716"/>
                    <a:pt x="0" y="83506"/>
                  </a:cubicBezTo>
                  <a:cubicBezTo>
                    <a:pt x="14792" y="68113"/>
                    <a:pt x="26337" y="49892"/>
                    <a:pt x="33947" y="29947"/>
                  </a:cubicBezTo>
                  <a:cubicBezTo>
                    <a:pt x="37919" y="20307"/>
                    <a:pt x="40815" y="10268"/>
                    <a:pt x="42586" y="0"/>
                  </a:cubicBezTo>
                  <a:lnTo>
                    <a:pt x="66846" y="6115"/>
                  </a:lnTo>
                  <a:cubicBezTo>
                    <a:pt x="62160" y="22746"/>
                    <a:pt x="55807" y="38852"/>
                    <a:pt x="47863" y="54197"/>
                  </a:cubicBezTo>
                  <a:lnTo>
                    <a:pt x="47863" y="172298"/>
                  </a:lnTo>
                  <a:cubicBezTo>
                    <a:pt x="47863" y="181785"/>
                    <a:pt x="48292" y="188738"/>
                    <a:pt x="48920" y="196758"/>
                  </a:cubicBezTo>
                  <a:lnTo>
                    <a:pt x="24460" y="196758"/>
                  </a:lnTo>
                  <a:cubicBezTo>
                    <a:pt x="25441" y="188567"/>
                    <a:pt x="25870" y="180327"/>
                    <a:pt x="25727" y="172079"/>
                  </a:cubicBezTo>
                  <a:close/>
                  <a:moveTo>
                    <a:pt x="95945" y="89411"/>
                  </a:moveTo>
                  <a:lnTo>
                    <a:pt x="95945" y="132017"/>
                  </a:lnTo>
                  <a:cubicBezTo>
                    <a:pt x="114300" y="127797"/>
                    <a:pt x="116824" y="127159"/>
                    <a:pt x="133274" y="122310"/>
                  </a:cubicBezTo>
                  <a:lnTo>
                    <a:pt x="133274" y="143189"/>
                  </a:lnTo>
                  <a:cubicBezTo>
                    <a:pt x="111871" y="150285"/>
                    <a:pt x="90030" y="155991"/>
                    <a:pt x="67904" y="160277"/>
                  </a:cubicBezTo>
                  <a:cubicBezTo>
                    <a:pt x="63894" y="161115"/>
                    <a:pt x="62208" y="161544"/>
                    <a:pt x="59045" y="162382"/>
                  </a:cubicBezTo>
                  <a:lnTo>
                    <a:pt x="55664" y="138551"/>
                  </a:lnTo>
                  <a:cubicBezTo>
                    <a:pt x="61779" y="138408"/>
                    <a:pt x="67856" y="137627"/>
                    <a:pt x="73809" y="136226"/>
                  </a:cubicBezTo>
                  <a:lnTo>
                    <a:pt x="73809" y="39224"/>
                  </a:lnTo>
                  <a:cubicBezTo>
                    <a:pt x="73990" y="32814"/>
                    <a:pt x="73704" y="26394"/>
                    <a:pt x="72961" y="20031"/>
                  </a:cubicBezTo>
                  <a:lnTo>
                    <a:pt x="78019" y="20031"/>
                  </a:lnTo>
                  <a:cubicBezTo>
                    <a:pt x="109652" y="20031"/>
                    <a:pt x="155419" y="10754"/>
                    <a:pt x="173126" y="629"/>
                  </a:cubicBezTo>
                  <a:lnTo>
                    <a:pt x="190424" y="21298"/>
                  </a:lnTo>
                  <a:cubicBezTo>
                    <a:pt x="177422" y="25879"/>
                    <a:pt x="164106" y="29480"/>
                    <a:pt x="150562" y="32052"/>
                  </a:cubicBezTo>
                  <a:cubicBezTo>
                    <a:pt x="150781" y="46815"/>
                    <a:pt x="150781" y="47025"/>
                    <a:pt x="151838" y="66846"/>
                  </a:cubicBezTo>
                  <a:lnTo>
                    <a:pt x="175241" y="65999"/>
                  </a:lnTo>
                  <a:cubicBezTo>
                    <a:pt x="182032" y="66180"/>
                    <a:pt x="188824" y="65618"/>
                    <a:pt x="195491" y="64322"/>
                  </a:cubicBezTo>
                  <a:lnTo>
                    <a:pt x="195910" y="87306"/>
                  </a:lnTo>
                  <a:cubicBezTo>
                    <a:pt x="190005" y="86877"/>
                    <a:pt x="187690" y="86877"/>
                    <a:pt x="181146" y="86877"/>
                  </a:cubicBezTo>
                  <a:cubicBezTo>
                    <a:pt x="179175" y="86811"/>
                    <a:pt x="177203" y="86877"/>
                    <a:pt x="175241" y="87097"/>
                  </a:cubicBezTo>
                  <a:lnTo>
                    <a:pt x="153734" y="87725"/>
                  </a:lnTo>
                  <a:cubicBezTo>
                    <a:pt x="155086" y="99927"/>
                    <a:pt x="158210" y="111862"/>
                    <a:pt x="163011" y="123158"/>
                  </a:cubicBezTo>
                  <a:cubicBezTo>
                    <a:pt x="169126" y="137284"/>
                    <a:pt x="175870" y="146561"/>
                    <a:pt x="180099" y="146561"/>
                  </a:cubicBezTo>
                  <a:cubicBezTo>
                    <a:pt x="181365" y="146561"/>
                    <a:pt x="182623" y="145304"/>
                    <a:pt x="183461" y="143189"/>
                  </a:cubicBezTo>
                  <a:cubicBezTo>
                    <a:pt x="185033" y="137846"/>
                    <a:pt x="185880" y="132312"/>
                    <a:pt x="185995" y="126740"/>
                  </a:cubicBezTo>
                  <a:cubicBezTo>
                    <a:pt x="185995" y="126101"/>
                    <a:pt x="186204" y="122310"/>
                    <a:pt x="186623" y="115357"/>
                  </a:cubicBezTo>
                  <a:cubicBezTo>
                    <a:pt x="191671" y="120682"/>
                    <a:pt x="197415" y="125292"/>
                    <a:pt x="203711" y="129064"/>
                  </a:cubicBezTo>
                  <a:cubicBezTo>
                    <a:pt x="203121" y="140475"/>
                    <a:pt x="200701" y="151724"/>
                    <a:pt x="196539" y="162382"/>
                  </a:cubicBezTo>
                  <a:cubicBezTo>
                    <a:pt x="194243" y="168707"/>
                    <a:pt x="188300" y="172974"/>
                    <a:pt x="181566" y="173136"/>
                  </a:cubicBezTo>
                  <a:cubicBezTo>
                    <a:pt x="170812" y="173136"/>
                    <a:pt x="156467" y="159429"/>
                    <a:pt x="146352" y="139808"/>
                  </a:cubicBezTo>
                  <a:cubicBezTo>
                    <a:pt x="138579" y="123644"/>
                    <a:pt x="133721" y="106223"/>
                    <a:pt x="132007" y="88363"/>
                  </a:cubicBezTo>
                  <a:close/>
                  <a:moveTo>
                    <a:pt x="66846" y="167230"/>
                  </a:moveTo>
                  <a:cubicBezTo>
                    <a:pt x="72161" y="167916"/>
                    <a:pt x="77524" y="168193"/>
                    <a:pt x="82877" y="168069"/>
                  </a:cubicBezTo>
                  <a:lnTo>
                    <a:pt x="144456" y="168069"/>
                  </a:lnTo>
                  <a:cubicBezTo>
                    <a:pt x="151638" y="168173"/>
                    <a:pt x="158829" y="167821"/>
                    <a:pt x="165964" y="167021"/>
                  </a:cubicBezTo>
                  <a:lnTo>
                    <a:pt x="165964" y="189795"/>
                  </a:lnTo>
                  <a:cubicBezTo>
                    <a:pt x="158839" y="188795"/>
                    <a:pt x="151647" y="188376"/>
                    <a:pt x="144456" y="188538"/>
                  </a:cubicBezTo>
                  <a:lnTo>
                    <a:pt x="87725" y="188538"/>
                  </a:lnTo>
                  <a:cubicBezTo>
                    <a:pt x="80743" y="188328"/>
                    <a:pt x="73752" y="188747"/>
                    <a:pt x="66846" y="189795"/>
                  </a:cubicBezTo>
                  <a:close/>
                  <a:moveTo>
                    <a:pt x="130111" y="67485"/>
                  </a:moveTo>
                  <a:cubicBezTo>
                    <a:pt x="129473" y="61579"/>
                    <a:pt x="129273" y="54826"/>
                    <a:pt x="128425" y="36062"/>
                  </a:cubicBezTo>
                  <a:cubicBezTo>
                    <a:pt x="115557" y="37957"/>
                    <a:pt x="110919" y="38376"/>
                    <a:pt x="95945" y="39433"/>
                  </a:cubicBezTo>
                  <a:lnTo>
                    <a:pt x="95945" y="68323"/>
                  </a:lnTo>
                  <a:close/>
                </a:path>
              </a:pathLst>
            </a:custGeom>
            <a:solidFill>
              <a:srgbClr val="23181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34" name="フリーフォーム: 図形 433">
              <a:extLst>
                <a:ext uri="{FF2B5EF4-FFF2-40B4-BE49-F238E27FC236}">
                  <a16:creationId xmlns:a16="http://schemas.microsoft.com/office/drawing/2014/main" id="{3A1CD36E-47E3-5E58-34A3-A1DCD16417A0}"/>
                </a:ext>
              </a:extLst>
            </p:cNvPr>
            <p:cNvSpPr/>
            <p:nvPr/>
          </p:nvSpPr>
          <p:spPr>
            <a:xfrm>
              <a:off x="4841880" y="3796664"/>
              <a:ext cx="176088" cy="154152"/>
            </a:xfrm>
            <a:custGeom>
              <a:avLst/>
              <a:gdLst>
                <a:gd name="connsiteX0" fmla="*/ 28889 w 176088"/>
                <a:gd name="connsiteY0" fmla="*/ 0 h 154152"/>
                <a:gd name="connsiteX1" fmla="*/ 27203 w 176088"/>
                <a:gd name="connsiteY1" fmla="*/ 32052 h 154152"/>
                <a:gd name="connsiteX2" fmla="*/ 31204 w 176088"/>
                <a:gd name="connsiteY2" fmla="*/ 88573 h 154152"/>
                <a:gd name="connsiteX3" fmla="*/ 48292 w 176088"/>
                <a:gd name="connsiteY3" fmla="*/ 123997 h 154152"/>
                <a:gd name="connsiteX4" fmla="*/ 56941 w 176088"/>
                <a:gd name="connsiteY4" fmla="*/ 114928 h 154152"/>
                <a:gd name="connsiteX5" fmla="*/ 68113 w 176088"/>
                <a:gd name="connsiteY5" fmla="*/ 76762 h 154152"/>
                <a:gd name="connsiteX6" fmla="*/ 89202 w 176088"/>
                <a:gd name="connsiteY6" fmla="*/ 95955 h 154152"/>
                <a:gd name="connsiteX7" fmla="*/ 48082 w 176088"/>
                <a:gd name="connsiteY7" fmla="*/ 154153 h 154152"/>
                <a:gd name="connsiteX8" fmla="*/ 14126 w 176088"/>
                <a:gd name="connsiteY8" fmla="*/ 123577 h 154152"/>
                <a:gd name="connsiteX9" fmla="*/ 848 w 176088"/>
                <a:gd name="connsiteY9" fmla="*/ 13497 h 154152"/>
                <a:gd name="connsiteX10" fmla="*/ 0 w 176088"/>
                <a:gd name="connsiteY10" fmla="*/ 0 h 154152"/>
                <a:gd name="connsiteX11" fmla="*/ 128645 w 176088"/>
                <a:gd name="connsiteY11" fmla="*/ 9487 h 154152"/>
                <a:gd name="connsiteX12" fmla="*/ 176089 w 176088"/>
                <a:gd name="connsiteY12" fmla="*/ 122949 h 154152"/>
                <a:gd name="connsiteX13" fmla="*/ 149943 w 176088"/>
                <a:gd name="connsiteY13" fmla="*/ 132855 h 154152"/>
                <a:gd name="connsiteX14" fmla="*/ 136446 w 176088"/>
                <a:gd name="connsiteY14" fmla="*/ 71914 h 154152"/>
                <a:gd name="connsiteX15" fmla="*/ 106499 w 176088"/>
                <a:gd name="connsiteY15" fmla="*/ 20031 h 1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6088" h="154152">
                  <a:moveTo>
                    <a:pt x="28889" y="0"/>
                  </a:moveTo>
                  <a:cubicBezTo>
                    <a:pt x="27632" y="10630"/>
                    <a:pt x="27070" y="21346"/>
                    <a:pt x="27203" y="32052"/>
                  </a:cubicBezTo>
                  <a:cubicBezTo>
                    <a:pt x="27184" y="50968"/>
                    <a:pt x="28527" y="69856"/>
                    <a:pt x="31204" y="88573"/>
                  </a:cubicBezTo>
                  <a:cubicBezTo>
                    <a:pt x="34795" y="110499"/>
                    <a:pt x="41539" y="123997"/>
                    <a:pt x="48292" y="123997"/>
                  </a:cubicBezTo>
                  <a:cubicBezTo>
                    <a:pt x="51454" y="123997"/>
                    <a:pt x="54407" y="120834"/>
                    <a:pt x="56941" y="114928"/>
                  </a:cubicBezTo>
                  <a:cubicBezTo>
                    <a:pt x="62284" y="102736"/>
                    <a:pt x="66037" y="89906"/>
                    <a:pt x="68113" y="76762"/>
                  </a:cubicBezTo>
                  <a:cubicBezTo>
                    <a:pt x="74228" y="84096"/>
                    <a:pt x="81325" y="90554"/>
                    <a:pt x="89202" y="95955"/>
                  </a:cubicBezTo>
                  <a:cubicBezTo>
                    <a:pt x="78238" y="137074"/>
                    <a:pt x="66008" y="154153"/>
                    <a:pt x="48082" y="154153"/>
                  </a:cubicBezTo>
                  <a:cubicBezTo>
                    <a:pt x="33947" y="154153"/>
                    <a:pt x="22565" y="143818"/>
                    <a:pt x="14126" y="123577"/>
                  </a:cubicBezTo>
                  <a:cubicBezTo>
                    <a:pt x="5477" y="102489"/>
                    <a:pt x="1686" y="71914"/>
                    <a:pt x="848" y="13497"/>
                  </a:cubicBezTo>
                  <a:cubicBezTo>
                    <a:pt x="867" y="8982"/>
                    <a:pt x="581" y="4467"/>
                    <a:pt x="0" y="0"/>
                  </a:cubicBezTo>
                  <a:close/>
                  <a:moveTo>
                    <a:pt x="128645" y="9487"/>
                  </a:moveTo>
                  <a:cubicBezTo>
                    <a:pt x="155410" y="41738"/>
                    <a:pt x="171936" y="81248"/>
                    <a:pt x="176089" y="122949"/>
                  </a:cubicBezTo>
                  <a:lnTo>
                    <a:pt x="149943" y="132855"/>
                  </a:lnTo>
                  <a:cubicBezTo>
                    <a:pt x="148447" y="111985"/>
                    <a:pt x="143904" y="91459"/>
                    <a:pt x="136446" y="71914"/>
                  </a:cubicBezTo>
                  <a:cubicBezTo>
                    <a:pt x="129359" y="53102"/>
                    <a:pt x="119244" y="35576"/>
                    <a:pt x="106499" y="20031"/>
                  </a:cubicBezTo>
                  <a:close/>
                </a:path>
              </a:pathLst>
            </a:custGeom>
            <a:solidFill>
              <a:srgbClr val="23181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35" name="フリーフォーム: 図形 434">
              <a:extLst>
                <a:ext uri="{FF2B5EF4-FFF2-40B4-BE49-F238E27FC236}">
                  <a16:creationId xmlns:a16="http://schemas.microsoft.com/office/drawing/2014/main" id="{039BE521-EF1D-142C-86F6-83B7E8109ED5}"/>
                </a:ext>
              </a:extLst>
            </p:cNvPr>
            <p:cNvSpPr/>
            <p:nvPr/>
          </p:nvSpPr>
          <p:spPr>
            <a:xfrm>
              <a:off x="5345925" y="2771745"/>
              <a:ext cx="191700" cy="195491"/>
            </a:xfrm>
            <a:custGeom>
              <a:avLst/>
              <a:gdLst>
                <a:gd name="connsiteX0" fmla="*/ 177146 w 191700"/>
                <a:gd name="connsiteY0" fmla="*/ 127159 h 195491"/>
                <a:gd name="connsiteX1" fmla="*/ 169764 w 191700"/>
                <a:gd name="connsiteY1" fmla="*/ 136865 h 195491"/>
                <a:gd name="connsiteX2" fmla="*/ 149095 w 191700"/>
                <a:gd name="connsiteY2" fmla="*/ 160487 h 195491"/>
                <a:gd name="connsiteX3" fmla="*/ 191700 w 191700"/>
                <a:gd name="connsiteY3" fmla="*/ 172079 h 195491"/>
                <a:gd name="connsiteX4" fmla="*/ 183261 w 191700"/>
                <a:gd name="connsiteY4" fmla="*/ 193805 h 195491"/>
                <a:gd name="connsiteX5" fmla="*/ 131807 w 191700"/>
                <a:gd name="connsiteY5" fmla="*/ 173765 h 195491"/>
                <a:gd name="connsiteX6" fmla="*/ 81610 w 191700"/>
                <a:gd name="connsiteY6" fmla="*/ 195491 h 195491"/>
                <a:gd name="connsiteX7" fmla="*/ 72123 w 191700"/>
                <a:gd name="connsiteY7" fmla="*/ 178413 h 195491"/>
                <a:gd name="connsiteX8" fmla="*/ 56521 w 191700"/>
                <a:gd name="connsiteY8" fmla="*/ 193167 h 195491"/>
                <a:gd name="connsiteX9" fmla="*/ 41967 w 191700"/>
                <a:gd name="connsiteY9" fmla="*/ 176089 h 195491"/>
                <a:gd name="connsiteX10" fmla="*/ 52092 w 191700"/>
                <a:gd name="connsiteY10" fmla="*/ 168497 h 195491"/>
                <a:gd name="connsiteX11" fmla="*/ 39643 w 191700"/>
                <a:gd name="connsiteY11" fmla="*/ 168497 h 195491"/>
                <a:gd name="connsiteX12" fmla="*/ 39643 w 191700"/>
                <a:gd name="connsiteY12" fmla="*/ 161963 h 195491"/>
                <a:gd name="connsiteX13" fmla="*/ 21936 w 191700"/>
                <a:gd name="connsiteY13" fmla="*/ 161963 h 195491"/>
                <a:gd name="connsiteX14" fmla="*/ 21936 w 191700"/>
                <a:gd name="connsiteY14" fmla="*/ 181575 h 195491"/>
                <a:gd name="connsiteX15" fmla="*/ 0 w 191700"/>
                <a:gd name="connsiteY15" fmla="*/ 181575 h 195491"/>
                <a:gd name="connsiteX16" fmla="*/ 1048 w 191700"/>
                <a:gd name="connsiteY16" fmla="*/ 156267 h 195491"/>
                <a:gd name="connsiteX17" fmla="*/ 1048 w 191700"/>
                <a:gd name="connsiteY17" fmla="*/ 31623 h 195491"/>
                <a:gd name="connsiteX18" fmla="*/ 210 w 191700"/>
                <a:gd name="connsiteY18" fmla="*/ 10335 h 195491"/>
                <a:gd name="connsiteX19" fmla="*/ 16869 w 191700"/>
                <a:gd name="connsiteY19" fmla="*/ 10963 h 195491"/>
                <a:gd name="connsiteX20" fmla="*/ 44701 w 191700"/>
                <a:gd name="connsiteY20" fmla="*/ 10963 h 195491"/>
                <a:gd name="connsiteX21" fmla="*/ 60741 w 191700"/>
                <a:gd name="connsiteY21" fmla="*/ 10335 h 195491"/>
                <a:gd name="connsiteX22" fmla="*/ 60103 w 191700"/>
                <a:gd name="connsiteY22" fmla="*/ 27203 h 195491"/>
                <a:gd name="connsiteX23" fmla="*/ 60103 w 191700"/>
                <a:gd name="connsiteY23" fmla="*/ 149095 h 195491"/>
                <a:gd name="connsiteX24" fmla="*/ 60312 w 191700"/>
                <a:gd name="connsiteY24" fmla="*/ 160268 h 195491"/>
                <a:gd name="connsiteX25" fmla="*/ 88363 w 191700"/>
                <a:gd name="connsiteY25" fmla="*/ 105013 h 195491"/>
                <a:gd name="connsiteX26" fmla="*/ 80763 w 191700"/>
                <a:gd name="connsiteY26" fmla="*/ 105013 h 195491"/>
                <a:gd name="connsiteX27" fmla="*/ 64741 w 191700"/>
                <a:gd name="connsiteY27" fmla="*/ 105861 h 195491"/>
                <a:gd name="connsiteX28" fmla="*/ 64741 w 191700"/>
                <a:gd name="connsiteY28" fmla="*/ 84982 h 195491"/>
                <a:gd name="connsiteX29" fmla="*/ 80562 w 191700"/>
                <a:gd name="connsiteY29" fmla="*/ 85830 h 195491"/>
                <a:gd name="connsiteX30" fmla="*/ 91735 w 191700"/>
                <a:gd name="connsiteY30" fmla="*/ 85830 h 195491"/>
                <a:gd name="connsiteX31" fmla="*/ 92793 w 191700"/>
                <a:gd name="connsiteY31" fmla="*/ 75914 h 195491"/>
                <a:gd name="connsiteX32" fmla="*/ 83725 w 191700"/>
                <a:gd name="connsiteY32" fmla="*/ 75914 h 195491"/>
                <a:gd name="connsiteX33" fmla="*/ 68532 w 191700"/>
                <a:gd name="connsiteY33" fmla="*/ 76762 h 195491"/>
                <a:gd name="connsiteX34" fmla="*/ 68532 w 191700"/>
                <a:gd name="connsiteY34" fmla="*/ 57150 h 195491"/>
                <a:gd name="connsiteX35" fmla="*/ 83515 w 191700"/>
                <a:gd name="connsiteY35" fmla="*/ 57988 h 195491"/>
                <a:gd name="connsiteX36" fmla="*/ 84992 w 191700"/>
                <a:gd name="connsiteY36" fmla="*/ 57988 h 195491"/>
                <a:gd name="connsiteX37" fmla="*/ 73390 w 191700"/>
                <a:gd name="connsiteY37" fmla="*/ 37329 h 195491"/>
                <a:gd name="connsiteX38" fmla="*/ 88154 w 191700"/>
                <a:gd name="connsiteY38" fmla="*/ 30785 h 195491"/>
                <a:gd name="connsiteX39" fmla="*/ 71914 w 191700"/>
                <a:gd name="connsiteY39" fmla="*/ 31204 h 195491"/>
                <a:gd name="connsiteX40" fmla="*/ 64951 w 191700"/>
                <a:gd name="connsiteY40" fmla="*/ 10963 h 195491"/>
                <a:gd name="connsiteX41" fmla="*/ 80134 w 191700"/>
                <a:gd name="connsiteY41" fmla="*/ 11173 h 195491"/>
                <a:gd name="connsiteX42" fmla="*/ 170612 w 191700"/>
                <a:gd name="connsiteY42" fmla="*/ 0 h 195491"/>
                <a:gd name="connsiteX43" fmla="*/ 186423 w 191700"/>
                <a:gd name="connsiteY43" fmla="*/ 18974 h 195491"/>
                <a:gd name="connsiteX44" fmla="*/ 182213 w 191700"/>
                <a:gd name="connsiteY44" fmla="*/ 19822 h 195491"/>
                <a:gd name="connsiteX45" fmla="*/ 164077 w 191700"/>
                <a:gd name="connsiteY45" fmla="*/ 23613 h 195491"/>
                <a:gd name="connsiteX46" fmla="*/ 180737 w 191700"/>
                <a:gd name="connsiteY46" fmla="*/ 29518 h 195491"/>
                <a:gd name="connsiteX47" fmla="*/ 163649 w 191700"/>
                <a:gd name="connsiteY47" fmla="*/ 57988 h 195491"/>
                <a:gd name="connsiteX48" fmla="*/ 169135 w 191700"/>
                <a:gd name="connsiteY48" fmla="*/ 57988 h 195491"/>
                <a:gd name="connsiteX49" fmla="*/ 185576 w 191700"/>
                <a:gd name="connsiteY49" fmla="*/ 56941 h 195491"/>
                <a:gd name="connsiteX50" fmla="*/ 185576 w 191700"/>
                <a:gd name="connsiteY50" fmla="*/ 76762 h 195491"/>
                <a:gd name="connsiteX51" fmla="*/ 167869 w 191700"/>
                <a:gd name="connsiteY51" fmla="*/ 75914 h 195491"/>
                <a:gd name="connsiteX52" fmla="*/ 114510 w 191700"/>
                <a:gd name="connsiteY52" fmla="*/ 75914 h 195491"/>
                <a:gd name="connsiteX53" fmla="*/ 113452 w 191700"/>
                <a:gd name="connsiteY53" fmla="*/ 85830 h 195491"/>
                <a:gd name="connsiteX54" fmla="*/ 167021 w 191700"/>
                <a:gd name="connsiteY54" fmla="*/ 85830 h 195491"/>
                <a:gd name="connsiteX55" fmla="*/ 188319 w 191700"/>
                <a:gd name="connsiteY55" fmla="*/ 84982 h 195491"/>
                <a:gd name="connsiteX56" fmla="*/ 188319 w 191700"/>
                <a:gd name="connsiteY56" fmla="*/ 106070 h 195491"/>
                <a:gd name="connsiteX57" fmla="*/ 166602 w 191700"/>
                <a:gd name="connsiteY57" fmla="*/ 105023 h 195491"/>
                <a:gd name="connsiteX58" fmla="*/ 110090 w 191700"/>
                <a:gd name="connsiteY58" fmla="*/ 105023 h 195491"/>
                <a:gd name="connsiteX59" fmla="*/ 107556 w 191700"/>
                <a:gd name="connsiteY59" fmla="*/ 114300 h 195491"/>
                <a:gd name="connsiteX60" fmla="*/ 149514 w 191700"/>
                <a:gd name="connsiteY60" fmla="*/ 114300 h 195491"/>
                <a:gd name="connsiteX61" fmla="*/ 165335 w 191700"/>
                <a:gd name="connsiteY61" fmla="*/ 113662 h 195491"/>
                <a:gd name="connsiteX62" fmla="*/ 21936 w 191700"/>
                <a:gd name="connsiteY62" fmla="*/ 75495 h 195491"/>
                <a:gd name="connsiteX63" fmla="*/ 39643 w 191700"/>
                <a:gd name="connsiteY63" fmla="*/ 75495 h 195491"/>
                <a:gd name="connsiteX64" fmla="*/ 39643 w 191700"/>
                <a:gd name="connsiteY64" fmla="*/ 31413 h 195491"/>
                <a:gd name="connsiteX65" fmla="*/ 21936 w 191700"/>
                <a:gd name="connsiteY65" fmla="*/ 31413 h 195491"/>
                <a:gd name="connsiteX66" fmla="*/ 21936 w 191700"/>
                <a:gd name="connsiteY66" fmla="*/ 141503 h 195491"/>
                <a:gd name="connsiteX67" fmla="*/ 39643 w 191700"/>
                <a:gd name="connsiteY67" fmla="*/ 141503 h 195491"/>
                <a:gd name="connsiteX68" fmla="*/ 39643 w 191700"/>
                <a:gd name="connsiteY68" fmla="*/ 95107 h 195491"/>
                <a:gd name="connsiteX69" fmla="*/ 21936 w 191700"/>
                <a:gd name="connsiteY69" fmla="*/ 95107 h 195491"/>
                <a:gd name="connsiteX70" fmla="*/ 74438 w 191700"/>
                <a:gd name="connsiteY70" fmla="*/ 175879 h 195491"/>
                <a:gd name="connsiteX71" fmla="*/ 114728 w 191700"/>
                <a:gd name="connsiteY71" fmla="*/ 161754 h 195491"/>
                <a:gd name="connsiteX72" fmla="*/ 95955 w 191700"/>
                <a:gd name="connsiteY72" fmla="*/ 143609 h 195491"/>
                <a:gd name="connsiteX73" fmla="*/ 74438 w 191700"/>
                <a:gd name="connsiteY73" fmla="*/ 175879 h 195491"/>
                <a:gd name="connsiteX74" fmla="*/ 121891 w 191700"/>
                <a:gd name="connsiteY74" fmla="*/ 28680 h 195491"/>
                <a:gd name="connsiteX75" fmla="*/ 91526 w 191700"/>
                <a:gd name="connsiteY75" fmla="*/ 30575 h 195491"/>
                <a:gd name="connsiteX76" fmla="*/ 104394 w 191700"/>
                <a:gd name="connsiteY76" fmla="*/ 52721 h 195491"/>
                <a:gd name="connsiteX77" fmla="*/ 93002 w 191700"/>
                <a:gd name="connsiteY77" fmla="*/ 57988 h 195491"/>
                <a:gd name="connsiteX78" fmla="*/ 118091 w 191700"/>
                <a:gd name="connsiteY78" fmla="*/ 57988 h 195491"/>
                <a:gd name="connsiteX79" fmla="*/ 107556 w 191700"/>
                <a:gd name="connsiteY79" fmla="*/ 34795 h 195491"/>
                <a:gd name="connsiteX80" fmla="*/ 109242 w 191700"/>
                <a:gd name="connsiteY80" fmla="*/ 131797 h 195491"/>
                <a:gd name="connsiteX81" fmla="*/ 130959 w 191700"/>
                <a:gd name="connsiteY81" fmla="*/ 150781 h 195491"/>
                <a:gd name="connsiteX82" fmla="*/ 149514 w 191700"/>
                <a:gd name="connsiteY82" fmla="*/ 131797 h 195491"/>
                <a:gd name="connsiteX83" fmla="*/ 140875 w 191700"/>
                <a:gd name="connsiteY83" fmla="*/ 57988 h 195491"/>
                <a:gd name="connsiteX84" fmla="*/ 158582 w 191700"/>
                <a:gd name="connsiteY84" fmla="*/ 24460 h 195491"/>
                <a:gd name="connsiteX85" fmla="*/ 126530 w 191700"/>
                <a:gd name="connsiteY85" fmla="*/ 28251 h 195491"/>
                <a:gd name="connsiteX86" fmla="*/ 138131 w 191700"/>
                <a:gd name="connsiteY86" fmla="*/ 52721 h 195491"/>
                <a:gd name="connsiteX87" fmla="*/ 125682 w 191700"/>
                <a:gd name="connsiteY87" fmla="*/ 57988 h 19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191700" h="195491">
                  <a:moveTo>
                    <a:pt x="177146" y="127159"/>
                  </a:moveTo>
                  <a:cubicBezTo>
                    <a:pt x="174469" y="130226"/>
                    <a:pt x="172002" y="133464"/>
                    <a:pt x="169764" y="136865"/>
                  </a:cubicBezTo>
                  <a:cubicBezTo>
                    <a:pt x="163601" y="145342"/>
                    <a:pt x="156686" y="153248"/>
                    <a:pt x="149095" y="160487"/>
                  </a:cubicBezTo>
                  <a:cubicBezTo>
                    <a:pt x="162706" y="166268"/>
                    <a:pt x="177041" y="170174"/>
                    <a:pt x="191700" y="172079"/>
                  </a:cubicBezTo>
                  <a:cubicBezTo>
                    <a:pt x="187690" y="178794"/>
                    <a:pt x="184842" y="186138"/>
                    <a:pt x="183261" y="193805"/>
                  </a:cubicBezTo>
                  <a:cubicBezTo>
                    <a:pt x="165182" y="189795"/>
                    <a:pt x="147828" y="183042"/>
                    <a:pt x="131807" y="173765"/>
                  </a:cubicBezTo>
                  <a:cubicBezTo>
                    <a:pt x="116338" y="183633"/>
                    <a:pt x="99393" y="190967"/>
                    <a:pt x="81610" y="195491"/>
                  </a:cubicBezTo>
                  <a:cubicBezTo>
                    <a:pt x="79438" y="189300"/>
                    <a:pt x="76238" y="183528"/>
                    <a:pt x="72123" y="178413"/>
                  </a:cubicBezTo>
                  <a:cubicBezTo>
                    <a:pt x="67265" y="183680"/>
                    <a:pt x="62046" y="188614"/>
                    <a:pt x="56521" y="193167"/>
                  </a:cubicBezTo>
                  <a:cubicBezTo>
                    <a:pt x="52959" y="186490"/>
                    <a:pt x="47996" y="180661"/>
                    <a:pt x="41967" y="176089"/>
                  </a:cubicBezTo>
                  <a:cubicBezTo>
                    <a:pt x="47025" y="172498"/>
                    <a:pt x="48511" y="171450"/>
                    <a:pt x="52092" y="168497"/>
                  </a:cubicBezTo>
                  <a:lnTo>
                    <a:pt x="39643" y="168497"/>
                  </a:lnTo>
                  <a:lnTo>
                    <a:pt x="39643" y="161963"/>
                  </a:lnTo>
                  <a:lnTo>
                    <a:pt x="21936" y="161963"/>
                  </a:lnTo>
                  <a:lnTo>
                    <a:pt x="21936" y="181575"/>
                  </a:lnTo>
                  <a:lnTo>
                    <a:pt x="0" y="181575"/>
                  </a:lnTo>
                  <a:cubicBezTo>
                    <a:pt x="876" y="173165"/>
                    <a:pt x="1229" y="164716"/>
                    <a:pt x="1048" y="156267"/>
                  </a:cubicBezTo>
                  <a:lnTo>
                    <a:pt x="1048" y="31623"/>
                  </a:lnTo>
                  <a:cubicBezTo>
                    <a:pt x="1143" y="24517"/>
                    <a:pt x="867" y="17412"/>
                    <a:pt x="210" y="10335"/>
                  </a:cubicBezTo>
                  <a:cubicBezTo>
                    <a:pt x="5696" y="10754"/>
                    <a:pt x="9068" y="10963"/>
                    <a:pt x="16869" y="10963"/>
                  </a:cubicBezTo>
                  <a:lnTo>
                    <a:pt x="44701" y="10963"/>
                  </a:lnTo>
                  <a:cubicBezTo>
                    <a:pt x="50054" y="11030"/>
                    <a:pt x="55407" y="10820"/>
                    <a:pt x="60741" y="10335"/>
                  </a:cubicBezTo>
                  <a:cubicBezTo>
                    <a:pt x="60312" y="15183"/>
                    <a:pt x="60103" y="20669"/>
                    <a:pt x="60103" y="27203"/>
                  </a:cubicBezTo>
                  <a:lnTo>
                    <a:pt x="60103" y="149095"/>
                  </a:lnTo>
                  <a:cubicBezTo>
                    <a:pt x="60103" y="153524"/>
                    <a:pt x="60103" y="155629"/>
                    <a:pt x="60312" y="160268"/>
                  </a:cubicBezTo>
                  <a:cubicBezTo>
                    <a:pt x="74104" y="144466"/>
                    <a:pt x="83753" y="125482"/>
                    <a:pt x="88363" y="105013"/>
                  </a:cubicBezTo>
                  <a:lnTo>
                    <a:pt x="80763" y="105013"/>
                  </a:lnTo>
                  <a:cubicBezTo>
                    <a:pt x="75409" y="104947"/>
                    <a:pt x="70056" y="105232"/>
                    <a:pt x="64741" y="105861"/>
                  </a:cubicBezTo>
                  <a:lnTo>
                    <a:pt x="64741" y="84982"/>
                  </a:lnTo>
                  <a:cubicBezTo>
                    <a:pt x="69990" y="85668"/>
                    <a:pt x="75276" y="85944"/>
                    <a:pt x="80562" y="85830"/>
                  </a:cubicBezTo>
                  <a:lnTo>
                    <a:pt x="91735" y="85830"/>
                  </a:lnTo>
                  <a:cubicBezTo>
                    <a:pt x="92164" y="82877"/>
                    <a:pt x="92164" y="82239"/>
                    <a:pt x="92793" y="75914"/>
                  </a:cubicBezTo>
                  <a:lnTo>
                    <a:pt x="83725" y="75914"/>
                  </a:lnTo>
                  <a:cubicBezTo>
                    <a:pt x="78648" y="75857"/>
                    <a:pt x="73571" y="76133"/>
                    <a:pt x="68532" y="76762"/>
                  </a:cubicBezTo>
                  <a:lnTo>
                    <a:pt x="68532" y="57150"/>
                  </a:lnTo>
                  <a:cubicBezTo>
                    <a:pt x="73504" y="57779"/>
                    <a:pt x="78505" y="58064"/>
                    <a:pt x="83515" y="57988"/>
                  </a:cubicBezTo>
                  <a:lnTo>
                    <a:pt x="84992" y="57988"/>
                  </a:lnTo>
                  <a:cubicBezTo>
                    <a:pt x="82258" y="50521"/>
                    <a:pt x="78334" y="43548"/>
                    <a:pt x="73390" y="37329"/>
                  </a:cubicBezTo>
                  <a:lnTo>
                    <a:pt x="88154" y="30785"/>
                  </a:lnTo>
                  <a:cubicBezTo>
                    <a:pt x="81610" y="30994"/>
                    <a:pt x="80134" y="30994"/>
                    <a:pt x="71914" y="31204"/>
                  </a:cubicBezTo>
                  <a:cubicBezTo>
                    <a:pt x="70713" y="24127"/>
                    <a:pt x="68361" y="17288"/>
                    <a:pt x="64951" y="10963"/>
                  </a:cubicBezTo>
                  <a:cubicBezTo>
                    <a:pt x="71694" y="11173"/>
                    <a:pt x="76771" y="11173"/>
                    <a:pt x="80134" y="11173"/>
                  </a:cubicBezTo>
                  <a:cubicBezTo>
                    <a:pt x="118939" y="11173"/>
                    <a:pt x="157953" y="6325"/>
                    <a:pt x="170612" y="0"/>
                  </a:cubicBezTo>
                  <a:lnTo>
                    <a:pt x="186423" y="18974"/>
                  </a:lnTo>
                  <a:cubicBezTo>
                    <a:pt x="184947" y="19183"/>
                    <a:pt x="184318" y="19402"/>
                    <a:pt x="182213" y="19822"/>
                  </a:cubicBezTo>
                  <a:cubicBezTo>
                    <a:pt x="176241" y="21412"/>
                    <a:pt x="170183" y="22679"/>
                    <a:pt x="164077" y="23613"/>
                  </a:cubicBezTo>
                  <a:lnTo>
                    <a:pt x="180737" y="29518"/>
                  </a:lnTo>
                  <a:cubicBezTo>
                    <a:pt x="175717" y="39405"/>
                    <a:pt x="170012" y="48920"/>
                    <a:pt x="163649" y="57988"/>
                  </a:cubicBezTo>
                  <a:lnTo>
                    <a:pt x="169135" y="57988"/>
                  </a:lnTo>
                  <a:cubicBezTo>
                    <a:pt x="174631" y="58112"/>
                    <a:pt x="180137" y="57760"/>
                    <a:pt x="185576" y="56941"/>
                  </a:cubicBezTo>
                  <a:lnTo>
                    <a:pt x="185576" y="76762"/>
                  </a:lnTo>
                  <a:cubicBezTo>
                    <a:pt x="181147" y="76333"/>
                    <a:pt x="174193" y="75914"/>
                    <a:pt x="167869" y="75914"/>
                  </a:cubicBezTo>
                  <a:lnTo>
                    <a:pt x="114510" y="75914"/>
                  </a:lnTo>
                  <a:cubicBezTo>
                    <a:pt x="113881" y="80982"/>
                    <a:pt x="113881" y="81610"/>
                    <a:pt x="113452" y="85830"/>
                  </a:cubicBezTo>
                  <a:lnTo>
                    <a:pt x="167021" y="85830"/>
                  </a:lnTo>
                  <a:cubicBezTo>
                    <a:pt x="174136" y="85982"/>
                    <a:pt x="181242" y="85697"/>
                    <a:pt x="188319" y="84982"/>
                  </a:cubicBezTo>
                  <a:lnTo>
                    <a:pt x="188319" y="106070"/>
                  </a:lnTo>
                  <a:cubicBezTo>
                    <a:pt x="181118" y="105166"/>
                    <a:pt x="173860" y="104813"/>
                    <a:pt x="166602" y="105023"/>
                  </a:cubicBezTo>
                  <a:lnTo>
                    <a:pt x="110090" y="105023"/>
                  </a:lnTo>
                  <a:cubicBezTo>
                    <a:pt x="109023" y="109023"/>
                    <a:pt x="108604" y="110500"/>
                    <a:pt x="107556" y="114300"/>
                  </a:cubicBezTo>
                  <a:lnTo>
                    <a:pt x="149514" y="114300"/>
                  </a:lnTo>
                  <a:cubicBezTo>
                    <a:pt x="154800" y="114386"/>
                    <a:pt x="160077" y="114176"/>
                    <a:pt x="165335" y="113662"/>
                  </a:cubicBezTo>
                  <a:close/>
                  <a:moveTo>
                    <a:pt x="21936" y="75495"/>
                  </a:moveTo>
                  <a:lnTo>
                    <a:pt x="39643" y="75495"/>
                  </a:lnTo>
                  <a:lnTo>
                    <a:pt x="39643" y="31413"/>
                  </a:lnTo>
                  <a:lnTo>
                    <a:pt x="21936" y="31413"/>
                  </a:lnTo>
                  <a:close/>
                  <a:moveTo>
                    <a:pt x="21936" y="141503"/>
                  </a:moveTo>
                  <a:lnTo>
                    <a:pt x="39643" y="141503"/>
                  </a:lnTo>
                  <a:lnTo>
                    <a:pt x="39643" y="95107"/>
                  </a:lnTo>
                  <a:lnTo>
                    <a:pt x="21936" y="95107"/>
                  </a:lnTo>
                  <a:close/>
                  <a:moveTo>
                    <a:pt x="74438" y="175879"/>
                  </a:moveTo>
                  <a:cubicBezTo>
                    <a:pt x="88516" y="173269"/>
                    <a:pt x="102108" y="168507"/>
                    <a:pt x="114728" y="161754"/>
                  </a:cubicBezTo>
                  <a:cubicBezTo>
                    <a:pt x="107918" y="156305"/>
                    <a:pt x="101632" y="150228"/>
                    <a:pt x="95955" y="143609"/>
                  </a:cubicBezTo>
                  <a:cubicBezTo>
                    <a:pt x="90145" y="155219"/>
                    <a:pt x="82925" y="166059"/>
                    <a:pt x="74438" y="175879"/>
                  </a:cubicBezTo>
                  <a:close/>
                  <a:moveTo>
                    <a:pt x="121891" y="28680"/>
                  </a:moveTo>
                  <a:cubicBezTo>
                    <a:pt x="110919" y="29728"/>
                    <a:pt x="103337" y="30156"/>
                    <a:pt x="91526" y="30575"/>
                  </a:cubicBezTo>
                  <a:cubicBezTo>
                    <a:pt x="96545" y="37509"/>
                    <a:pt x="100851" y="44930"/>
                    <a:pt x="104394" y="52721"/>
                  </a:cubicBezTo>
                  <a:lnTo>
                    <a:pt x="93002" y="57988"/>
                  </a:lnTo>
                  <a:lnTo>
                    <a:pt x="118091" y="57988"/>
                  </a:lnTo>
                  <a:cubicBezTo>
                    <a:pt x="115757" y="49778"/>
                    <a:pt x="112204" y="41958"/>
                    <a:pt x="107556" y="34795"/>
                  </a:cubicBezTo>
                  <a:close/>
                  <a:moveTo>
                    <a:pt x="109242" y="131797"/>
                  </a:moveTo>
                  <a:cubicBezTo>
                    <a:pt x="115605" y="139065"/>
                    <a:pt x="122911" y="145447"/>
                    <a:pt x="130959" y="150781"/>
                  </a:cubicBezTo>
                  <a:cubicBezTo>
                    <a:pt x="138122" y="145494"/>
                    <a:pt x="144389" y="139084"/>
                    <a:pt x="149514" y="131797"/>
                  </a:cubicBezTo>
                  <a:close/>
                  <a:moveTo>
                    <a:pt x="140875" y="57988"/>
                  </a:moveTo>
                  <a:cubicBezTo>
                    <a:pt x="148323" y="47701"/>
                    <a:pt x="154286" y="36414"/>
                    <a:pt x="158582" y="24460"/>
                  </a:cubicBezTo>
                  <a:cubicBezTo>
                    <a:pt x="147828" y="26146"/>
                    <a:pt x="139398" y="26994"/>
                    <a:pt x="126530" y="28251"/>
                  </a:cubicBezTo>
                  <a:cubicBezTo>
                    <a:pt x="131302" y="35947"/>
                    <a:pt x="135198" y="44158"/>
                    <a:pt x="138131" y="52721"/>
                  </a:cubicBezTo>
                  <a:lnTo>
                    <a:pt x="125682" y="5798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36" name="フリーフォーム: 図形 435">
              <a:extLst>
                <a:ext uri="{FF2B5EF4-FFF2-40B4-BE49-F238E27FC236}">
                  <a16:creationId xmlns:a16="http://schemas.microsoft.com/office/drawing/2014/main" id="{B8AF0C65-B4D7-D18D-7E2C-A1923A8EE1CA}"/>
                </a:ext>
              </a:extLst>
            </p:cNvPr>
            <p:cNvSpPr/>
            <p:nvPr/>
          </p:nvSpPr>
          <p:spPr>
            <a:xfrm>
              <a:off x="5548550" y="2768364"/>
              <a:ext cx="192967" cy="192328"/>
            </a:xfrm>
            <a:custGeom>
              <a:avLst/>
              <a:gdLst>
                <a:gd name="connsiteX0" fmla="*/ 160277 w 192967"/>
                <a:gd name="connsiteY0" fmla="*/ 58417 h 192328"/>
                <a:gd name="connsiteX1" fmla="*/ 179261 w 192967"/>
                <a:gd name="connsiteY1" fmla="*/ 57369 h 192328"/>
                <a:gd name="connsiteX2" fmla="*/ 178413 w 192967"/>
                <a:gd name="connsiteY2" fmla="*/ 73181 h 192328"/>
                <a:gd name="connsiteX3" fmla="*/ 178413 w 192967"/>
                <a:gd name="connsiteY3" fmla="*/ 112195 h 192328"/>
                <a:gd name="connsiteX4" fmla="*/ 179261 w 192967"/>
                <a:gd name="connsiteY4" fmla="*/ 128016 h 192328"/>
                <a:gd name="connsiteX5" fmla="*/ 160706 w 192967"/>
                <a:gd name="connsiteY5" fmla="*/ 127168 h 192328"/>
                <a:gd name="connsiteX6" fmla="*/ 49768 w 192967"/>
                <a:gd name="connsiteY6" fmla="*/ 127168 h 192328"/>
                <a:gd name="connsiteX7" fmla="*/ 49768 w 192967"/>
                <a:gd name="connsiteY7" fmla="*/ 160696 h 192328"/>
                <a:gd name="connsiteX8" fmla="*/ 57788 w 192967"/>
                <a:gd name="connsiteY8" fmla="*/ 169345 h 192328"/>
                <a:gd name="connsiteX9" fmla="*/ 109033 w 192967"/>
                <a:gd name="connsiteY9" fmla="*/ 171031 h 192328"/>
                <a:gd name="connsiteX10" fmla="*/ 163449 w 192967"/>
                <a:gd name="connsiteY10" fmla="*/ 166602 h 192328"/>
                <a:gd name="connsiteX11" fmla="*/ 168707 w 192967"/>
                <a:gd name="connsiteY11" fmla="*/ 137713 h 192328"/>
                <a:gd name="connsiteX12" fmla="*/ 192967 w 192967"/>
                <a:gd name="connsiteY12" fmla="*/ 145723 h 192328"/>
                <a:gd name="connsiteX13" fmla="*/ 177365 w 192967"/>
                <a:gd name="connsiteY13" fmla="*/ 186642 h 192328"/>
                <a:gd name="connsiteX14" fmla="*/ 109661 w 192967"/>
                <a:gd name="connsiteY14" fmla="*/ 192329 h 192328"/>
                <a:gd name="connsiteX15" fmla="*/ 39643 w 192967"/>
                <a:gd name="connsiteY15" fmla="*/ 188119 h 192328"/>
                <a:gd name="connsiteX16" fmla="*/ 26365 w 192967"/>
                <a:gd name="connsiteY16" fmla="*/ 167659 h 192328"/>
                <a:gd name="connsiteX17" fmla="*/ 26365 w 192967"/>
                <a:gd name="connsiteY17" fmla="*/ 76552 h 192328"/>
                <a:gd name="connsiteX18" fmla="*/ 12659 w 192967"/>
                <a:gd name="connsiteY18" fmla="*/ 85830 h 192328"/>
                <a:gd name="connsiteX19" fmla="*/ 0 w 192967"/>
                <a:gd name="connsiteY19" fmla="*/ 65799 h 192328"/>
                <a:gd name="connsiteX20" fmla="*/ 48721 w 192967"/>
                <a:gd name="connsiteY20" fmla="*/ 23832 h 192328"/>
                <a:gd name="connsiteX21" fmla="*/ 62427 w 192967"/>
                <a:gd name="connsiteY21" fmla="*/ 0 h 192328"/>
                <a:gd name="connsiteX22" fmla="*/ 88154 w 192967"/>
                <a:gd name="connsiteY22" fmla="*/ 4639 h 192328"/>
                <a:gd name="connsiteX23" fmla="*/ 83515 w 192967"/>
                <a:gd name="connsiteY23" fmla="*/ 11811 h 192328"/>
                <a:gd name="connsiteX24" fmla="*/ 80772 w 192967"/>
                <a:gd name="connsiteY24" fmla="*/ 16450 h 192328"/>
                <a:gd name="connsiteX25" fmla="*/ 115567 w 192967"/>
                <a:gd name="connsiteY25" fmla="*/ 16450 h 192328"/>
                <a:gd name="connsiteX26" fmla="*/ 136236 w 192967"/>
                <a:gd name="connsiteY26" fmla="*/ 15183 h 192328"/>
                <a:gd name="connsiteX27" fmla="*/ 150152 w 192967"/>
                <a:gd name="connsiteY27" fmla="*/ 26575 h 192328"/>
                <a:gd name="connsiteX28" fmla="*/ 141713 w 192967"/>
                <a:gd name="connsiteY28" fmla="*/ 36700 h 192328"/>
                <a:gd name="connsiteX29" fmla="*/ 123587 w 192967"/>
                <a:gd name="connsiteY29" fmla="*/ 58417 h 192328"/>
                <a:gd name="connsiteX30" fmla="*/ 94898 w 192967"/>
                <a:gd name="connsiteY30" fmla="*/ 58417 h 192328"/>
                <a:gd name="connsiteX31" fmla="*/ 114719 w 192967"/>
                <a:gd name="connsiteY31" fmla="*/ 36062 h 192328"/>
                <a:gd name="connsiteX32" fmla="*/ 67485 w 192967"/>
                <a:gd name="connsiteY32" fmla="*/ 36062 h 192328"/>
                <a:gd name="connsiteX33" fmla="*/ 47454 w 192967"/>
                <a:gd name="connsiteY33" fmla="*/ 58417 h 192328"/>
                <a:gd name="connsiteX34" fmla="*/ 89630 w 192967"/>
                <a:gd name="connsiteY34" fmla="*/ 78877 h 192328"/>
                <a:gd name="connsiteX35" fmla="*/ 49768 w 192967"/>
                <a:gd name="connsiteY35" fmla="*/ 78877 h 192328"/>
                <a:gd name="connsiteX36" fmla="*/ 49768 w 192967"/>
                <a:gd name="connsiteY36" fmla="*/ 106928 h 192328"/>
                <a:gd name="connsiteX37" fmla="*/ 89630 w 192967"/>
                <a:gd name="connsiteY37" fmla="*/ 106928 h 192328"/>
                <a:gd name="connsiteX38" fmla="*/ 111138 w 192967"/>
                <a:gd name="connsiteY38" fmla="*/ 106928 h 192328"/>
                <a:gd name="connsiteX39" fmla="*/ 155429 w 192967"/>
                <a:gd name="connsiteY39" fmla="*/ 106928 h 192328"/>
                <a:gd name="connsiteX40" fmla="*/ 155429 w 192967"/>
                <a:gd name="connsiteY40" fmla="*/ 78877 h 192328"/>
                <a:gd name="connsiteX41" fmla="*/ 111138 w 192967"/>
                <a:gd name="connsiteY41" fmla="*/ 78877 h 19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92967" h="192328">
                  <a:moveTo>
                    <a:pt x="160277" y="58417"/>
                  </a:moveTo>
                  <a:cubicBezTo>
                    <a:pt x="166621" y="58522"/>
                    <a:pt x="172965" y="58169"/>
                    <a:pt x="179261" y="57369"/>
                  </a:cubicBezTo>
                  <a:cubicBezTo>
                    <a:pt x="178623" y="62608"/>
                    <a:pt x="178337" y="67894"/>
                    <a:pt x="178413" y="73181"/>
                  </a:cubicBezTo>
                  <a:lnTo>
                    <a:pt x="178413" y="112195"/>
                  </a:lnTo>
                  <a:cubicBezTo>
                    <a:pt x="178356" y="117481"/>
                    <a:pt x="178641" y="122758"/>
                    <a:pt x="179261" y="128016"/>
                  </a:cubicBezTo>
                  <a:cubicBezTo>
                    <a:pt x="171869" y="127378"/>
                    <a:pt x="166392" y="127168"/>
                    <a:pt x="160706" y="127168"/>
                  </a:cubicBezTo>
                  <a:lnTo>
                    <a:pt x="49768" y="127168"/>
                  </a:lnTo>
                  <a:lnTo>
                    <a:pt x="49768" y="160696"/>
                  </a:lnTo>
                  <a:cubicBezTo>
                    <a:pt x="49768" y="166602"/>
                    <a:pt x="51464" y="168297"/>
                    <a:pt x="57788" y="169345"/>
                  </a:cubicBezTo>
                  <a:cubicBezTo>
                    <a:pt x="74809" y="171031"/>
                    <a:pt x="91926" y="171602"/>
                    <a:pt x="109033" y="171031"/>
                  </a:cubicBezTo>
                  <a:cubicBezTo>
                    <a:pt x="143618" y="171031"/>
                    <a:pt x="159010" y="169764"/>
                    <a:pt x="163449" y="166602"/>
                  </a:cubicBezTo>
                  <a:cubicBezTo>
                    <a:pt x="167031" y="164078"/>
                    <a:pt x="168507" y="155848"/>
                    <a:pt x="168707" y="137713"/>
                  </a:cubicBezTo>
                  <a:cubicBezTo>
                    <a:pt x="176327" y="141637"/>
                    <a:pt x="184509" y="144342"/>
                    <a:pt x="192967" y="145723"/>
                  </a:cubicBezTo>
                  <a:cubicBezTo>
                    <a:pt x="190853" y="173984"/>
                    <a:pt x="187690" y="182423"/>
                    <a:pt x="177365" y="186642"/>
                  </a:cubicBezTo>
                  <a:cubicBezTo>
                    <a:pt x="167659" y="190862"/>
                    <a:pt x="149105" y="192329"/>
                    <a:pt x="109661" y="192329"/>
                  </a:cubicBezTo>
                  <a:cubicBezTo>
                    <a:pt x="71285" y="192329"/>
                    <a:pt x="50197" y="191071"/>
                    <a:pt x="39643" y="188119"/>
                  </a:cubicBezTo>
                  <a:cubicBezTo>
                    <a:pt x="29528" y="185166"/>
                    <a:pt x="26365" y="180308"/>
                    <a:pt x="26365" y="167659"/>
                  </a:cubicBezTo>
                  <a:lnTo>
                    <a:pt x="26365" y="76552"/>
                  </a:lnTo>
                  <a:cubicBezTo>
                    <a:pt x="22146" y="79715"/>
                    <a:pt x="19403" y="81610"/>
                    <a:pt x="12659" y="85830"/>
                  </a:cubicBezTo>
                  <a:cubicBezTo>
                    <a:pt x="9916" y="78334"/>
                    <a:pt x="5601" y="71504"/>
                    <a:pt x="0" y="65799"/>
                  </a:cubicBezTo>
                  <a:cubicBezTo>
                    <a:pt x="19145" y="55578"/>
                    <a:pt x="35776" y="41243"/>
                    <a:pt x="48721" y="23832"/>
                  </a:cubicBezTo>
                  <a:cubicBezTo>
                    <a:pt x="54750" y="16821"/>
                    <a:pt x="59407" y="8734"/>
                    <a:pt x="62427" y="0"/>
                  </a:cubicBezTo>
                  <a:lnTo>
                    <a:pt x="88154" y="4639"/>
                  </a:lnTo>
                  <a:cubicBezTo>
                    <a:pt x="86678" y="6753"/>
                    <a:pt x="86049" y="7591"/>
                    <a:pt x="83515" y="11811"/>
                  </a:cubicBezTo>
                  <a:cubicBezTo>
                    <a:pt x="82687" y="13411"/>
                    <a:pt x="81772" y="14954"/>
                    <a:pt x="80772" y="16450"/>
                  </a:cubicBezTo>
                  <a:lnTo>
                    <a:pt x="115567" y="16450"/>
                  </a:lnTo>
                  <a:cubicBezTo>
                    <a:pt x="122482" y="16983"/>
                    <a:pt x="129435" y="16555"/>
                    <a:pt x="136236" y="15183"/>
                  </a:cubicBezTo>
                  <a:lnTo>
                    <a:pt x="150152" y="26575"/>
                  </a:lnTo>
                  <a:cubicBezTo>
                    <a:pt x="147095" y="29737"/>
                    <a:pt x="144275" y="33118"/>
                    <a:pt x="141713" y="36700"/>
                  </a:cubicBezTo>
                  <a:cubicBezTo>
                    <a:pt x="135179" y="44920"/>
                    <a:pt x="128016" y="53569"/>
                    <a:pt x="123587" y="58417"/>
                  </a:cubicBezTo>
                  <a:close/>
                  <a:moveTo>
                    <a:pt x="94898" y="58417"/>
                  </a:moveTo>
                  <a:cubicBezTo>
                    <a:pt x="102184" y="51597"/>
                    <a:pt x="108823" y="44120"/>
                    <a:pt x="114719" y="36062"/>
                  </a:cubicBezTo>
                  <a:lnTo>
                    <a:pt x="67485" y="36062"/>
                  </a:lnTo>
                  <a:cubicBezTo>
                    <a:pt x="61674" y="44244"/>
                    <a:pt x="54950" y="51749"/>
                    <a:pt x="47454" y="58417"/>
                  </a:cubicBezTo>
                  <a:close/>
                  <a:moveTo>
                    <a:pt x="89630" y="78877"/>
                  </a:moveTo>
                  <a:lnTo>
                    <a:pt x="49768" y="78877"/>
                  </a:lnTo>
                  <a:lnTo>
                    <a:pt x="49768" y="106928"/>
                  </a:lnTo>
                  <a:lnTo>
                    <a:pt x="89630" y="106928"/>
                  </a:lnTo>
                  <a:close/>
                  <a:moveTo>
                    <a:pt x="111138" y="106928"/>
                  </a:moveTo>
                  <a:lnTo>
                    <a:pt x="155429" y="106928"/>
                  </a:lnTo>
                  <a:lnTo>
                    <a:pt x="155429" y="78877"/>
                  </a:lnTo>
                  <a:lnTo>
                    <a:pt x="111138" y="7887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37" name="フリーフォーム: 図形 436">
              <a:extLst>
                <a:ext uri="{FF2B5EF4-FFF2-40B4-BE49-F238E27FC236}">
                  <a16:creationId xmlns:a16="http://schemas.microsoft.com/office/drawing/2014/main" id="{08E06AE2-5C65-6E75-DF8F-F7BA00407007}"/>
                </a:ext>
              </a:extLst>
            </p:cNvPr>
            <p:cNvSpPr/>
            <p:nvPr/>
          </p:nvSpPr>
          <p:spPr>
            <a:xfrm>
              <a:off x="5762567" y="2768793"/>
              <a:ext cx="194862" cy="196538"/>
            </a:xfrm>
            <a:custGeom>
              <a:avLst/>
              <a:gdLst>
                <a:gd name="connsiteX0" fmla="*/ 68123 w 194862"/>
                <a:gd name="connsiteY0" fmla="*/ 141084 h 196538"/>
                <a:gd name="connsiteX1" fmla="*/ 15811 w 194862"/>
                <a:gd name="connsiteY1" fmla="*/ 190643 h 196538"/>
                <a:gd name="connsiteX2" fmla="*/ 0 w 194862"/>
                <a:gd name="connsiteY2" fmla="*/ 171450 h 196538"/>
                <a:gd name="connsiteX3" fmla="*/ 49349 w 194862"/>
                <a:gd name="connsiteY3" fmla="*/ 129483 h 196538"/>
                <a:gd name="connsiteX4" fmla="*/ 74028 w 194862"/>
                <a:gd name="connsiteY4" fmla="*/ 98269 h 196538"/>
                <a:gd name="connsiteX5" fmla="*/ 23622 w 194862"/>
                <a:gd name="connsiteY5" fmla="*/ 61360 h 196538"/>
                <a:gd name="connsiteX6" fmla="*/ 40491 w 194862"/>
                <a:gd name="connsiteY6" fmla="*/ 46606 h 196538"/>
                <a:gd name="connsiteX7" fmla="*/ 55674 w 194862"/>
                <a:gd name="connsiteY7" fmla="*/ 56940 h 196538"/>
                <a:gd name="connsiteX8" fmla="*/ 75076 w 194862"/>
                <a:gd name="connsiteY8" fmla="*/ 33109 h 196538"/>
                <a:gd name="connsiteX9" fmla="*/ 17297 w 194862"/>
                <a:gd name="connsiteY9" fmla="*/ 35424 h 196538"/>
                <a:gd name="connsiteX10" fmla="*/ 9487 w 194862"/>
                <a:gd name="connsiteY10" fmla="*/ 14335 h 196538"/>
                <a:gd name="connsiteX11" fmla="*/ 22774 w 194862"/>
                <a:gd name="connsiteY11" fmla="*/ 14545 h 196538"/>
                <a:gd name="connsiteX12" fmla="*/ 136865 w 194862"/>
                <a:gd name="connsiteY12" fmla="*/ 6325 h 196538"/>
                <a:gd name="connsiteX13" fmla="*/ 160277 w 194862"/>
                <a:gd name="connsiteY13" fmla="*/ 0 h 196538"/>
                <a:gd name="connsiteX14" fmla="*/ 174831 w 194862"/>
                <a:gd name="connsiteY14" fmla="*/ 21298 h 196538"/>
                <a:gd name="connsiteX15" fmla="*/ 160277 w 194862"/>
                <a:gd name="connsiteY15" fmla="*/ 23622 h 196538"/>
                <a:gd name="connsiteX16" fmla="*/ 104184 w 194862"/>
                <a:gd name="connsiteY16" fmla="*/ 31204 h 196538"/>
                <a:gd name="connsiteX17" fmla="*/ 72333 w 194862"/>
                <a:gd name="connsiteY17" fmla="*/ 68961 h 196538"/>
                <a:gd name="connsiteX18" fmla="*/ 90259 w 194862"/>
                <a:gd name="connsiteY18" fmla="*/ 83506 h 196538"/>
                <a:gd name="connsiteX19" fmla="*/ 129911 w 194862"/>
                <a:gd name="connsiteY19" fmla="*/ 38167 h 196538"/>
                <a:gd name="connsiteX20" fmla="*/ 151628 w 194862"/>
                <a:gd name="connsiteY20" fmla="*/ 49559 h 196538"/>
                <a:gd name="connsiteX21" fmla="*/ 148466 w 194862"/>
                <a:gd name="connsiteY21" fmla="*/ 52721 h 196538"/>
                <a:gd name="connsiteX22" fmla="*/ 145932 w 194862"/>
                <a:gd name="connsiteY22" fmla="*/ 55464 h 196538"/>
                <a:gd name="connsiteX23" fmla="*/ 139608 w 194862"/>
                <a:gd name="connsiteY23" fmla="*/ 61998 h 196538"/>
                <a:gd name="connsiteX24" fmla="*/ 100593 w 194862"/>
                <a:gd name="connsiteY24" fmla="*/ 101222 h 196538"/>
                <a:gd name="connsiteX25" fmla="*/ 151209 w 194862"/>
                <a:gd name="connsiteY25" fmla="*/ 98689 h 196538"/>
                <a:gd name="connsiteX26" fmla="*/ 138551 w 194862"/>
                <a:gd name="connsiteY26" fmla="*/ 83725 h 196538"/>
                <a:gd name="connsiteX27" fmla="*/ 156686 w 194862"/>
                <a:gd name="connsiteY27" fmla="*/ 73171 h 196538"/>
                <a:gd name="connsiteX28" fmla="*/ 194862 w 194862"/>
                <a:gd name="connsiteY28" fmla="*/ 123577 h 196538"/>
                <a:gd name="connsiteX29" fmla="*/ 175250 w 194862"/>
                <a:gd name="connsiteY29" fmla="*/ 136017 h 196538"/>
                <a:gd name="connsiteX30" fmla="*/ 164706 w 194862"/>
                <a:gd name="connsiteY30" fmla="*/ 118300 h 196538"/>
                <a:gd name="connsiteX31" fmla="*/ 159220 w 194862"/>
                <a:gd name="connsiteY31" fmla="*/ 118729 h 196538"/>
                <a:gd name="connsiteX32" fmla="*/ 107127 w 194862"/>
                <a:gd name="connsiteY32" fmla="*/ 122101 h 196538"/>
                <a:gd name="connsiteX33" fmla="*/ 107127 w 194862"/>
                <a:gd name="connsiteY33" fmla="*/ 175241 h 196538"/>
                <a:gd name="connsiteX34" fmla="*/ 108394 w 194862"/>
                <a:gd name="connsiteY34" fmla="*/ 196539 h 196538"/>
                <a:gd name="connsiteX35" fmla="*/ 82458 w 194862"/>
                <a:gd name="connsiteY35" fmla="*/ 196539 h 196538"/>
                <a:gd name="connsiteX36" fmla="*/ 83725 w 194862"/>
                <a:gd name="connsiteY36" fmla="*/ 175241 h 196538"/>
                <a:gd name="connsiteX37" fmla="*/ 83725 w 194862"/>
                <a:gd name="connsiteY37" fmla="*/ 122949 h 196538"/>
                <a:gd name="connsiteX38" fmla="*/ 23831 w 194862"/>
                <a:gd name="connsiteY38" fmla="*/ 125263 h 196538"/>
                <a:gd name="connsiteX39" fmla="*/ 8220 w 194862"/>
                <a:gd name="connsiteY39" fmla="*/ 126530 h 196538"/>
                <a:gd name="connsiteX40" fmla="*/ 6115 w 194862"/>
                <a:gd name="connsiteY40" fmla="*/ 101013 h 196538"/>
                <a:gd name="connsiteX41" fmla="*/ 29108 w 194862"/>
                <a:gd name="connsiteY41" fmla="*/ 102060 h 196538"/>
                <a:gd name="connsiteX42" fmla="*/ 70228 w 194862"/>
                <a:gd name="connsiteY42" fmla="*/ 101641 h 196538"/>
                <a:gd name="connsiteX43" fmla="*/ 74028 w 194862"/>
                <a:gd name="connsiteY43" fmla="*/ 98479 h 196538"/>
                <a:gd name="connsiteX44" fmla="*/ 141513 w 194862"/>
                <a:gd name="connsiteY44" fmla="*/ 128635 h 196538"/>
                <a:gd name="connsiteX45" fmla="*/ 171240 w 194862"/>
                <a:gd name="connsiteY45" fmla="*/ 158163 h 196538"/>
                <a:gd name="connsiteX46" fmla="*/ 192757 w 194862"/>
                <a:gd name="connsiteY46" fmla="*/ 171450 h 196538"/>
                <a:gd name="connsiteX47" fmla="*/ 176936 w 194862"/>
                <a:gd name="connsiteY47" fmla="*/ 191272 h 196538"/>
                <a:gd name="connsiteX48" fmla="*/ 122739 w 194862"/>
                <a:gd name="connsiteY48" fmla="*/ 140027 h 196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94862" h="196538">
                  <a:moveTo>
                    <a:pt x="68123" y="141084"/>
                  </a:moveTo>
                  <a:cubicBezTo>
                    <a:pt x="54616" y="161306"/>
                    <a:pt x="36738" y="178251"/>
                    <a:pt x="15811" y="190643"/>
                  </a:cubicBezTo>
                  <a:cubicBezTo>
                    <a:pt x="11487" y="183518"/>
                    <a:pt x="6162" y="177060"/>
                    <a:pt x="0" y="171450"/>
                  </a:cubicBezTo>
                  <a:cubicBezTo>
                    <a:pt x="20021" y="162306"/>
                    <a:pt x="37109" y="147771"/>
                    <a:pt x="49349" y="129483"/>
                  </a:cubicBezTo>
                  <a:close/>
                  <a:moveTo>
                    <a:pt x="74028" y="98269"/>
                  </a:moveTo>
                  <a:cubicBezTo>
                    <a:pt x="58360" y="84487"/>
                    <a:pt x="41491" y="72133"/>
                    <a:pt x="23622" y="61360"/>
                  </a:cubicBezTo>
                  <a:lnTo>
                    <a:pt x="40491" y="46606"/>
                  </a:lnTo>
                  <a:cubicBezTo>
                    <a:pt x="44072" y="48920"/>
                    <a:pt x="48930" y="52511"/>
                    <a:pt x="55674" y="56940"/>
                  </a:cubicBezTo>
                  <a:cubicBezTo>
                    <a:pt x="62779" y="49540"/>
                    <a:pt x="69275" y="41567"/>
                    <a:pt x="75076" y="33109"/>
                  </a:cubicBezTo>
                  <a:cubicBezTo>
                    <a:pt x="39643" y="34795"/>
                    <a:pt x="39643" y="34795"/>
                    <a:pt x="17297" y="35424"/>
                  </a:cubicBezTo>
                  <a:cubicBezTo>
                    <a:pt x="15726" y="28061"/>
                    <a:pt x="13097" y="20955"/>
                    <a:pt x="9487" y="14335"/>
                  </a:cubicBezTo>
                  <a:cubicBezTo>
                    <a:pt x="15392" y="14545"/>
                    <a:pt x="19821" y="14545"/>
                    <a:pt x="22774" y="14545"/>
                  </a:cubicBezTo>
                  <a:cubicBezTo>
                    <a:pt x="60960" y="14745"/>
                    <a:pt x="99108" y="11992"/>
                    <a:pt x="136865" y="6325"/>
                  </a:cubicBezTo>
                  <a:cubicBezTo>
                    <a:pt x="144856" y="4982"/>
                    <a:pt x="152695" y="2858"/>
                    <a:pt x="160277" y="0"/>
                  </a:cubicBezTo>
                  <a:lnTo>
                    <a:pt x="174831" y="21298"/>
                  </a:lnTo>
                  <a:cubicBezTo>
                    <a:pt x="171240" y="21717"/>
                    <a:pt x="171240" y="21717"/>
                    <a:pt x="160277" y="23622"/>
                  </a:cubicBezTo>
                  <a:cubicBezTo>
                    <a:pt x="146780" y="26146"/>
                    <a:pt x="119996" y="29737"/>
                    <a:pt x="104184" y="31204"/>
                  </a:cubicBezTo>
                  <a:cubicBezTo>
                    <a:pt x="94602" y="44625"/>
                    <a:pt x="83944" y="57255"/>
                    <a:pt x="72333" y="68961"/>
                  </a:cubicBezTo>
                  <a:cubicBezTo>
                    <a:pt x="79715" y="74647"/>
                    <a:pt x="82667" y="76972"/>
                    <a:pt x="90259" y="83506"/>
                  </a:cubicBezTo>
                  <a:cubicBezTo>
                    <a:pt x="105489" y="70285"/>
                    <a:pt x="118834" y="55026"/>
                    <a:pt x="129911" y="38167"/>
                  </a:cubicBezTo>
                  <a:lnTo>
                    <a:pt x="151628" y="49559"/>
                  </a:lnTo>
                  <a:cubicBezTo>
                    <a:pt x="150781" y="50397"/>
                    <a:pt x="150781" y="50397"/>
                    <a:pt x="148466" y="52721"/>
                  </a:cubicBezTo>
                  <a:cubicBezTo>
                    <a:pt x="148257" y="52930"/>
                    <a:pt x="147418" y="53988"/>
                    <a:pt x="145932" y="55464"/>
                  </a:cubicBezTo>
                  <a:cubicBezTo>
                    <a:pt x="144875" y="56302"/>
                    <a:pt x="142770" y="58626"/>
                    <a:pt x="139608" y="61998"/>
                  </a:cubicBezTo>
                  <a:cubicBezTo>
                    <a:pt x="130540" y="72123"/>
                    <a:pt x="110928" y="91735"/>
                    <a:pt x="100593" y="101222"/>
                  </a:cubicBezTo>
                  <a:cubicBezTo>
                    <a:pt x="133493" y="100165"/>
                    <a:pt x="133493" y="100165"/>
                    <a:pt x="151209" y="98689"/>
                  </a:cubicBezTo>
                  <a:cubicBezTo>
                    <a:pt x="147837" y="94469"/>
                    <a:pt x="145304" y="91516"/>
                    <a:pt x="138551" y="83725"/>
                  </a:cubicBezTo>
                  <a:lnTo>
                    <a:pt x="156686" y="73171"/>
                  </a:lnTo>
                  <a:cubicBezTo>
                    <a:pt x="171050" y="88678"/>
                    <a:pt x="183832" y="105556"/>
                    <a:pt x="194862" y="123577"/>
                  </a:cubicBezTo>
                  <a:lnTo>
                    <a:pt x="175250" y="136017"/>
                  </a:lnTo>
                  <a:cubicBezTo>
                    <a:pt x="169335" y="125892"/>
                    <a:pt x="167440" y="122730"/>
                    <a:pt x="164706" y="118300"/>
                  </a:cubicBezTo>
                  <a:cubicBezTo>
                    <a:pt x="162868" y="118281"/>
                    <a:pt x="161029" y="118424"/>
                    <a:pt x="159220" y="118729"/>
                  </a:cubicBezTo>
                  <a:cubicBezTo>
                    <a:pt x="148885" y="119567"/>
                    <a:pt x="119148" y="121463"/>
                    <a:pt x="107127" y="122101"/>
                  </a:cubicBezTo>
                  <a:lnTo>
                    <a:pt x="107127" y="175241"/>
                  </a:lnTo>
                  <a:cubicBezTo>
                    <a:pt x="106880" y="182366"/>
                    <a:pt x="107299" y="189500"/>
                    <a:pt x="108394" y="196539"/>
                  </a:cubicBezTo>
                  <a:lnTo>
                    <a:pt x="82458" y="196539"/>
                  </a:lnTo>
                  <a:cubicBezTo>
                    <a:pt x="83553" y="189500"/>
                    <a:pt x="83972" y="182366"/>
                    <a:pt x="83725" y="175241"/>
                  </a:cubicBezTo>
                  <a:lnTo>
                    <a:pt x="83725" y="122949"/>
                  </a:lnTo>
                  <a:cubicBezTo>
                    <a:pt x="74447" y="123368"/>
                    <a:pt x="33537" y="125054"/>
                    <a:pt x="23831" y="125263"/>
                  </a:cubicBezTo>
                  <a:cubicBezTo>
                    <a:pt x="18602" y="125178"/>
                    <a:pt x="13373" y="125597"/>
                    <a:pt x="8220" y="126530"/>
                  </a:cubicBezTo>
                  <a:lnTo>
                    <a:pt x="6115" y="101013"/>
                  </a:lnTo>
                  <a:cubicBezTo>
                    <a:pt x="13725" y="102099"/>
                    <a:pt x="21422" y="102451"/>
                    <a:pt x="29108" y="102060"/>
                  </a:cubicBezTo>
                  <a:cubicBezTo>
                    <a:pt x="48292" y="102060"/>
                    <a:pt x="50397" y="102060"/>
                    <a:pt x="70228" y="101641"/>
                  </a:cubicBezTo>
                  <a:lnTo>
                    <a:pt x="74028" y="98479"/>
                  </a:lnTo>
                  <a:close/>
                  <a:moveTo>
                    <a:pt x="141513" y="128635"/>
                  </a:moveTo>
                  <a:cubicBezTo>
                    <a:pt x="150114" y="139713"/>
                    <a:pt x="160106" y="149638"/>
                    <a:pt x="171240" y="158163"/>
                  </a:cubicBezTo>
                  <a:cubicBezTo>
                    <a:pt x="177965" y="163278"/>
                    <a:pt x="185166" y="167726"/>
                    <a:pt x="192757" y="171450"/>
                  </a:cubicBezTo>
                  <a:cubicBezTo>
                    <a:pt x="186871" y="177546"/>
                    <a:pt x="181585" y="184185"/>
                    <a:pt x="176936" y="191272"/>
                  </a:cubicBezTo>
                  <a:cubicBezTo>
                    <a:pt x="155753" y="177822"/>
                    <a:pt x="137350" y="160420"/>
                    <a:pt x="122739" y="1400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38" name="フリーフォーム: 図形 437">
              <a:extLst>
                <a:ext uri="{FF2B5EF4-FFF2-40B4-BE49-F238E27FC236}">
                  <a16:creationId xmlns:a16="http://schemas.microsoft.com/office/drawing/2014/main" id="{D638439A-C003-C559-9CA1-BABEF270B43F}"/>
                </a:ext>
              </a:extLst>
            </p:cNvPr>
            <p:cNvSpPr/>
            <p:nvPr/>
          </p:nvSpPr>
          <p:spPr>
            <a:xfrm>
              <a:off x="7643059" y="2769631"/>
              <a:ext cx="200138" cy="198653"/>
            </a:xfrm>
            <a:custGeom>
              <a:avLst/>
              <a:gdLst>
                <a:gd name="connsiteX0" fmla="*/ 8020 w 200138"/>
                <a:gd name="connsiteY0" fmla="*/ 58207 h 198653"/>
                <a:gd name="connsiteX1" fmla="*/ 9067 w 200138"/>
                <a:gd name="connsiteY1" fmla="*/ 42396 h 198653"/>
                <a:gd name="connsiteX2" fmla="*/ 9067 w 200138"/>
                <a:gd name="connsiteY2" fmla="*/ 31423 h 198653"/>
                <a:gd name="connsiteX3" fmla="*/ 8230 w 200138"/>
                <a:gd name="connsiteY3" fmla="*/ 15612 h 198653"/>
                <a:gd name="connsiteX4" fmla="*/ 31432 w 200138"/>
                <a:gd name="connsiteY4" fmla="*/ 16659 h 198653"/>
                <a:gd name="connsiteX5" fmla="*/ 86468 w 200138"/>
                <a:gd name="connsiteY5" fmla="*/ 16659 h 198653"/>
                <a:gd name="connsiteX6" fmla="*/ 86468 w 200138"/>
                <a:gd name="connsiteY6" fmla="*/ 13497 h 198653"/>
                <a:gd name="connsiteX7" fmla="*/ 85420 w 200138"/>
                <a:gd name="connsiteY7" fmla="*/ 0 h 198653"/>
                <a:gd name="connsiteX8" fmla="*/ 111147 w 200138"/>
                <a:gd name="connsiteY8" fmla="*/ 0 h 198653"/>
                <a:gd name="connsiteX9" fmla="*/ 110090 w 200138"/>
                <a:gd name="connsiteY9" fmla="*/ 13287 h 198653"/>
                <a:gd name="connsiteX10" fmla="*/ 110090 w 200138"/>
                <a:gd name="connsiteY10" fmla="*/ 16659 h 198653"/>
                <a:gd name="connsiteX11" fmla="*/ 168297 w 200138"/>
                <a:gd name="connsiteY11" fmla="*/ 16659 h 198653"/>
                <a:gd name="connsiteX12" fmla="*/ 191491 w 200138"/>
                <a:gd name="connsiteY12" fmla="*/ 15612 h 198653"/>
                <a:gd name="connsiteX13" fmla="*/ 190652 w 200138"/>
                <a:gd name="connsiteY13" fmla="*/ 31423 h 198653"/>
                <a:gd name="connsiteX14" fmla="*/ 190652 w 200138"/>
                <a:gd name="connsiteY14" fmla="*/ 42396 h 198653"/>
                <a:gd name="connsiteX15" fmla="*/ 191700 w 200138"/>
                <a:gd name="connsiteY15" fmla="*/ 58207 h 198653"/>
                <a:gd name="connsiteX16" fmla="*/ 175889 w 200138"/>
                <a:gd name="connsiteY16" fmla="*/ 58207 h 198653"/>
                <a:gd name="connsiteX17" fmla="*/ 175889 w 200138"/>
                <a:gd name="connsiteY17" fmla="*/ 63684 h 198653"/>
                <a:gd name="connsiteX18" fmla="*/ 155848 w 200138"/>
                <a:gd name="connsiteY18" fmla="*/ 62636 h 198653"/>
                <a:gd name="connsiteX19" fmla="*/ 136446 w 200138"/>
                <a:gd name="connsiteY19" fmla="*/ 62636 h 198653"/>
                <a:gd name="connsiteX20" fmla="*/ 136446 w 200138"/>
                <a:gd name="connsiteY20" fmla="*/ 73809 h 198653"/>
                <a:gd name="connsiteX21" fmla="*/ 154581 w 200138"/>
                <a:gd name="connsiteY21" fmla="*/ 73809 h 198653"/>
                <a:gd name="connsiteX22" fmla="*/ 173145 w 200138"/>
                <a:gd name="connsiteY22" fmla="*/ 72971 h 198653"/>
                <a:gd name="connsiteX23" fmla="*/ 173145 w 200138"/>
                <a:gd name="connsiteY23" fmla="*/ 90259 h 198653"/>
                <a:gd name="connsiteX24" fmla="*/ 154581 w 200138"/>
                <a:gd name="connsiteY24" fmla="*/ 89421 h 198653"/>
                <a:gd name="connsiteX25" fmla="*/ 136446 w 200138"/>
                <a:gd name="connsiteY25" fmla="*/ 89421 h 198653"/>
                <a:gd name="connsiteX26" fmla="*/ 136446 w 200138"/>
                <a:gd name="connsiteY26" fmla="*/ 100803 h 198653"/>
                <a:gd name="connsiteX27" fmla="*/ 175041 w 200138"/>
                <a:gd name="connsiteY27" fmla="*/ 100803 h 198653"/>
                <a:gd name="connsiteX28" fmla="*/ 195710 w 200138"/>
                <a:gd name="connsiteY28" fmla="*/ 99755 h 198653"/>
                <a:gd name="connsiteX29" fmla="*/ 195710 w 200138"/>
                <a:gd name="connsiteY29" fmla="*/ 120206 h 198653"/>
                <a:gd name="connsiteX30" fmla="*/ 175041 w 200138"/>
                <a:gd name="connsiteY30" fmla="*/ 118939 h 198653"/>
                <a:gd name="connsiteX31" fmla="*/ 145732 w 200138"/>
                <a:gd name="connsiteY31" fmla="*/ 118939 h 198653"/>
                <a:gd name="connsiteX32" fmla="*/ 200139 w 200138"/>
                <a:gd name="connsiteY32" fmla="*/ 150362 h 198653"/>
                <a:gd name="connsiteX33" fmla="*/ 188119 w 200138"/>
                <a:gd name="connsiteY33" fmla="*/ 171031 h 198653"/>
                <a:gd name="connsiteX34" fmla="*/ 136446 w 200138"/>
                <a:gd name="connsiteY34" fmla="*/ 138770 h 198653"/>
                <a:gd name="connsiteX35" fmla="*/ 119786 w 200138"/>
                <a:gd name="connsiteY35" fmla="*/ 118939 h 198653"/>
                <a:gd name="connsiteX36" fmla="*/ 79086 w 200138"/>
                <a:gd name="connsiteY36" fmla="*/ 118939 h 198653"/>
                <a:gd name="connsiteX37" fmla="*/ 62008 w 200138"/>
                <a:gd name="connsiteY37" fmla="*/ 139398 h 198653"/>
                <a:gd name="connsiteX38" fmla="*/ 12659 w 200138"/>
                <a:gd name="connsiteY38" fmla="*/ 172088 h 198653"/>
                <a:gd name="connsiteX39" fmla="*/ 0 w 200138"/>
                <a:gd name="connsiteY39" fmla="*/ 152476 h 198653"/>
                <a:gd name="connsiteX40" fmla="*/ 37757 w 200138"/>
                <a:gd name="connsiteY40" fmla="*/ 133493 h 198653"/>
                <a:gd name="connsiteX41" fmla="*/ 52521 w 200138"/>
                <a:gd name="connsiteY41" fmla="*/ 118939 h 198653"/>
                <a:gd name="connsiteX42" fmla="*/ 24889 w 200138"/>
                <a:gd name="connsiteY42" fmla="*/ 118939 h 198653"/>
                <a:gd name="connsiteX43" fmla="*/ 4220 w 200138"/>
                <a:gd name="connsiteY43" fmla="*/ 120206 h 198653"/>
                <a:gd name="connsiteX44" fmla="*/ 4220 w 200138"/>
                <a:gd name="connsiteY44" fmla="*/ 99755 h 198653"/>
                <a:gd name="connsiteX45" fmla="*/ 24889 w 200138"/>
                <a:gd name="connsiteY45" fmla="*/ 100803 h 198653"/>
                <a:gd name="connsiteX46" fmla="*/ 62217 w 200138"/>
                <a:gd name="connsiteY46" fmla="*/ 100803 h 198653"/>
                <a:gd name="connsiteX47" fmla="*/ 62217 w 200138"/>
                <a:gd name="connsiteY47" fmla="*/ 89421 h 198653"/>
                <a:gd name="connsiteX48" fmla="*/ 45348 w 200138"/>
                <a:gd name="connsiteY48" fmla="*/ 89421 h 198653"/>
                <a:gd name="connsiteX49" fmla="*/ 26575 w 200138"/>
                <a:gd name="connsiteY49" fmla="*/ 90259 h 198653"/>
                <a:gd name="connsiteX50" fmla="*/ 26575 w 200138"/>
                <a:gd name="connsiteY50" fmla="*/ 72971 h 198653"/>
                <a:gd name="connsiteX51" fmla="*/ 45348 w 200138"/>
                <a:gd name="connsiteY51" fmla="*/ 73809 h 198653"/>
                <a:gd name="connsiteX52" fmla="*/ 62217 w 200138"/>
                <a:gd name="connsiteY52" fmla="*/ 73809 h 198653"/>
                <a:gd name="connsiteX53" fmla="*/ 62217 w 200138"/>
                <a:gd name="connsiteY53" fmla="*/ 62636 h 198653"/>
                <a:gd name="connsiteX54" fmla="*/ 44710 w 200138"/>
                <a:gd name="connsiteY54" fmla="*/ 62636 h 198653"/>
                <a:gd name="connsiteX55" fmla="*/ 24460 w 200138"/>
                <a:gd name="connsiteY55" fmla="*/ 63684 h 198653"/>
                <a:gd name="connsiteX56" fmla="*/ 24460 w 200138"/>
                <a:gd name="connsiteY56" fmla="*/ 58207 h 198653"/>
                <a:gd name="connsiteX57" fmla="*/ 31004 w 200138"/>
                <a:gd name="connsiteY57" fmla="*/ 45977 h 198653"/>
                <a:gd name="connsiteX58" fmla="*/ 43234 w 200138"/>
                <a:gd name="connsiteY58" fmla="*/ 46187 h 198653"/>
                <a:gd name="connsiteX59" fmla="*/ 62217 w 200138"/>
                <a:gd name="connsiteY59" fmla="*/ 46187 h 198653"/>
                <a:gd name="connsiteX60" fmla="*/ 62217 w 200138"/>
                <a:gd name="connsiteY60" fmla="*/ 35852 h 198653"/>
                <a:gd name="connsiteX61" fmla="*/ 31004 w 200138"/>
                <a:gd name="connsiteY61" fmla="*/ 35852 h 198653"/>
                <a:gd name="connsiteX62" fmla="*/ 53149 w 200138"/>
                <a:gd name="connsiteY62" fmla="*/ 155210 h 198653"/>
                <a:gd name="connsiteX63" fmla="*/ 153743 w 200138"/>
                <a:gd name="connsiteY63" fmla="*/ 179680 h 198653"/>
                <a:gd name="connsiteX64" fmla="*/ 144246 w 200138"/>
                <a:gd name="connsiteY64" fmla="*/ 198653 h 198653"/>
                <a:gd name="connsiteX65" fmla="*/ 41548 w 200138"/>
                <a:gd name="connsiteY65" fmla="*/ 172298 h 198653"/>
                <a:gd name="connsiteX66" fmla="*/ 80772 w 200138"/>
                <a:gd name="connsiteY66" fmla="*/ 126749 h 198653"/>
                <a:gd name="connsiteX67" fmla="*/ 138979 w 200138"/>
                <a:gd name="connsiteY67" fmla="*/ 146361 h 198653"/>
                <a:gd name="connsiteX68" fmla="*/ 129273 w 200138"/>
                <a:gd name="connsiteY68" fmla="*/ 164078 h 198653"/>
                <a:gd name="connsiteX69" fmla="*/ 70228 w 200138"/>
                <a:gd name="connsiteY69" fmla="*/ 142989 h 198653"/>
                <a:gd name="connsiteX70" fmla="*/ 115148 w 200138"/>
                <a:gd name="connsiteY70" fmla="*/ 35852 h 198653"/>
                <a:gd name="connsiteX71" fmla="*/ 83515 w 200138"/>
                <a:gd name="connsiteY71" fmla="*/ 35852 h 198653"/>
                <a:gd name="connsiteX72" fmla="*/ 83515 w 200138"/>
                <a:gd name="connsiteY72" fmla="*/ 46187 h 198653"/>
                <a:gd name="connsiteX73" fmla="*/ 115148 w 200138"/>
                <a:gd name="connsiteY73" fmla="*/ 46187 h 198653"/>
                <a:gd name="connsiteX74" fmla="*/ 83515 w 200138"/>
                <a:gd name="connsiteY74" fmla="*/ 62636 h 198653"/>
                <a:gd name="connsiteX75" fmla="*/ 83515 w 200138"/>
                <a:gd name="connsiteY75" fmla="*/ 73809 h 198653"/>
                <a:gd name="connsiteX76" fmla="*/ 115148 w 200138"/>
                <a:gd name="connsiteY76" fmla="*/ 73809 h 198653"/>
                <a:gd name="connsiteX77" fmla="*/ 115148 w 200138"/>
                <a:gd name="connsiteY77" fmla="*/ 62636 h 198653"/>
                <a:gd name="connsiteX78" fmla="*/ 115148 w 200138"/>
                <a:gd name="connsiteY78" fmla="*/ 100803 h 198653"/>
                <a:gd name="connsiteX79" fmla="*/ 115148 w 200138"/>
                <a:gd name="connsiteY79" fmla="*/ 89421 h 198653"/>
                <a:gd name="connsiteX80" fmla="*/ 83515 w 200138"/>
                <a:gd name="connsiteY80" fmla="*/ 89421 h 198653"/>
                <a:gd name="connsiteX81" fmla="*/ 83515 w 200138"/>
                <a:gd name="connsiteY81" fmla="*/ 100803 h 198653"/>
                <a:gd name="connsiteX82" fmla="*/ 157324 w 200138"/>
                <a:gd name="connsiteY82" fmla="*/ 46187 h 198653"/>
                <a:gd name="connsiteX83" fmla="*/ 168497 w 200138"/>
                <a:gd name="connsiteY83" fmla="*/ 45977 h 198653"/>
                <a:gd name="connsiteX84" fmla="*/ 168497 w 200138"/>
                <a:gd name="connsiteY84" fmla="*/ 35852 h 198653"/>
                <a:gd name="connsiteX85" fmla="*/ 136446 w 200138"/>
                <a:gd name="connsiteY85" fmla="*/ 35852 h 198653"/>
                <a:gd name="connsiteX86" fmla="*/ 136446 w 200138"/>
                <a:gd name="connsiteY86" fmla="*/ 46187 h 198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200138" h="198653">
                  <a:moveTo>
                    <a:pt x="8020" y="58207"/>
                  </a:moveTo>
                  <a:cubicBezTo>
                    <a:pt x="8849" y="52978"/>
                    <a:pt x="9201" y="47682"/>
                    <a:pt x="9067" y="42396"/>
                  </a:cubicBezTo>
                  <a:lnTo>
                    <a:pt x="9067" y="31423"/>
                  </a:lnTo>
                  <a:cubicBezTo>
                    <a:pt x="9173" y="26137"/>
                    <a:pt x="8887" y="20850"/>
                    <a:pt x="8230" y="15612"/>
                  </a:cubicBezTo>
                  <a:cubicBezTo>
                    <a:pt x="15935" y="16440"/>
                    <a:pt x="23679" y="16793"/>
                    <a:pt x="31432" y="16659"/>
                  </a:cubicBezTo>
                  <a:lnTo>
                    <a:pt x="86468" y="16659"/>
                  </a:lnTo>
                  <a:lnTo>
                    <a:pt x="86468" y="13497"/>
                  </a:lnTo>
                  <a:cubicBezTo>
                    <a:pt x="86553" y="8982"/>
                    <a:pt x="86201" y="4458"/>
                    <a:pt x="85420" y="0"/>
                  </a:cubicBezTo>
                  <a:lnTo>
                    <a:pt x="111147" y="0"/>
                  </a:lnTo>
                  <a:cubicBezTo>
                    <a:pt x="110347" y="4382"/>
                    <a:pt x="109994" y="8839"/>
                    <a:pt x="110090" y="13287"/>
                  </a:cubicBezTo>
                  <a:lnTo>
                    <a:pt x="110090" y="16659"/>
                  </a:lnTo>
                  <a:lnTo>
                    <a:pt x="168297" y="16659"/>
                  </a:lnTo>
                  <a:cubicBezTo>
                    <a:pt x="176041" y="16802"/>
                    <a:pt x="183794" y="16450"/>
                    <a:pt x="191491" y="15612"/>
                  </a:cubicBezTo>
                  <a:cubicBezTo>
                    <a:pt x="190833" y="20850"/>
                    <a:pt x="190548" y="26137"/>
                    <a:pt x="190652" y="31423"/>
                  </a:cubicBezTo>
                  <a:lnTo>
                    <a:pt x="190652" y="42396"/>
                  </a:lnTo>
                  <a:cubicBezTo>
                    <a:pt x="190528" y="47682"/>
                    <a:pt x="190881" y="52978"/>
                    <a:pt x="191700" y="58207"/>
                  </a:cubicBezTo>
                  <a:lnTo>
                    <a:pt x="175889" y="58207"/>
                  </a:lnTo>
                  <a:lnTo>
                    <a:pt x="175889" y="63684"/>
                  </a:lnTo>
                  <a:cubicBezTo>
                    <a:pt x="169240" y="62827"/>
                    <a:pt x="162544" y="62475"/>
                    <a:pt x="155848" y="62636"/>
                  </a:cubicBezTo>
                  <a:lnTo>
                    <a:pt x="136446" y="62636"/>
                  </a:lnTo>
                  <a:lnTo>
                    <a:pt x="136446" y="73809"/>
                  </a:lnTo>
                  <a:lnTo>
                    <a:pt x="154581" y="73809"/>
                  </a:lnTo>
                  <a:cubicBezTo>
                    <a:pt x="160782" y="73990"/>
                    <a:pt x="166983" y="73705"/>
                    <a:pt x="173145" y="72971"/>
                  </a:cubicBezTo>
                  <a:lnTo>
                    <a:pt x="173145" y="90259"/>
                  </a:lnTo>
                  <a:cubicBezTo>
                    <a:pt x="166983" y="89545"/>
                    <a:pt x="160782" y="89259"/>
                    <a:pt x="154581" y="89421"/>
                  </a:cubicBezTo>
                  <a:lnTo>
                    <a:pt x="136446" y="89421"/>
                  </a:lnTo>
                  <a:lnTo>
                    <a:pt x="136446" y="100803"/>
                  </a:lnTo>
                  <a:lnTo>
                    <a:pt x="175041" y="100803"/>
                  </a:lnTo>
                  <a:cubicBezTo>
                    <a:pt x="181946" y="100975"/>
                    <a:pt x="188852" y="100622"/>
                    <a:pt x="195710" y="99755"/>
                  </a:cubicBezTo>
                  <a:lnTo>
                    <a:pt x="195710" y="120206"/>
                  </a:lnTo>
                  <a:cubicBezTo>
                    <a:pt x="188871" y="119167"/>
                    <a:pt x="181956" y="118739"/>
                    <a:pt x="175041" y="118939"/>
                  </a:cubicBezTo>
                  <a:lnTo>
                    <a:pt x="145732" y="118939"/>
                  </a:lnTo>
                  <a:cubicBezTo>
                    <a:pt x="159229" y="134122"/>
                    <a:pt x="172726" y="141932"/>
                    <a:pt x="200139" y="150362"/>
                  </a:cubicBezTo>
                  <a:cubicBezTo>
                    <a:pt x="195081" y="156591"/>
                    <a:pt x="191024" y="163563"/>
                    <a:pt x="188119" y="171031"/>
                  </a:cubicBezTo>
                  <a:cubicBezTo>
                    <a:pt x="169002" y="163659"/>
                    <a:pt x="151466" y="152705"/>
                    <a:pt x="136446" y="138770"/>
                  </a:cubicBezTo>
                  <a:cubicBezTo>
                    <a:pt x="130235" y="132740"/>
                    <a:pt x="124653" y="126102"/>
                    <a:pt x="119786" y="118939"/>
                  </a:cubicBezTo>
                  <a:lnTo>
                    <a:pt x="79086" y="118939"/>
                  </a:lnTo>
                  <a:cubicBezTo>
                    <a:pt x="74114" y="126330"/>
                    <a:pt x="68389" y="133188"/>
                    <a:pt x="62008" y="139398"/>
                  </a:cubicBezTo>
                  <a:cubicBezTo>
                    <a:pt x="47892" y="153467"/>
                    <a:pt x="31118" y="164573"/>
                    <a:pt x="12659" y="172088"/>
                  </a:cubicBezTo>
                  <a:cubicBezTo>
                    <a:pt x="9334" y="165011"/>
                    <a:pt x="5076" y="158410"/>
                    <a:pt x="0" y="152476"/>
                  </a:cubicBezTo>
                  <a:cubicBezTo>
                    <a:pt x="13582" y="148352"/>
                    <a:pt x="26346" y="141932"/>
                    <a:pt x="37757" y="133493"/>
                  </a:cubicBezTo>
                  <a:cubicBezTo>
                    <a:pt x="43424" y="129473"/>
                    <a:pt x="48416" y="124559"/>
                    <a:pt x="52521" y="118939"/>
                  </a:cubicBezTo>
                  <a:lnTo>
                    <a:pt x="24889" y="118939"/>
                  </a:lnTo>
                  <a:cubicBezTo>
                    <a:pt x="17973" y="118748"/>
                    <a:pt x="11059" y="119167"/>
                    <a:pt x="4220" y="120206"/>
                  </a:cubicBezTo>
                  <a:lnTo>
                    <a:pt x="4220" y="99755"/>
                  </a:lnTo>
                  <a:cubicBezTo>
                    <a:pt x="11077" y="100613"/>
                    <a:pt x="17983" y="100965"/>
                    <a:pt x="24889" y="100803"/>
                  </a:cubicBezTo>
                  <a:lnTo>
                    <a:pt x="62217" y="100803"/>
                  </a:lnTo>
                  <a:lnTo>
                    <a:pt x="62217" y="89421"/>
                  </a:lnTo>
                  <a:lnTo>
                    <a:pt x="45348" y="89421"/>
                  </a:lnTo>
                  <a:cubicBezTo>
                    <a:pt x="39071" y="89259"/>
                    <a:pt x="32804" y="89545"/>
                    <a:pt x="26575" y="90259"/>
                  </a:cubicBezTo>
                  <a:lnTo>
                    <a:pt x="26575" y="72971"/>
                  </a:lnTo>
                  <a:cubicBezTo>
                    <a:pt x="32804" y="73705"/>
                    <a:pt x="39071" y="73981"/>
                    <a:pt x="45348" y="73809"/>
                  </a:cubicBezTo>
                  <a:lnTo>
                    <a:pt x="62217" y="73809"/>
                  </a:lnTo>
                  <a:lnTo>
                    <a:pt x="62217" y="62636"/>
                  </a:lnTo>
                  <a:lnTo>
                    <a:pt x="44710" y="62636"/>
                  </a:lnTo>
                  <a:cubicBezTo>
                    <a:pt x="37948" y="62475"/>
                    <a:pt x="31175" y="62827"/>
                    <a:pt x="24460" y="63684"/>
                  </a:cubicBezTo>
                  <a:lnTo>
                    <a:pt x="24460" y="58207"/>
                  </a:lnTo>
                  <a:close/>
                  <a:moveTo>
                    <a:pt x="31004" y="45977"/>
                  </a:moveTo>
                  <a:cubicBezTo>
                    <a:pt x="34594" y="46187"/>
                    <a:pt x="37538" y="46187"/>
                    <a:pt x="43234" y="46187"/>
                  </a:cubicBezTo>
                  <a:lnTo>
                    <a:pt x="62217" y="46187"/>
                  </a:lnTo>
                  <a:lnTo>
                    <a:pt x="62217" y="35852"/>
                  </a:lnTo>
                  <a:lnTo>
                    <a:pt x="31004" y="35852"/>
                  </a:lnTo>
                  <a:close/>
                  <a:moveTo>
                    <a:pt x="53149" y="155210"/>
                  </a:moveTo>
                  <a:cubicBezTo>
                    <a:pt x="87382" y="160144"/>
                    <a:pt x="121062" y="168335"/>
                    <a:pt x="153743" y="179680"/>
                  </a:cubicBezTo>
                  <a:lnTo>
                    <a:pt x="144246" y="198653"/>
                  </a:lnTo>
                  <a:cubicBezTo>
                    <a:pt x="111023" y="186338"/>
                    <a:pt x="76600" y="177508"/>
                    <a:pt x="41548" y="172298"/>
                  </a:cubicBezTo>
                  <a:close/>
                  <a:moveTo>
                    <a:pt x="80772" y="126749"/>
                  </a:moveTo>
                  <a:cubicBezTo>
                    <a:pt x="100774" y="131359"/>
                    <a:pt x="120262" y="137932"/>
                    <a:pt x="138979" y="146361"/>
                  </a:cubicBezTo>
                  <a:lnTo>
                    <a:pt x="129273" y="164078"/>
                  </a:lnTo>
                  <a:cubicBezTo>
                    <a:pt x="110566" y="154572"/>
                    <a:pt x="90725" y="147485"/>
                    <a:pt x="70228" y="142989"/>
                  </a:cubicBezTo>
                  <a:close/>
                  <a:moveTo>
                    <a:pt x="115148" y="35852"/>
                  </a:moveTo>
                  <a:lnTo>
                    <a:pt x="83515" y="35852"/>
                  </a:lnTo>
                  <a:lnTo>
                    <a:pt x="83515" y="46187"/>
                  </a:lnTo>
                  <a:lnTo>
                    <a:pt x="115148" y="46187"/>
                  </a:lnTo>
                  <a:close/>
                  <a:moveTo>
                    <a:pt x="83515" y="62636"/>
                  </a:moveTo>
                  <a:lnTo>
                    <a:pt x="83515" y="73809"/>
                  </a:lnTo>
                  <a:lnTo>
                    <a:pt x="115148" y="73809"/>
                  </a:lnTo>
                  <a:lnTo>
                    <a:pt x="115148" y="62636"/>
                  </a:lnTo>
                  <a:close/>
                  <a:moveTo>
                    <a:pt x="115148" y="100803"/>
                  </a:moveTo>
                  <a:lnTo>
                    <a:pt x="115148" y="89421"/>
                  </a:lnTo>
                  <a:lnTo>
                    <a:pt x="83515" y="89421"/>
                  </a:lnTo>
                  <a:lnTo>
                    <a:pt x="83515" y="100803"/>
                  </a:lnTo>
                  <a:close/>
                  <a:moveTo>
                    <a:pt x="157324" y="46187"/>
                  </a:moveTo>
                  <a:cubicBezTo>
                    <a:pt x="162592" y="46187"/>
                    <a:pt x="164706" y="46187"/>
                    <a:pt x="168497" y="45977"/>
                  </a:cubicBezTo>
                  <a:lnTo>
                    <a:pt x="168497" y="35852"/>
                  </a:lnTo>
                  <a:lnTo>
                    <a:pt x="136446" y="35852"/>
                  </a:lnTo>
                  <a:lnTo>
                    <a:pt x="136446" y="4618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39" name="フリーフォーム: 図形 438">
              <a:extLst>
                <a:ext uri="{FF2B5EF4-FFF2-40B4-BE49-F238E27FC236}">
                  <a16:creationId xmlns:a16="http://schemas.microsoft.com/office/drawing/2014/main" id="{FA9236A6-37C4-71BB-5C51-EB2F2A2C9304}"/>
                </a:ext>
              </a:extLst>
            </p:cNvPr>
            <p:cNvSpPr/>
            <p:nvPr/>
          </p:nvSpPr>
          <p:spPr>
            <a:xfrm>
              <a:off x="7854343" y="2768364"/>
              <a:ext cx="192957" cy="192328"/>
            </a:xfrm>
            <a:custGeom>
              <a:avLst/>
              <a:gdLst>
                <a:gd name="connsiteX0" fmla="*/ 160268 w 192957"/>
                <a:gd name="connsiteY0" fmla="*/ 58417 h 192328"/>
                <a:gd name="connsiteX1" fmla="*/ 179251 w 192957"/>
                <a:gd name="connsiteY1" fmla="*/ 57369 h 192328"/>
                <a:gd name="connsiteX2" fmla="*/ 178403 w 192957"/>
                <a:gd name="connsiteY2" fmla="*/ 73181 h 192328"/>
                <a:gd name="connsiteX3" fmla="*/ 178403 w 192957"/>
                <a:gd name="connsiteY3" fmla="*/ 112195 h 192328"/>
                <a:gd name="connsiteX4" fmla="*/ 179251 w 192957"/>
                <a:gd name="connsiteY4" fmla="*/ 128016 h 192328"/>
                <a:gd name="connsiteX5" fmla="*/ 160696 w 192957"/>
                <a:gd name="connsiteY5" fmla="*/ 127168 h 192328"/>
                <a:gd name="connsiteX6" fmla="*/ 49759 w 192957"/>
                <a:gd name="connsiteY6" fmla="*/ 127168 h 192328"/>
                <a:gd name="connsiteX7" fmla="*/ 49759 w 192957"/>
                <a:gd name="connsiteY7" fmla="*/ 160696 h 192328"/>
                <a:gd name="connsiteX8" fmla="*/ 57778 w 192957"/>
                <a:gd name="connsiteY8" fmla="*/ 169345 h 192328"/>
                <a:gd name="connsiteX9" fmla="*/ 109023 w 192957"/>
                <a:gd name="connsiteY9" fmla="*/ 171031 h 192328"/>
                <a:gd name="connsiteX10" fmla="*/ 163439 w 192957"/>
                <a:gd name="connsiteY10" fmla="*/ 166602 h 192328"/>
                <a:gd name="connsiteX11" fmla="*/ 168697 w 192957"/>
                <a:gd name="connsiteY11" fmla="*/ 137713 h 192328"/>
                <a:gd name="connsiteX12" fmla="*/ 192957 w 192957"/>
                <a:gd name="connsiteY12" fmla="*/ 145723 h 192328"/>
                <a:gd name="connsiteX13" fmla="*/ 177355 w 192957"/>
                <a:gd name="connsiteY13" fmla="*/ 186642 h 192328"/>
                <a:gd name="connsiteX14" fmla="*/ 109651 w 192957"/>
                <a:gd name="connsiteY14" fmla="*/ 192329 h 192328"/>
                <a:gd name="connsiteX15" fmla="*/ 39643 w 192957"/>
                <a:gd name="connsiteY15" fmla="*/ 188119 h 192328"/>
                <a:gd name="connsiteX16" fmla="*/ 26355 w 192957"/>
                <a:gd name="connsiteY16" fmla="*/ 167659 h 192328"/>
                <a:gd name="connsiteX17" fmla="*/ 26355 w 192957"/>
                <a:gd name="connsiteY17" fmla="*/ 76552 h 192328"/>
                <a:gd name="connsiteX18" fmla="*/ 12649 w 192957"/>
                <a:gd name="connsiteY18" fmla="*/ 85830 h 192328"/>
                <a:gd name="connsiteX19" fmla="*/ 0 w 192957"/>
                <a:gd name="connsiteY19" fmla="*/ 65799 h 192328"/>
                <a:gd name="connsiteX20" fmla="*/ 48710 w 192957"/>
                <a:gd name="connsiteY20" fmla="*/ 23832 h 192328"/>
                <a:gd name="connsiteX21" fmla="*/ 62417 w 192957"/>
                <a:gd name="connsiteY21" fmla="*/ 0 h 192328"/>
                <a:gd name="connsiteX22" fmla="*/ 88144 w 192957"/>
                <a:gd name="connsiteY22" fmla="*/ 4639 h 192328"/>
                <a:gd name="connsiteX23" fmla="*/ 83505 w 192957"/>
                <a:gd name="connsiteY23" fmla="*/ 11811 h 192328"/>
                <a:gd name="connsiteX24" fmla="*/ 80763 w 192957"/>
                <a:gd name="connsiteY24" fmla="*/ 16450 h 192328"/>
                <a:gd name="connsiteX25" fmla="*/ 115557 w 192957"/>
                <a:gd name="connsiteY25" fmla="*/ 16450 h 192328"/>
                <a:gd name="connsiteX26" fmla="*/ 136227 w 192957"/>
                <a:gd name="connsiteY26" fmla="*/ 15183 h 192328"/>
                <a:gd name="connsiteX27" fmla="*/ 150143 w 192957"/>
                <a:gd name="connsiteY27" fmla="*/ 26575 h 192328"/>
                <a:gd name="connsiteX28" fmla="*/ 141703 w 192957"/>
                <a:gd name="connsiteY28" fmla="*/ 36700 h 192328"/>
                <a:gd name="connsiteX29" fmla="*/ 123577 w 192957"/>
                <a:gd name="connsiteY29" fmla="*/ 58417 h 192328"/>
                <a:gd name="connsiteX30" fmla="*/ 94888 w 192957"/>
                <a:gd name="connsiteY30" fmla="*/ 58417 h 192328"/>
                <a:gd name="connsiteX31" fmla="*/ 114709 w 192957"/>
                <a:gd name="connsiteY31" fmla="*/ 36062 h 192328"/>
                <a:gd name="connsiteX32" fmla="*/ 67475 w 192957"/>
                <a:gd name="connsiteY32" fmla="*/ 36062 h 192328"/>
                <a:gd name="connsiteX33" fmla="*/ 47444 w 192957"/>
                <a:gd name="connsiteY33" fmla="*/ 58417 h 192328"/>
                <a:gd name="connsiteX34" fmla="*/ 89621 w 192957"/>
                <a:gd name="connsiteY34" fmla="*/ 78877 h 192328"/>
                <a:gd name="connsiteX35" fmla="*/ 49759 w 192957"/>
                <a:gd name="connsiteY35" fmla="*/ 78877 h 192328"/>
                <a:gd name="connsiteX36" fmla="*/ 49759 w 192957"/>
                <a:gd name="connsiteY36" fmla="*/ 106928 h 192328"/>
                <a:gd name="connsiteX37" fmla="*/ 89621 w 192957"/>
                <a:gd name="connsiteY37" fmla="*/ 106928 h 192328"/>
                <a:gd name="connsiteX38" fmla="*/ 111137 w 192957"/>
                <a:gd name="connsiteY38" fmla="*/ 106928 h 192328"/>
                <a:gd name="connsiteX39" fmla="*/ 155419 w 192957"/>
                <a:gd name="connsiteY39" fmla="*/ 106928 h 192328"/>
                <a:gd name="connsiteX40" fmla="*/ 155419 w 192957"/>
                <a:gd name="connsiteY40" fmla="*/ 78877 h 192328"/>
                <a:gd name="connsiteX41" fmla="*/ 111137 w 192957"/>
                <a:gd name="connsiteY41" fmla="*/ 78877 h 19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92957" h="192328">
                  <a:moveTo>
                    <a:pt x="160268" y="58417"/>
                  </a:moveTo>
                  <a:cubicBezTo>
                    <a:pt x="166611" y="58522"/>
                    <a:pt x="172955" y="58169"/>
                    <a:pt x="179251" y="57369"/>
                  </a:cubicBezTo>
                  <a:cubicBezTo>
                    <a:pt x="178612" y="62608"/>
                    <a:pt x="178327" y="67894"/>
                    <a:pt x="178403" y="73181"/>
                  </a:cubicBezTo>
                  <a:lnTo>
                    <a:pt x="178403" y="112195"/>
                  </a:lnTo>
                  <a:cubicBezTo>
                    <a:pt x="178346" y="117481"/>
                    <a:pt x="178632" y="122758"/>
                    <a:pt x="179251" y="128016"/>
                  </a:cubicBezTo>
                  <a:cubicBezTo>
                    <a:pt x="171859" y="127378"/>
                    <a:pt x="166382" y="127168"/>
                    <a:pt x="160696" y="127168"/>
                  </a:cubicBezTo>
                  <a:lnTo>
                    <a:pt x="49759" y="127168"/>
                  </a:lnTo>
                  <a:lnTo>
                    <a:pt x="49759" y="160696"/>
                  </a:lnTo>
                  <a:cubicBezTo>
                    <a:pt x="49759" y="166602"/>
                    <a:pt x="51454" y="168297"/>
                    <a:pt x="57778" y="169345"/>
                  </a:cubicBezTo>
                  <a:cubicBezTo>
                    <a:pt x="74800" y="171031"/>
                    <a:pt x="91926" y="171602"/>
                    <a:pt x="109023" y="171031"/>
                  </a:cubicBezTo>
                  <a:cubicBezTo>
                    <a:pt x="143608" y="171031"/>
                    <a:pt x="159001" y="169764"/>
                    <a:pt x="163439" y="166602"/>
                  </a:cubicBezTo>
                  <a:cubicBezTo>
                    <a:pt x="167021" y="164078"/>
                    <a:pt x="168497" y="155848"/>
                    <a:pt x="168697" y="137713"/>
                  </a:cubicBezTo>
                  <a:cubicBezTo>
                    <a:pt x="176317" y="141637"/>
                    <a:pt x="184509" y="144342"/>
                    <a:pt x="192957" y="145723"/>
                  </a:cubicBezTo>
                  <a:cubicBezTo>
                    <a:pt x="190852" y="173984"/>
                    <a:pt x="187690" y="182423"/>
                    <a:pt x="177355" y="186642"/>
                  </a:cubicBezTo>
                  <a:cubicBezTo>
                    <a:pt x="167649" y="190862"/>
                    <a:pt x="149094" y="192329"/>
                    <a:pt x="109651" y="192329"/>
                  </a:cubicBezTo>
                  <a:cubicBezTo>
                    <a:pt x="71275" y="192329"/>
                    <a:pt x="50187" y="191071"/>
                    <a:pt x="39643" y="188119"/>
                  </a:cubicBezTo>
                  <a:cubicBezTo>
                    <a:pt x="29518" y="185166"/>
                    <a:pt x="26355" y="180308"/>
                    <a:pt x="26355" y="167659"/>
                  </a:cubicBezTo>
                  <a:lnTo>
                    <a:pt x="26355" y="76552"/>
                  </a:lnTo>
                  <a:cubicBezTo>
                    <a:pt x="22136" y="79715"/>
                    <a:pt x="19402" y="81610"/>
                    <a:pt x="12649" y="85830"/>
                  </a:cubicBezTo>
                  <a:cubicBezTo>
                    <a:pt x="9906" y="78334"/>
                    <a:pt x="5591" y="71504"/>
                    <a:pt x="0" y="65799"/>
                  </a:cubicBezTo>
                  <a:cubicBezTo>
                    <a:pt x="19135" y="55578"/>
                    <a:pt x="35766" y="41243"/>
                    <a:pt x="48710" y="23832"/>
                  </a:cubicBezTo>
                  <a:cubicBezTo>
                    <a:pt x="54740" y="16821"/>
                    <a:pt x="59398" y="8734"/>
                    <a:pt x="62417" y="0"/>
                  </a:cubicBezTo>
                  <a:lnTo>
                    <a:pt x="88144" y="4639"/>
                  </a:lnTo>
                  <a:cubicBezTo>
                    <a:pt x="86668" y="6753"/>
                    <a:pt x="86039" y="7591"/>
                    <a:pt x="83505" y="11811"/>
                  </a:cubicBezTo>
                  <a:cubicBezTo>
                    <a:pt x="82677" y="13411"/>
                    <a:pt x="81762" y="14954"/>
                    <a:pt x="80763" y="16450"/>
                  </a:cubicBezTo>
                  <a:lnTo>
                    <a:pt x="115557" y="16450"/>
                  </a:lnTo>
                  <a:cubicBezTo>
                    <a:pt x="122472" y="16983"/>
                    <a:pt x="129425" y="16555"/>
                    <a:pt x="136227" y="15183"/>
                  </a:cubicBezTo>
                  <a:lnTo>
                    <a:pt x="150143" y="26575"/>
                  </a:lnTo>
                  <a:cubicBezTo>
                    <a:pt x="147085" y="29737"/>
                    <a:pt x="144266" y="33118"/>
                    <a:pt x="141703" y="36700"/>
                  </a:cubicBezTo>
                  <a:cubicBezTo>
                    <a:pt x="135169" y="44920"/>
                    <a:pt x="128006" y="53569"/>
                    <a:pt x="123577" y="58417"/>
                  </a:cubicBezTo>
                  <a:close/>
                  <a:moveTo>
                    <a:pt x="94888" y="58417"/>
                  </a:moveTo>
                  <a:cubicBezTo>
                    <a:pt x="102175" y="51597"/>
                    <a:pt x="108813" y="44110"/>
                    <a:pt x="114709" y="36062"/>
                  </a:cubicBezTo>
                  <a:lnTo>
                    <a:pt x="67475" y="36062"/>
                  </a:lnTo>
                  <a:cubicBezTo>
                    <a:pt x="61665" y="44244"/>
                    <a:pt x="54940" y="51749"/>
                    <a:pt x="47444" y="58417"/>
                  </a:cubicBezTo>
                  <a:close/>
                  <a:moveTo>
                    <a:pt x="89621" y="78877"/>
                  </a:moveTo>
                  <a:lnTo>
                    <a:pt x="49759" y="78877"/>
                  </a:lnTo>
                  <a:lnTo>
                    <a:pt x="49759" y="106928"/>
                  </a:lnTo>
                  <a:lnTo>
                    <a:pt x="89621" y="106928"/>
                  </a:lnTo>
                  <a:close/>
                  <a:moveTo>
                    <a:pt x="111137" y="106928"/>
                  </a:moveTo>
                  <a:lnTo>
                    <a:pt x="155419" y="106928"/>
                  </a:lnTo>
                  <a:lnTo>
                    <a:pt x="155419" y="78877"/>
                  </a:lnTo>
                  <a:lnTo>
                    <a:pt x="111137" y="7887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40" name="フリーフォーム: 図形 439">
              <a:extLst>
                <a:ext uri="{FF2B5EF4-FFF2-40B4-BE49-F238E27FC236}">
                  <a16:creationId xmlns:a16="http://schemas.microsoft.com/office/drawing/2014/main" id="{B864B301-18F4-D315-1564-A0C7C05D1217}"/>
                </a:ext>
              </a:extLst>
            </p:cNvPr>
            <p:cNvSpPr/>
            <p:nvPr/>
          </p:nvSpPr>
          <p:spPr>
            <a:xfrm>
              <a:off x="8068350" y="2768793"/>
              <a:ext cx="194862" cy="196538"/>
            </a:xfrm>
            <a:custGeom>
              <a:avLst/>
              <a:gdLst>
                <a:gd name="connsiteX0" fmla="*/ 68123 w 194862"/>
                <a:gd name="connsiteY0" fmla="*/ 141084 h 196538"/>
                <a:gd name="connsiteX1" fmla="*/ 15812 w 194862"/>
                <a:gd name="connsiteY1" fmla="*/ 190643 h 196538"/>
                <a:gd name="connsiteX2" fmla="*/ 0 w 194862"/>
                <a:gd name="connsiteY2" fmla="*/ 171450 h 196538"/>
                <a:gd name="connsiteX3" fmla="*/ 49349 w 194862"/>
                <a:gd name="connsiteY3" fmla="*/ 129483 h 196538"/>
                <a:gd name="connsiteX4" fmla="*/ 74029 w 194862"/>
                <a:gd name="connsiteY4" fmla="*/ 98269 h 196538"/>
                <a:gd name="connsiteX5" fmla="*/ 23622 w 194862"/>
                <a:gd name="connsiteY5" fmla="*/ 61360 h 196538"/>
                <a:gd name="connsiteX6" fmla="*/ 40491 w 194862"/>
                <a:gd name="connsiteY6" fmla="*/ 46606 h 196538"/>
                <a:gd name="connsiteX7" fmla="*/ 55674 w 194862"/>
                <a:gd name="connsiteY7" fmla="*/ 56940 h 196538"/>
                <a:gd name="connsiteX8" fmla="*/ 75076 w 194862"/>
                <a:gd name="connsiteY8" fmla="*/ 33109 h 196538"/>
                <a:gd name="connsiteX9" fmla="*/ 17298 w 194862"/>
                <a:gd name="connsiteY9" fmla="*/ 35424 h 196538"/>
                <a:gd name="connsiteX10" fmla="*/ 9487 w 194862"/>
                <a:gd name="connsiteY10" fmla="*/ 14335 h 196538"/>
                <a:gd name="connsiteX11" fmla="*/ 22775 w 194862"/>
                <a:gd name="connsiteY11" fmla="*/ 14545 h 196538"/>
                <a:gd name="connsiteX12" fmla="*/ 136865 w 194862"/>
                <a:gd name="connsiteY12" fmla="*/ 6325 h 196538"/>
                <a:gd name="connsiteX13" fmla="*/ 160277 w 194862"/>
                <a:gd name="connsiteY13" fmla="*/ 0 h 196538"/>
                <a:gd name="connsiteX14" fmla="*/ 174832 w 194862"/>
                <a:gd name="connsiteY14" fmla="*/ 21298 h 196538"/>
                <a:gd name="connsiteX15" fmla="*/ 160277 w 194862"/>
                <a:gd name="connsiteY15" fmla="*/ 23622 h 196538"/>
                <a:gd name="connsiteX16" fmla="*/ 104185 w 194862"/>
                <a:gd name="connsiteY16" fmla="*/ 31204 h 196538"/>
                <a:gd name="connsiteX17" fmla="*/ 72333 w 194862"/>
                <a:gd name="connsiteY17" fmla="*/ 68961 h 196538"/>
                <a:gd name="connsiteX18" fmla="*/ 90259 w 194862"/>
                <a:gd name="connsiteY18" fmla="*/ 83506 h 196538"/>
                <a:gd name="connsiteX19" fmla="*/ 129912 w 194862"/>
                <a:gd name="connsiteY19" fmla="*/ 38167 h 196538"/>
                <a:gd name="connsiteX20" fmla="*/ 151629 w 194862"/>
                <a:gd name="connsiteY20" fmla="*/ 49559 h 196538"/>
                <a:gd name="connsiteX21" fmla="*/ 148467 w 194862"/>
                <a:gd name="connsiteY21" fmla="*/ 52721 h 196538"/>
                <a:gd name="connsiteX22" fmla="*/ 145942 w 194862"/>
                <a:gd name="connsiteY22" fmla="*/ 55464 h 196538"/>
                <a:gd name="connsiteX23" fmla="*/ 139618 w 194862"/>
                <a:gd name="connsiteY23" fmla="*/ 61998 h 196538"/>
                <a:gd name="connsiteX24" fmla="*/ 100594 w 194862"/>
                <a:gd name="connsiteY24" fmla="*/ 101222 h 196538"/>
                <a:gd name="connsiteX25" fmla="*/ 151209 w 194862"/>
                <a:gd name="connsiteY25" fmla="*/ 98689 h 196538"/>
                <a:gd name="connsiteX26" fmla="*/ 138551 w 194862"/>
                <a:gd name="connsiteY26" fmla="*/ 83725 h 196538"/>
                <a:gd name="connsiteX27" fmla="*/ 156696 w 194862"/>
                <a:gd name="connsiteY27" fmla="*/ 73171 h 196538"/>
                <a:gd name="connsiteX28" fmla="*/ 194863 w 194862"/>
                <a:gd name="connsiteY28" fmla="*/ 123577 h 196538"/>
                <a:gd name="connsiteX29" fmla="*/ 175251 w 194862"/>
                <a:gd name="connsiteY29" fmla="*/ 136017 h 196538"/>
                <a:gd name="connsiteX30" fmla="*/ 164706 w 194862"/>
                <a:gd name="connsiteY30" fmla="*/ 118300 h 196538"/>
                <a:gd name="connsiteX31" fmla="*/ 159220 w 194862"/>
                <a:gd name="connsiteY31" fmla="*/ 118729 h 196538"/>
                <a:gd name="connsiteX32" fmla="*/ 107128 w 194862"/>
                <a:gd name="connsiteY32" fmla="*/ 122101 h 196538"/>
                <a:gd name="connsiteX33" fmla="*/ 107128 w 194862"/>
                <a:gd name="connsiteY33" fmla="*/ 175241 h 196538"/>
                <a:gd name="connsiteX34" fmla="*/ 108395 w 194862"/>
                <a:gd name="connsiteY34" fmla="*/ 196539 h 196538"/>
                <a:gd name="connsiteX35" fmla="*/ 82468 w 194862"/>
                <a:gd name="connsiteY35" fmla="*/ 196539 h 196538"/>
                <a:gd name="connsiteX36" fmla="*/ 83725 w 194862"/>
                <a:gd name="connsiteY36" fmla="*/ 175241 h 196538"/>
                <a:gd name="connsiteX37" fmla="*/ 83725 w 194862"/>
                <a:gd name="connsiteY37" fmla="*/ 122949 h 196538"/>
                <a:gd name="connsiteX38" fmla="*/ 23832 w 194862"/>
                <a:gd name="connsiteY38" fmla="*/ 125263 h 196538"/>
                <a:gd name="connsiteX39" fmla="*/ 8230 w 194862"/>
                <a:gd name="connsiteY39" fmla="*/ 126530 h 196538"/>
                <a:gd name="connsiteX40" fmla="*/ 6115 w 194862"/>
                <a:gd name="connsiteY40" fmla="*/ 101013 h 196538"/>
                <a:gd name="connsiteX41" fmla="*/ 29109 w 194862"/>
                <a:gd name="connsiteY41" fmla="*/ 102060 h 196538"/>
                <a:gd name="connsiteX42" fmla="*/ 70228 w 194862"/>
                <a:gd name="connsiteY42" fmla="*/ 101641 h 196538"/>
                <a:gd name="connsiteX43" fmla="*/ 74029 w 194862"/>
                <a:gd name="connsiteY43" fmla="*/ 98479 h 196538"/>
                <a:gd name="connsiteX44" fmla="*/ 141513 w 194862"/>
                <a:gd name="connsiteY44" fmla="*/ 128635 h 196538"/>
                <a:gd name="connsiteX45" fmla="*/ 171241 w 194862"/>
                <a:gd name="connsiteY45" fmla="*/ 158163 h 196538"/>
                <a:gd name="connsiteX46" fmla="*/ 192757 w 194862"/>
                <a:gd name="connsiteY46" fmla="*/ 171450 h 196538"/>
                <a:gd name="connsiteX47" fmla="*/ 176946 w 194862"/>
                <a:gd name="connsiteY47" fmla="*/ 191272 h 196538"/>
                <a:gd name="connsiteX48" fmla="*/ 122740 w 194862"/>
                <a:gd name="connsiteY48" fmla="*/ 140027 h 196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94862" h="196538">
                  <a:moveTo>
                    <a:pt x="68123" y="141084"/>
                  </a:moveTo>
                  <a:cubicBezTo>
                    <a:pt x="54616" y="161306"/>
                    <a:pt x="36748" y="178251"/>
                    <a:pt x="15812" y="190643"/>
                  </a:cubicBezTo>
                  <a:cubicBezTo>
                    <a:pt x="11487" y="183518"/>
                    <a:pt x="6163" y="177060"/>
                    <a:pt x="0" y="171450"/>
                  </a:cubicBezTo>
                  <a:cubicBezTo>
                    <a:pt x="20022" y="162306"/>
                    <a:pt x="37109" y="147771"/>
                    <a:pt x="49349" y="129483"/>
                  </a:cubicBezTo>
                  <a:close/>
                  <a:moveTo>
                    <a:pt x="74029" y="98269"/>
                  </a:moveTo>
                  <a:cubicBezTo>
                    <a:pt x="58360" y="84487"/>
                    <a:pt x="41491" y="72133"/>
                    <a:pt x="23622" y="61360"/>
                  </a:cubicBezTo>
                  <a:lnTo>
                    <a:pt x="40491" y="46606"/>
                  </a:lnTo>
                  <a:cubicBezTo>
                    <a:pt x="44072" y="48920"/>
                    <a:pt x="48930" y="52511"/>
                    <a:pt x="55674" y="56940"/>
                  </a:cubicBezTo>
                  <a:cubicBezTo>
                    <a:pt x="62779" y="49540"/>
                    <a:pt x="69275" y="41567"/>
                    <a:pt x="75076" y="33109"/>
                  </a:cubicBezTo>
                  <a:cubicBezTo>
                    <a:pt x="39644" y="34795"/>
                    <a:pt x="39644" y="34795"/>
                    <a:pt x="17298" y="35424"/>
                  </a:cubicBezTo>
                  <a:cubicBezTo>
                    <a:pt x="15726" y="28061"/>
                    <a:pt x="13097" y="20955"/>
                    <a:pt x="9487" y="14335"/>
                  </a:cubicBezTo>
                  <a:cubicBezTo>
                    <a:pt x="15393" y="14545"/>
                    <a:pt x="19821" y="14545"/>
                    <a:pt x="22775" y="14545"/>
                  </a:cubicBezTo>
                  <a:cubicBezTo>
                    <a:pt x="60960" y="14745"/>
                    <a:pt x="99108" y="11992"/>
                    <a:pt x="136865" y="6325"/>
                  </a:cubicBezTo>
                  <a:cubicBezTo>
                    <a:pt x="144856" y="4982"/>
                    <a:pt x="152705" y="2858"/>
                    <a:pt x="160277" y="0"/>
                  </a:cubicBezTo>
                  <a:lnTo>
                    <a:pt x="174832" y="21298"/>
                  </a:lnTo>
                  <a:cubicBezTo>
                    <a:pt x="171241" y="21717"/>
                    <a:pt x="171241" y="21717"/>
                    <a:pt x="160277" y="23622"/>
                  </a:cubicBezTo>
                  <a:cubicBezTo>
                    <a:pt x="146781" y="26146"/>
                    <a:pt x="119996" y="29737"/>
                    <a:pt x="104185" y="31204"/>
                  </a:cubicBezTo>
                  <a:cubicBezTo>
                    <a:pt x="94602" y="44625"/>
                    <a:pt x="83954" y="57255"/>
                    <a:pt x="72333" y="68961"/>
                  </a:cubicBezTo>
                  <a:cubicBezTo>
                    <a:pt x="79715" y="74647"/>
                    <a:pt x="82668" y="76972"/>
                    <a:pt x="90259" y="83506"/>
                  </a:cubicBezTo>
                  <a:cubicBezTo>
                    <a:pt x="105499" y="70285"/>
                    <a:pt x="118834" y="55026"/>
                    <a:pt x="129912" y="38167"/>
                  </a:cubicBezTo>
                  <a:lnTo>
                    <a:pt x="151629" y="49559"/>
                  </a:lnTo>
                  <a:cubicBezTo>
                    <a:pt x="150781" y="50397"/>
                    <a:pt x="150781" y="50397"/>
                    <a:pt x="148467" y="52721"/>
                  </a:cubicBezTo>
                  <a:cubicBezTo>
                    <a:pt x="148257" y="52930"/>
                    <a:pt x="147419" y="53988"/>
                    <a:pt x="145942" y="55464"/>
                  </a:cubicBezTo>
                  <a:cubicBezTo>
                    <a:pt x="144875" y="56302"/>
                    <a:pt x="142780" y="58626"/>
                    <a:pt x="139618" y="61998"/>
                  </a:cubicBezTo>
                  <a:cubicBezTo>
                    <a:pt x="130540" y="72123"/>
                    <a:pt x="110928" y="91735"/>
                    <a:pt x="100594" y="101222"/>
                  </a:cubicBezTo>
                  <a:cubicBezTo>
                    <a:pt x="133493" y="100165"/>
                    <a:pt x="133493" y="100165"/>
                    <a:pt x="151209" y="98689"/>
                  </a:cubicBezTo>
                  <a:cubicBezTo>
                    <a:pt x="147837" y="94469"/>
                    <a:pt x="145304" y="91516"/>
                    <a:pt x="138551" y="83725"/>
                  </a:cubicBezTo>
                  <a:lnTo>
                    <a:pt x="156696" y="73171"/>
                  </a:lnTo>
                  <a:cubicBezTo>
                    <a:pt x="171050" y="88678"/>
                    <a:pt x="183833" y="105556"/>
                    <a:pt x="194863" y="123577"/>
                  </a:cubicBezTo>
                  <a:lnTo>
                    <a:pt x="175251" y="136017"/>
                  </a:lnTo>
                  <a:cubicBezTo>
                    <a:pt x="169345" y="125892"/>
                    <a:pt x="167440" y="122730"/>
                    <a:pt x="164706" y="118300"/>
                  </a:cubicBezTo>
                  <a:cubicBezTo>
                    <a:pt x="162868" y="118281"/>
                    <a:pt x="161030" y="118424"/>
                    <a:pt x="159220" y="118729"/>
                  </a:cubicBezTo>
                  <a:cubicBezTo>
                    <a:pt x="148886" y="119567"/>
                    <a:pt x="119158" y="121463"/>
                    <a:pt x="107128" y="122101"/>
                  </a:cubicBezTo>
                  <a:lnTo>
                    <a:pt x="107128" y="175241"/>
                  </a:lnTo>
                  <a:cubicBezTo>
                    <a:pt x="106880" y="182366"/>
                    <a:pt x="107309" y="189500"/>
                    <a:pt x="108395" y="196539"/>
                  </a:cubicBezTo>
                  <a:lnTo>
                    <a:pt x="82468" y="196539"/>
                  </a:lnTo>
                  <a:cubicBezTo>
                    <a:pt x="83554" y="189500"/>
                    <a:pt x="83982" y="182366"/>
                    <a:pt x="83725" y="175241"/>
                  </a:cubicBezTo>
                  <a:lnTo>
                    <a:pt x="83725" y="122949"/>
                  </a:lnTo>
                  <a:cubicBezTo>
                    <a:pt x="74448" y="123368"/>
                    <a:pt x="33537" y="125054"/>
                    <a:pt x="23832" y="125263"/>
                  </a:cubicBezTo>
                  <a:cubicBezTo>
                    <a:pt x="18602" y="125178"/>
                    <a:pt x="13374" y="125597"/>
                    <a:pt x="8230" y="126530"/>
                  </a:cubicBezTo>
                  <a:lnTo>
                    <a:pt x="6115" y="101013"/>
                  </a:lnTo>
                  <a:cubicBezTo>
                    <a:pt x="13726" y="102099"/>
                    <a:pt x="21431" y="102451"/>
                    <a:pt x="29109" y="102060"/>
                  </a:cubicBezTo>
                  <a:cubicBezTo>
                    <a:pt x="48302" y="102060"/>
                    <a:pt x="50397" y="102060"/>
                    <a:pt x="70228" y="101641"/>
                  </a:cubicBezTo>
                  <a:lnTo>
                    <a:pt x="74029" y="98479"/>
                  </a:lnTo>
                  <a:close/>
                  <a:moveTo>
                    <a:pt x="141513" y="128635"/>
                  </a:moveTo>
                  <a:cubicBezTo>
                    <a:pt x="150114" y="139713"/>
                    <a:pt x="160106" y="149638"/>
                    <a:pt x="171241" y="158163"/>
                  </a:cubicBezTo>
                  <a:cubicBezTo>
                    <a:pt x="177965" y="163278"/>
                    <a:pt x="185166" y="167726"/>
                    <a:pt x="192757" y="171450"/>
                  </a:cubicBezTo>
                  <a:cubicBezTo>
                    <a:pt x="186880" y="177546"/>
                    <a:pt x="181585" y="184185"/>
                    <a:pt x="176946" y="191272"/>
                  </a:cubicBezTo>
                  <a:cubicBezTo>
                    <a:pt x="155753" y="177822"/>
                    <a:pt x="137351" y="160420"/>
                    <a:pt x="122740" y="1400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41" name="フリーフォーム: 図形 440">
              <a:extLst>
                <a:ext uri="{FF2B5EF4-FFF2-40B4-BE49-F238E27FC236}">
                  <a16:creationId xmlns:a16="http://schemas.microsoft.com/office/drawing/2014/main" id="{B16FE56B-E7A5-2537-97C4-AE14CA792EC3}"/>
                </a:ext>
              </a:extLst>
            </p:cNvPr>
            <p:cNvSpPr/>
            <p:nvPr/>
          </p:nvSpPr>
          <p:spPr>
            <a:xfrm>
              <a:off x="8582700" y="3773471"/>
              <a:ext cx="189176" cy="196119"/>
            </a:xfrm>
            <a:custGeom>
              <a:avLst/>
              <a:gdLst>
                <a:gd name="connsiteX0" fmla="*/ 81410 w 189176"/>
                <a:gd name="connsiteY0" fmla="*/ 13278 h 196119"/>
                <a:gd name="connsiteX1" fmla="*/ 80143 w 189176"/>
                <a:gd name="connsiteY1" fmla="*/ 0 h 196119"/>
                <a:gd name="connsiteX2" fmla="*/ 106080 w 189176"/>
                <a:gd name="connsiteY2" fmla="*/ 0 h 196119"/>
                <a:gd name="connsiteX3" fmla="*/ 104813 w 189176"/>
                <a:gd name="connsiteY3" fmla="*/ 13068 h 196119"/>
                <a:gd name="connsiteX4" fmla="*/ 104813 w 189176"/>
                <a:gd name="connsiteY4" fmla="*/ 15812 h 196119"/>
                <a:gd name="connsiteX5" fmla="*/ 167021 w 189176"/>
                <a:gd name="connsiteY5" fmla="*/ 15812 h 196119"/>
                <a:gd name="connsiteX6" fmla="*/ 189176 w 189176"/>
                <a:gd name="connsiteY6" fmla="*/ 14545 h 196119"/>
                <a:gd name="connsiteX7" fmla="*/ 189176 w 189176"/>
                <a:gd name="connsiteY7" fmla="*/ 35843 h 196119"/>
                <a:gd name="connsiteX8" fmla="*/ 167240 w 189176"/>
                <a:gd name="connsiteY8" fmla="*/ 34785 h 196119"/>
                <a:gd name="connsiteX9" fmla="*/ 21727 w 189176"/>
                <a:gd name="connsiteY9" fmla="*/ 34785 h 196119"/>
                <a:gd name="connsiteX10" fmla="*/ 0 w 189176"/>
                <a:gd name="connsiteY10" fmla="*/ 35843 h 196119"/>
                <a:gd name="connsiteX11" fmla="*/ 0 w 189176"/>
                <a:gd name="connsiteY11" fmla="*/ 14545 h 196119"/>
                <a:gd name="connsiteX12" fmla="*/ 22993 w 189176"/>
                <a:gd name="connsiteY12" fmla="*/ 15812 h 196119"/>
                <a:gd name="connsiteX13" fmla="*/ 81410 w 189176"/>
                <a:gd name="connsiteY13" fmla="*/ 15812 h 196119"/>
                <a:gd name="connsiteX14" fmla="*/ 5905 w 189176"/>
                <a:gd name="connsiteY14" fmla="*/ 116824 h 196119"/>
                <a:gd name="connsiteX15" fmla="*/ 5068 w 189176"/>
                <a:gd name="connsiteY15" fmla="*/ 97641 h 196119"/>
                <a:gd name="connsiteX16" fmla="*/ 26994 w 189176"/>
                <a:gd name="connsiteY16" fmla="*/ 98479 h 196119"/>
                <a:gd name="connsiteX17" fmla="*/ 163659 w 189176"/>
                <a:gd name="connsiteY17" fmla="*/ 98479 h 196119"/>
                <a:gd name="connsiteX18" fmla="*/ 184318 w 189176"/>
                <a:gd name="connsiteY18" fmla="*/ 97641 h 196119"/>
                <a:gd name="connsiteX19" fmla="*/ 183480 w 189176"/>
                <a:gd name="connsiteY19" fmla="*/ 116615 h 196119"/>
                <a:gd name="connsiteX20" fmla="*/ 183480 w 189176"/>
                <a:gd name="connsiteY20" fmla="*/ 170393 h 196119"/>
                <a:gd name="connsiteX21" fmla="*/ 178422 w 189176"/>
                <a:gd name="connsiteY21" fmla="*/ 188528 h 196119"/>
                <a:gd name="connsiteX22" fmla="*/ 153114 w 189176"/>
                <a:gd name="connsiteY22" fmla="*/ 193586 h 196119"/>
                <a:gd name="connsiteX23" fmla="*/ 140875 w 189176"/>
                <a:gd name="connsiteY23" fmla="*/ 193167 h 196119"/>
                <a:gd name="connsiteX24" fmla="*/ 134131 w 189176"/>
                <a:gd name="connsiteY24" fmla="*/ 192958 h 196119"/>
                <a:gd name="connsiteX25" fmla="*/ 129493 w 189176"/>
                <a:gd name="connsiteY25" fmla="*/ 171869 h 196119"/>
                <a:gd name="connsiteX26" fmla="*/ 156058 w 189176"/>
                <a:gd name="connsiteY26" fmla="*/ 173765 h 196119"/>
                <a:gd name="connsiteX27" fmla="*/ 161125 w 189176"/>
                <a:gd name="connsiteY27" fmla="*/ 169335 h 196119"/>
                <a:gd name="connsiteX28" fmla="*/ 161125 w 189176"/>
                <a:gd name="connsiteY28" fmla="*/ 116824 h 196119"/>
                <a:gd name="connsiteX29" fmla="*/ 28261 w 189176"/>
                <a:gd name="connsiteY29" fmla="*/ 116824 h 196119"/>
                <a:gd name="connsiteX30" fmla="*/ 28261 w 189176"/>
                <a:gd name="connsiteY30" fmla="*/ 172917 h 196119"/>
                <a:gd name="connsiteX31" fmla="*/ 29528 w 189176"/>
                <a:gd name="connsiteY31" fmla="*/ 196120 h 196119"/>
                <a:gd name="connsiteX32" fmla="*/ 4649 w 189176"/>
                <a:gd name="connsiteY32" fmla="*/ 196120 h 196119"/>
                <a:gd name="connsiteX33" fmla="*/ 5905 w 189176"/>
                <a:gd name="connsiteY33" fmla="*/ 172917 h 196119"/>
                <a:gd name="connsiteX34" fmla="*/ 32061 w 189176"/>
                <a:gd name="connsiteY34" fmla="*/ 57560 h 196119"/>
                <a:gd name="connsiteX35" fmla="*/ 31423 w 189176"/>
                <a:gd name="connsiteY35" fmla="*/ 42167 h 196119"/>
                <a:gd name="connsiteX36" fmla="*/ 51892 w 189176"/>
                <a:gd name="connsiteY36" fmla="*/ 43015 h 196119"/>
                <a:gd name="connsiteX37" fmla="*/ 139618 w 189176"/>
                <a:gd name="connsiteY37" fmla="*/ 43015 h 196119"/>
                <a:gd name="connsiteX38" fmla="*/ 158382 w 189176"/>
                <a:gd name="connsiteY38" fmla="*/ 42167 h 196119"/>
                <a:gd name="connsiteX39" fmla="*/ 157753 w 189176"/>
                <a:gd name="connsiteY39" fmla="*/ 57560 h 196119"/>
                <a:gd name="connsiteX40" fmla="*/ 157753 w 189176"/>
                <a:gd name="connsiteY40" fmla="*/ 75705 h 196119"/>
                <a:gd name="connsiteX41" fmla="*/ 158382 w 189176"/>
                <a:gd name="connsiteY41" fmla="*/ 91307 h 196119"/>
                <a:gd name="connsiteX42" fmla="*/ 138560 w 189176"/>
                <a:gd name="connsiteY42" fmla="*/ 90468 h 196119"/>
                <a:gd name="connsiteX43" fmla="*/ 51254 w 189176"/>
                <a:gd name="connsiteY43" fmla="*/ 90468 h 196119"/>
                <a:gd name="connsiteX44" fmla="*/ 31423 w 189176"/>
                <a:gd name="connsiteY44" fmla="*/ 91307 h 196119"/>
                <a:gd name="connsiteX45" fmla="*/ 32061 w 189176"/>
                <a:gd name="connsiteY45" fmla="*/ 75705 h 196119"/>
                <a:gd name="connsiteX46" fmla="*/ 139618 w 189176"/>
                <a:gd name="connsiteY46" fmla="*/ 155839 h 196119"/>
                <a:gd name="connsiteX47" fmla="*/ 140246 w 189176"/>
                <a:gd name="connsiteY47" fmla="*/ 169974 h 196119"/>
                <a:gd name="connsiteX48" fmla="*/ 122740 w 189176"/>
                <a:gd name="connsiteY48" fmla="*/ 169335 h 196119"/>
                <a:gd name="connsiteX49" fmla="*/ 69599 w 189176"/>
                <a:gd name="connsiteY49" fmla="*/ 169335 h 196119"/>
                <a:gd name="connsiteX50" fmla="*/ 69599 w 189176"/>
                <a:gd name="connsiteY50" fmla="*/ 179880 h 196119"/>
                <a:gd name="connsiteX51" fmla="*/ 47883 w 189176"/>
                <a:gd name="connsiteY51" fmla="*/ 179880 h 196119"/>
                <a:gd name="connsiteX52" fmla="*/ 48721 w 189176"/>
                <a:gd name="connsiteY52" fmla="*/ 162801 h 196119"/>
                <a:gd name="connsiteX53" fmla="*/ 48721 w 189176"/>
                <a:gd name="connsiteY53" fmla="*/ 138332 h 196119"/>
                <a:gd name="connsiteX54" fmla="*/ 48083 w 189176"/>
                <a:gd name="connsiteY54" fmla="*/ 124416 h 196119"/>
                <a:gd name="connsiteX55" fmla="*/ 65170 w 189176"/>
                <a:gd name="connsiteY55" fmla="*/ 125044 h 196119"/>
                <a:gd name="connsiteX56" fmla="*/ 122949 w 189176"/>
                <a:gd name="connsiteY56" fmla="*/ 125044 h 196119"/>
                <a:gd name="connsiteX57" fmla="*/ 140246 w 189176"/>
                <a:gd name="connsiteY57" fmla="*/ 124416 h 196119"/>
                <a:gd name="connsiteX58" fmla="*/ 139618 w 189176"/>
                <a:gd name="connsiteY58" fmla="*/ 137922 h 196119"/>
                <a:gd name="connsiteX59" fmla="*/ 53988 w 189176"/>
                <a:gd name="connsiteY59" fmla="*/ 72962 h 196119"/>
                <a:gd name="connsiteX60" fmla="*/ 135607 w 189176"/>
                <a:gd name="connsiteY60" fmla="*/ 72962 h 196119"/>
                <a:gd name="connsiteX61" fmla="*/ 135607 w 189176"/>
                <a:gd name="connsiteY61" fmla="*/ 60103 h 196119"/>
                <a:gd name="connsiteX62" fmla="*/ 53988 w 189176"/>
                <a:gd name="connsiteY62" fmla="*/ 60103 h 196119"/>
                <a:gd name="connsiteX63" fmla="*/ 69599 w 189176"/>
                <a:gd name="connsiteY63" fmla="*/ 152676 h 196119"/>
                <a:gd name="connsiteX64" fmla="*/ 119377 w 189176"/>
                <a:gd name="connsiteY64" fmla="*/ 152676 h 196119"/>
                <a:gd name="connsiteX65" fmla="*/ 119377 w 189176"/>
                <a:gd name="connsiteY65" fmla="*/ 141084 h 196119"/>
                <a:gd name="connsiteX66" fmla="*/ 69599 w 189176"/>
                <a:gd name="connsiteY66" fmla="*/ 141084 h 196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89176" h="196119">
                  <a:moveTo>
                    <a:pt x="81410" y="13278"/>
                  </a:moveTo>
                  <a:cubicBezTo>
                    <a:pt x="81439" y="8820"/>
                    <a:pt x="81010" y="4372"/>
                    <a:pt x="80143" y="0"/>
                  </a:cubicBezTo>
                  <a:lnTo>
                    <a:pt x="106080" y="0"/>
                  </a:lnTo>
                  <a:cubicBezTo>
                    <a:pt x="105233" y="4305"/>
                    <a:pt x="104813" y="8677"/>
                    <a:pt x="104813" y="13068"/>
                  </a:cubicBezTo>
                  <a:lnTo>
                    <a:pt x="104813" y="15812"/>
                  </a:lnTo>
                  <a:lnTo>
                    <a:pt x="167021" y="15812"/>
                  </a:lnTo>
                  <a:cubicBezTo>
                    <a:pt x="174432" y="15888"/>
                    <a:pt x="181833" y="15469"/>
                    <a:pt x="189176" y="14545"/>
                  </a:cubicBezTo>
                  <a:lnTo>
                    <a:pt x="189176" y="35843"/>
                  </a:lnTo>
                  <a:cubicBezTo>
                    <a:pt x="181889" y="35004"/>
                    <a:pt x="174565" y="34652"/>
                    <a:pt x="167240" y="34785"/>
                  </a:cubicBezTo>
                  <a:lnTo>
                    <a:pt x="21727" y="34785"/>
                  </a:lnTo>
                  <a:cubicBezTo>
                    <a:pt x="14469" y="34652"/>
                    <a:pt x="7211" y="35004"/>
                    <a:pt x="0" y="35843"/>
                  </a:cubicBezTo>
                  <a:lnTo>
                    <a:pt x="0" y="14545"/>
                  </a:lnTo>
                  <a:cubicBezTo>
                    <a:pt x="7630" y="15478"/>
                    <a:pt x="15317" y="15897"/>
                    <a:pt x="22993" y="15812"/>
                  </a:cubicBezTo>
                  <a:lnTo>
                    <a:pt x="81410" y="15812"/>
                  </a:lnTo>
                  <a:close/>
                  <a:moveTo>
                    <a:pt x="5905" y="116824"/>
                  </a:moveTo>
                  <a:cubicBezTo>
                    <a:pt x="5953" y="110423"/>
                    <a:pt x="5677" y="104013"/>
                    <a:pt x="5068" y="97641"/>
                  </a:cubicBezTo>
                  <a:cubicBezTo>
                    <a:pt x="11821" y="98269"/>
                    <a:pt x="17926" y="98479"/>
                    <a:pt x="26994" y="98479"/>
                  </a:cubicBezTo>
                  <a:lnTo>
                    <a:pt x="163659" y="98479"/>
                  </a:lnTo>
                  <a:cubicBezTo>
                    <a:pt x="170555" y="98622"/>
                    <a:pt x="177451" y="98336"/>
                    <a:pt x="184318" y="97641"/>
                  </a:cubicBezTo>
                  <a:cubicBezTo>
                    <a:pt x="183699" y="103946"/>
                    <a:pt x="183423" y="110281"/>
                    <a:pt x="183480" y="116615"/>
                  </a:cubicBezTo>
                  <a:lnTo>
                    <a:pt x="183480" y="170393"/>
                  </a:lnTo>
                  <a:cubicBezTo>
                    <a:pt x="183480" y="180937"/>
                    <a:pt x="182423" y="184947"/>
                    <a:pt x="178422" y="188528"/>
                  </a:cubicBezTo>
                  <a:cubicBezTo>
                    <a:pt x="174193" y="192319"/>
                    <a:pt x="167869" y="193586"/>
                    <a:pt x="153114" y="193586"/>
                  </a:cubicBezTo>
                  <a:cubicBezTo>
                    <a:pt x="148686" y="193586"/>
                    <a:pt x="147628" y="193586"/>
                    <a:pt x="140875" y="193167"/>
                  </a:cubicBezTo>
                  <a:cubicBezTo>
                    <a:pt x="137503" y="192958"/>
                    <a:pt x="137503" y="192958"/>
                    <a:pt x="134131" y="192958"/>
                  </a:cubicBezTo>
                  <a:cubicBezTo>
                    <a:pt x="134208" y="185661"/>
                    <a:pt x="132617" y="178451"/>
                    <a:pt x="129493" y="171869"/>
                  </a:cubicBezTo>
                  <a:cubicBezTo>
                    <a:pt x="141094" y="173136"/>
                    <a:pt x="150162" y="173765"/>
                    <a:pt x="156058" y="173765"/>
                  </a:cubicBezTo>
                  <a:cubicBezTo>
                    <a:pt x="160068" y="173765"/>
                    <a:pt x="161125" y="172717"/>
                    <a:pt x="161125" y="169335"/>
                  </a:cubicBezTo>
                  <a:lnTo>
                    <a:pt x="161125" y="116824"/>
                  </a:lnTo>
                  <a:lnTo>
                    <a:pt x="28261" y="116824"/>
                  </a:lnTo>
                  <a:lnTo>
                    <a:pt x="28261" y="172917"/>
                  </a:lnTo>
                  <a:cubicBezTo>
                    <a:pt x="28061" y="180670"/>
                    <a:pt x="28480" y="188433"/>
                    <a:pt x="29528" y="196120"/>
                  </a:cubicBezTo>
                  <a:lnTo>
                    <a:pt x="4649" y="196120"/>
                  </a:lnTo>
                  <a:cubicBezTo>
                    <a:pt x="5658" y="188433"/>
                    <a:pt x="6077" y="180670"/>
                    <a:pt x="5905" y="172917"/>
                  </a:cubicBezTo>
                  <a:close/>
                  <a:moveTo>
                    <a:pt x="32061" y="57560"/>
                  </a:moveTo>
                  <a:cubicBezTo>
                    <a:pt x="32061" y="50816"/>
                    <a:pt x="31852" y="47234"/>
                    <a:pt x="31423" y="42167"/>
                  </a:cubicBezTo>
                  <a:cubicBezTo>
                    <a:pt x="38224" y="42834"/>
                    <a:pt x="45054" y="43120"/>
                    <a:pt x="51892" y="43015"/>
                  </a:cubicBezTo>
                  <a:lnTo>
                    <a:pt x="139618" y="43015"/>
                  </a:lnTo>
                  <a:cubicBezTo>
                    <a:pt x="145885" y="43110"/>
                    <a:pt x="152152" y="42825"/>
                    <a:pt x="158382" y="42167"/>
                  </a:cubicBezTo>
                  <a:cubicBezTo>
                    <a:pt x="157963" y="47654"/>
                    <a:pt x="157753" y="50816"/>
                    <a:pt x="157753" y="57560"/>
                  </a:cubicBezTo>
                  <a:lnTo>
                    <a:pt x="157753" y="75705"/>
                  </a:lnTo>
                  <a:cubicBezTo>
                    <a:pt x="157686" y="80915"/>
                    <a:pt x="157896" y="86125"/>
                    <a:pt x="158382" y="91307"/>
                  </a:cubicBezTo>
                  <a:cubicBezTo>
                    <a:pt x="151800" y="90630"/>
                    <a:pt x="145180" y="90345"/>
                    <a:pt x="138560" y="90468"/>
                  </a:cubicBezTo>
                  <a:lnTo>
                    <a:pt x="51254" y="90468"/>
                  </a:lnTo>
                  <a:cubicBezTo>
                    <a:pt x="44634" y="90383"/>
                    <a:pt x="38015" y="90659"/>
                    <a:pt x="31423" y="91307"/>
                  </a:cubicBezTo>
                  <a:cubicBezTo>
                    <a:pt x="31909" y="86116"/>
                    <a:pt x="32118" y="80915"/>
                    <a:pt x="32061" y="75705"/>
                  </a:cubicBezTo>
                  <a:close/>
                  <a:moveTo>
                    <a:pt x="139618" y="155839"/>
                  </a:moveTo>
                  <a:cubicBezTo>
                    <a:pt x="139561" y="160563"/>
                    <a:pt x="139770" y="165278"/>
                    <a:pt x="140246" y="169974"/>
                  </a:cubicBezTo>
                  <a:cubicBezTo>
                    <a:pt x="136236" y="169545"/>
                    <a:pt x="128435" y="169335"/>
                    <a:pt x="122740" y="169335"/>
                  </a:cubicBezTo>
                  <a:lnTo>
                    <a:pt x="69599" y="169335"/>
                  </a:lnTo>
                  <a:lnTo>
                    <a:pt x="69599" y="179880"/>
                  </a:lnTo>
                  <a:lnTo>
                    <a:pt x="47883" y="179880"/>
                  </a:lnTo>
                  <a:cubicBezTo>
                    <a:pt x="48597" y="174212"/>
                    <a:pt x="48882" y="168507"/>
                    <a:pt x="48721" y="162801"/>
                  </a:cubicBezTo>
                  <a:lnTo>
                    <a:pt x="48721" y="138332"/>
                  </a:lnTo>
                  <a:cubicBezTo>
                    <a:pt x="48768" y="133684"/>
                    <a:pt x="48549" y="129045"/>
                    <a:pt x="48083" y="124416"/>
                  </a:cubicBezTo>
                  <a:cubicBezTo>
                    <a:pt x="52940" y="124835"/>
                    <a:pt x="57369" y="125044"/>
                    <a:pt x="65170" y="125044"/>
                  </a:cubicBezTo>
                  <a:lnTo>
                    <a:pt x="122949" y="125044"/>
                  </a:lnTo>
                  <a:cubicBezTo>
                    <a:pt x="130969" y="125044"/>
                    <a:pt x="133921" y="124835"/>
                    <a:pt x="140246" y="124416"/>
                  </a:cubicBezTo>
                  <a:cubicBezTo>
                    <a:pt x="139770" y="128902"/>
                    <a:pt x="139561" y="133407"/>
                    <a:pt x="139618" y="137922"/>
                  </a:cubicBezTo>
                  <a:close/>
                  <a:moveTo>
                    <a:pt x="53988" y="72962"/>
                  </a:moveTo>
                  <a:lnTo>
                    <a:pt x="135607" y="72962"/>
                  </a:lnTo>
                  <a:lnTo>
                    <a:pt x="135607" y="60103"/>
                  </a:lnTo>
                  <a:lnTo>
                    <a:pt x="53988" y="60103"/>
                  </a:lnTo>
                  <a:close/>
                  <a:moveTo>
                    <a:pt x="69599" y="152676"/>
                  </a:moveTo>
                  <a:lnTo>
                    <a:pt x="119377" y="152676"/>
                  </a:lnTo>
                  <a:lnTo>
                    <a:pt x="119377" y="141084"/>
                  </a:lnTo>
                  <a:lnTo>
                    <a:pt x="69599" y="14108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42" name="フリーフォーム: 図形 441">
              <a:extLst>
                <a:ext uri="{FF2B5EF4-FFF2-40B4-BE49-F238E27FC236}">
                  <a16:creationId xmlns:a16="http://schemas.microsoft.com/office/drawing/2014/main" id="{D567ED71-357F-55D8-8780-7B6B0818AC5F}"/>
                </a:ext>
              </a:extLst>
            </p:cNvPr>
            <p:cNvSpPr/>
            <p:nvPr/>
          </p:nvSpPr>
          <p:spPr>
            <a:xfrm>
              <a:off x="8805366" y="3796664"/>
              <a:ext cx="176098" cy="154152"/>
            </a:xfrm>
            <a:custGeom>
              <a:avLst/>
              <a:gdLst>
                <a:gd name="connsiteX0" fmla="*/ 28890 w 176098"/>
                <a:gd name="connsiteY0" fmla="*/ 0 h 154152"/>
                <a:gd name="connsiteX1" fmla="*/ 27213 w 176098"/>
                <a:gd name="connsiteY1" fmla="*/ 32052 h 154152"/>
                <a:gd name="connsiteX2" fmla="*/ 31214 w 176098"/>
                <a:gd name="connsiteY2" fmla="*/ 88573 h 154152"/>
                <a:gd name="connsiteX3" fmla="*/ 48301 w 176098"/>
                <a:gd name="connsiteY3" fmla="*/ 123997 h 154152"/>
                <a:gd name="connsiteX4" fmla="*/ 56941 w 176098"/>
                <a:gd name="connsiteY4" fmla="*/ 114928 h 154152"/>
                <a:gd name="connsiteX5" fmla="*/ 68123 w 176098"/>
                <a:gd name="connsiteY5" fmla="*/ 76762 h 154152"/>
                <a:gd name="connsiteX6" fmla="*/ 89202 w 176098"/>
                <a:gd name="connsiteY6" fmla="*/ 95955 h 154152"/>
                <a:gd name="connsiteX7" fmla="*/ 48083 w 176098"/>
                <a:gd name="connsiteY7" fmla="*/ 154153 h 154152"/>
                <a:gd name="connsiteX8" fmla="*/ 14135 w 176098"/>
                <a:gd name="connsiteY8" fmla="*/ 123577 h 154152"/>
                <a:gd name="connsiteX9" fmla="*/ 848 w 176098"/>
                <a:gd name="connsiteY9" fmla="*/ 13497 h 154152"/>
                <a:gd name="connsiteX10" fmla="*/ 0 w 176098"/>
                <a:gd name="connsiteY10" fmla="*/ 0 h 154152"/>
                <a:gd name="connsiteX11" fmla="*/ 128644 w 176098"/>
                <a:gd name="connsiteY11" fmla="*/ 9487 h 154152"/>
                <a:gd name="connsiteX12" fmla="*/ 176099 w 176098"/>
                <a:gd name="connsiteY12" fmla="*/ 122949 h 154152"/>
                <a:gd name="connsiteX13" fmla="*/ 149943 w 176098"/>
                <a:gd name="connsiteY13" fmla="*/ 132855 h 154152"/>
                <a:gd name="connsiteX14" fmla="*/ 136446 w 176098"/>
                <a:gd name="connsiteY14" fmla="*/ 71914 h 154152"/>
                <a:gd name="connsiteX15" fmla="*/ 106499 w 176098"/>
                <a:gd name="connsiteY15" fmla="*/ 20031 h 1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6098" h="154152">
                  <a:moveTo>
                    <a:pt x="28890" y="0"/>
                  </a:moveTo>
                  <a:cubicBezTo>
                    <a:pt x="27632" y="10630"/>
                    <a:pt x="27070" y="21346"/>
                    <a:pt x="27213" y="32052"/>
                  </a:cubicBezTo>
                  <a:cubicBezTo>
                    <a:pt x="27194" y="50968"/>
                    <a:pt x="28527" y="69856"/>
                    <a:pt x="31214" y="88573"/>
                  </a:cubicBezTo>
                  <a:cubicBezTo>
                    <a:pt x="34804" y="110499"/>
                    <a:pt x="41548" y="123997"/>
                    <a:pt x="48301" y="123997"/>
                  </a:cubicBezTo>
                  <a:cubicBezTo>
                    <a:pt x="51464" y="123997"/>
                    <a:pt x="54407" y="120834"/>
                    <a:pt x="56941" y="114928"/>
                  </a:cubicBezTo>
                  <a:cubicBezTo>
                    <a:pt x="62284" y="102736"/>
                    <a:pt x="66047" y="89906"/>
                    <a:pt x="68123" y="76762"/>
                  </a:cubicBezTo>
                  <a:cubicBezTo>
                    <a:pt x="74238" y="84096"/>
                    <a:pt x="81334" y="90554"/>
                    <a:pt x="89202" y="95955"/>
                  </a:cubicBezTo>
                  <a:cubicBezTo>
                    <a:pt x="78238" y="137074"/>
                    <a:pt x="66008" y="154153"/>
                    <a:pt x="48083" y="154153"/>
                  </a:cubicBezTo>
                  <a:cubicBezTo>
                    <a:pt x="33957" y="154153"/>
                    <a:pt x="22565" y="143818"/>
                    <a:pt x="14135" y="123577"/>
                  </a:cubicBezTo>
                  <a:cubicBezTo>
                    <a:pt x="5477" y="102489"/>
                    <a:pt x="1686" y="71914"/>
                    <a:pt x="848" y="13497"/>
                  </a:cubicBezTo>
                  <a:cubicBezTo>
                    <a:pt x="867" y="8982"/>
                    <a:pt x="581" y="4467"/>
                    <a:pt x="0" y="0"/>
                  </a:cubicBezTo>
                  <a:close/>
                  <a:moveTo>
                    <a:pt x="128644" y="9487"/>
                  </a:moveTo>
                  <a:cubicBezTo>
                    <a:pt x="155410" y="41738"/>
                    <a:pt x="171936" y="81248"/>
                    <a:pt x="176099" y="122949"/>
                  </a:cubicBezTo>
                  <a:lnTo>
                    <a:pt x="149943" y="132855"/>
                  </a:lnTo>
                  <a:cubicBezTo>
                    <a:pt x="148447" y="111985"/>
                    <a:pt x="143904" y="91459"/>
                    <a:pt x="136446" y="71914"/>
                  </a:cubicBezTo>
                  <a:cubicBezTo>
                    <a:pt x="129369" y="53102"/>
                    <a:pt x="119253" y="35576"/>
                    <a:pt x="106499" y="200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43" name="フリーフォーム: 図形 442">
              <a:extLst>
                <a:ext uri="{FF2B5EF4-FFF2-40B4-BE49-F238E27FC236}">
                  <a16:creationId xmlns:a16="http://schemas.microsoft.com/office/drawing/2014/main" id="{4358FFB3-B6EB-10CC-757F-17B5F7E7673A}"/>
                </a:ext>
              </a:extLst>
            </p:cNvPr>
            <p:cNvSpPr/>
            <p:nvPr/>
          </p:nvSpPr>
          <p:spPr>
            <a:xfrm>
              <a:off x="4502562" y="4180426"/>
              <a:ext cx="144418" cy="144417"/>
            </a:xfrm>
            <a:custGeom>
              <a:avLst/>
              <a:gdLst>
                <a:gd name="connsiteX0" fmla="*/ 24003 w 144418"/>
                <a:gd name="connsiteY0" fmla="*/ 109594 h 144417"/>
                <a:gd name="connsiteX1" fmla="*/ 13773 w 144418"/>
                <a:gd name="connsiteY1" fmla="*/ 144418 h 144417"/>
                <a:gd name="connsiteX2" fmla="*/ 0 w 144418"/>
                <a:gd name="connsiteY2" fmla="*/ 135131 h 144417"/>
                <a:gd name="connsiteX3" fmla="*/ 10839 w 144418"/>
                <a:gd name="connsiteY3" fmla="*/ 104632 h 144417"/>
                <a:gd name="connsiteX4" fmla="*/ 56807 w 144418"/>
                <a:gd name="connsiteY4" fmla="*/ 37776 h 144417"/>
                <a:gd name="connsiteX5" fmla="*/ 67799 w 144418"/>
                <a:gd name="connsiteY5" fmla="*/ 37147 h 144417"/>
                <a:gd name="connsiteX6" fmla="*/ 67180 w 144418"/>
                <a:gd name="connsiteY6" fmla="*/ 50920 h 144417"/>
                <a:gd name="connsiteX7" fmla="*/ 67180 w 144418"/>
                <a:gd name="connsiteY7" fmla="*/ 88849 h 144417"/>
                <a:gd name="connsiteX8" fmla="*/ 67647 w 144418"/>
                <a:gd name="connsiteY8" fmla="*/ 102622 h 144417"/>
                <a:gd name="connsiteX9" fmla="*/ 54492 w 144418"/>
                <a:gd name="connsiteY9" fmla="*/ 102317 h 144417"/>
                <a:gd name="connsiteX10" fmla="*/ 23536 w 144418"/>
                <a:gd name="connsiteY10" fmla="*/ 102317 h 144417"/>
                <a:gd name="connsiteX11" fmla="*/ 9601 w 144418"/>
                <a:gd name="connsiteY11" fmla="*/ 102622 h 144417"/>
                <a:gd name="connsiteX12" fmla="*/ 10211 w 144418"/>
                <a:gd name="connsiteY12" fmla="*/ 88849 h 144417"/>
                <a:gd name="connsiteX13" fmla="*/ 10211 w 144418"/>
                <a:gd name="connsiteY13" fmla="*/ 52930 h 144417"/>
                <a:gd name="connsiteX14" fmla="*/ 934 w 144418"/>
                <a:gd name="connsiteY14" fmla="*/ 43805 h 144417"/>
                <a:gd name="connsiteX15" fmla="*/ 19202 w 144418"/>
                <a:gd name="connsiteY15" fmla="*/ 15792 h 144417"/>
                <a:gd name="connsiteX16" fmla="*/ 24451 w 144418"/>
                <a:gd name="connsiteY16" fmla="*/ 0 h 144417"/>
                <a:gd name="connsiteX17" fmla="*/ 40396 w 144418"/>
                <a:gd name="connsiteY17" fmla="*/ 2629 h 144417"/>
                <a:gd name="connsiteX18" fmla="*/ 39014 w 144418"/>
                <a:gd name="connsiteY18" fmla="*/ 6353 h 144417"/>
                <a:gd name="connsiteX19" fmla="*/ 36690 w 144418"/>
                <a:gd name="connsiteY19" fmla="*/ 12382 h 144417"/>
                <a:gd name="connsiteX20" fmla="*/ 48920 w 144418"/>
                <a:gd name="connsiteY20" fmla="*/ 12382 h 144417"/>
                <a:gd name="connsiteX21" fmla="*/ 57274 w 144418"/>
                <a:gd name="connsiteY21" fmla="*/ 11601 h 144417"/>
                <a:gd name="connsiteX22" fmla="*/ 62998 w 144418"/>
                <a:gd name="connsiteY22" fmla="*/ 19040 h 144417"/>
                <a:gd name="connsiteX23" fmla="*/ 58360 w 144418"/>
                <a:gd name="connsiteY23" fmla="*/ 27546 h 144417"/>
                <a:gd name="connsiteX24" fmla="*/ 53092 w 144418"/>
                <a:gd name="connsiteY24" fmla="*/ 37776 h 144417"/>
                <a:gd name="connsiteX25" fmla="*/ 24003 w 144418"/>
                <a:gd name="connsiteY25" fmla="*/ 62836 h 144417"/>
                <a:gd name="connsiteX26" fmla="*/ 32509 w 144418"/>
                <a:gd name="connsiteY26" fmla="*/ 62836 h 144417"/>
                <a:gd name="connsiteX27" fmla="*/ 32509 w 144418"/>
                <a:gd name="connsiteY27" fmla="*/ 50768 h 144417"/>
                <a:gd name="connsiteX28" fmla="*/ 24003 w 144418"/>
                <a:gd name="connsiteY28" fmla="*/ 50768 h 144417"/>
                <a:gd name="connsiteX29" fmla="*/ 24003 w 144418"/>
                <a:gd name="connsiteY29" fmla="*/ 89002 h 144417"/>
                <a:gd name="connsiteX30" fmla="*/ 32509 w 144418"/>
                <a:gd name="connsiteY30" fmla="*/ 89002 h 144417"/>
                <a:gd name="connsiteX31" fmla="*/ 32509 w 144418"/>
                <a:gd name="connsiteY31" fmla="*/ 75847 h 144417"/>
                <a:gd name="connsiteX32" fmla="*/ 24003 w 144418"/>
                <a:gd name="connsiteY32" fmla="*/ 75847 h 144417"/>
                <a:gd name="connsiteX33" fmla="*/ 36224 w 144418"/>
                <a:gd name="connsiteY33" fmla="*/ 107261 h 144417"/>
                <a:gd name="connsiteX34" fmla="*/ 40091 w 144418"/>
                <a:gd name="connsiteY34" fmla="*/ 139617 h 144417"/>
                <a:gd name="connsiteX35" fmla="*/ 26470 w 144418"/>
                <a:gd name="connsiteY35" fmla="*/ 142551 h 144417"/>
                <a:gd name="connsiteX36" fmla="*/ 26470 w 144418"/>
                <a:gd name="connsiteY36" fmla="*/ 136369 h 144417"/>
                <a:gd name="connsiteX37" fmla="*/ 24146 w 144418"/>
                <a:gd name="connsiteY37" fmla="*/ 109899 h 144417"/>
                <a:gd name="connsiteX38" fmla="*/ 37147 w 144418"/>
                <a:gd name="connsiteY38" fmla="*/ 37776 h 144417"/>
                <a:gd name="connsiteX39" fmla="*/ 43348 w 144418"/>
                <a:gd name="connsiteY39" fmla="*/ 25698 h 144417"/>
                <a:gd name="connsiteX40" fmla="*/ 30804 w 144418"/>
                <a:gd name="connsiteY40" fmla="*/ 25698 h 144417"/>
                <a:gd name="connsiteX41" fmla="*/ 24308 w 144418"/>
                <a:gd name="connsiteY41" fmla="*/ 37776 h 144417"/>
                <a:gd name="connsiteX42" fmla="*/ 51549 w 144418"/>
                <a:gd name="connsiteY42" fmla="*/ 106337 h 144417"/>
                <a:gd name="connsiteX43" fmla="*/ 58512 w 144418"/>
                <a:gd name="connsiteY43" fmla="*/ 134979 h 144417"/>
                <a:gd name="connsiteX44" fmla="*/ 45825 w 144418"/>
                <a:gd name="connsiteY44" fmla="*/ 138379 h 144417"/>
                <a:gd name="connsiteX45" fmla="*/ 40091 w 144418"/>
                <a:gd name="connsiteY45" fmla="*/ 109128 h 144417"/>
                <a:gd name="connsiteX46" fmla="*/ 45196 w 144418"/>
                <a:gd name="connsiteY46" fmla="*/ 62836 h 144417"/>
                <a:gd name="connsiteX47" fmla="*/ 53397 w 144418"/>
                <a:gd name="connsiteY47" fmla="*/ 62836 h 144417"/>
                <a:gd name="connsiteX48" fmla="*/ 53397 w 144418"/>
                <a:gd name="connsiteY48" fmla="*/ 50768 h 144417"/>
                <a:gd name="connsiteX49" fmla="*/ 45196 w 144418"/>
                <a:gd name="connsiteY49" fmla="*/ 50768 h 144417"/>
                <a:gd name="connsiteX50" fmla="*/ 45196 w 144418"/>
                <a:gd name="connsiteY50" fmla="*/ 89002 h 144417"/>
                <a:gd name="connsiteX51" fmla="*/ 53397 w 144418"/>
                <a:gd name="connsiteY51" fmla="*/ 89002 h 144417"/>
                <a:gd name="connsiteX52" fmla="*/ 53397 w 144418"/>
                <a:gd name="connsiteY52" fmla="*/ 75847 h 144417"/>
                <a:gd name="connsiteX53" fmla="*/ 45196 w 144418"/>
                <a:gd name="connsiteY53" fmla="*/ 75847 h 144417"/>
                <a:gd name="connsiteX54" fmla="*/ 66713 w 144418"/>
                <a:gd name="connsiteY54" fmla="*/ 104632 h 144417"/>
                <a:gd name="connsiteX55" fmla="*/ 75076 w 144418"/>
                <a:gd name="connsiteY55" fmla="*/ 129711 h 144417"/>
                <a:gd name="connsiteX56" fmla="*/ 63627 w 144418"/>
                <a:gd name="connsiteY56" fmla="*/ 133883 h 144417"/>
                <a:gd name="connsiteX57" fmla="*/ 55874 w 144418"/>
                <a:gd name="connsiteY57" fmla="*/ 107890 h 144417"/>
                <a:gd name="connsiteX58" fmla="*/ 97984 w 144418"/>
                <a:gd name="connsiteY58" fmla="*/ 77400 h 144417"/>
                <a:gd name="connsiteX59" fmla="*/ 88230 w 144418"/>
                <a:gd name="connsiteY59" fmla="*/ 77400 h 144417"/>
                <a:gd name="connsiteX60" fmla="*/ 75228 w 144418"/>
                <a:gd name="connsiteY60" fmla="*/ 78171 h 144417"/>
                <a:gd name="connsiteX61" fmla="*/ 75228 w 144418"/>
                <a:gd name="connsiteY61" fmla="*/ 61598 h 144417"/>
                <a:gd name="connsiteX62" fmla="*/ 88383 w 144418"/>
                <a:gd name="connsiteY62" fmla="*/ 62379 h 144417"/>
                <a:gd name="connsiteX63" fmla="*/ 97984 w 144418"/>
                <a:gd name="connsiteY63" fmla="*/ 62379 h 144417"/>
                <a:gd name="connsiteX64" fmla="*/ 97984 w 144418"/>
                <a:gd name="connsiteY64" fmla="*/ 47825 h 144417"/>
                <a:gd name="connsiteX65" fmla="*/ 86839 w 144418"/>
                <a:gd name="connsiteY65" fmla="*/ 47825 h 144417"/>
                <a:gd name="connsiteX66" fmla="*/ 71514 w 144418"/>
                <a:gd name="connsiteY66" fmla="*/ 48596 h 144417"/>
                <a:gd name="connsiteX67" fmla="*/ 71514 w 144418"/>
                <a:gd name="connsiteY67" fmla="*/ 31880 h 144417"/>
                <a:gd name="connsiteX68" fmla="*/ 84820 w 144418"/>
                <a:gd name="connsiteY68" fmla="*/ 32651 h 144417"/>
                <a:gd name="connsiteX69" fmla="*/ 87306 w 144418"/>
                <a:gd name="connsiteY69" fmla="*/ 32651 h 144417"/>
                <a:gd name="connsiteX70" fmla="*/ 75848 w 144418"/>
                <a:gd name="connsiteY70" fmla="*/ 7734 h 144417"/>
                <a:gd name="connsiteX71" fmla="*/ 89925 w 144418"/>
                <a:gd name="connsiteY71" fmla="*/ 1086 h 144417"/>
                <a:gd name="connsiteX72" fmla="*/ 102165 w 144418"/>
                <a:gd name="connsiteY72" fmla="*/ 26003 h 144417"/>
                <a:gd name="connsiteX73" fmla="*/ 87306 w 144418"/>
                <a:gd name="connsiteY73" fmla="*/ 32651 h 144417"/>
                <a:gd name="connsiteX74" fmla="*/ 106651 w 144418"/>
                <a:gd name="connsiteY74" fmla="*/ 32651 h 144417"/>
                <a:gd name="connsiteX75" fmla="*/ 120110 w 144418"/>
                <a:gd name="connsiteY75" fmla="*/ 152 h 144417"/>
                <a:gd name="connsiteX76" fmla="*/ 136217 w 144418"/>
                <a:gd name="connsiteY76" fmla="*/ 6029 h 144417"/>
                <a:gd name="connsiteX77" fmla="*/ 122901 w 144418"/>
                <a:gd name="connsiteY77" fmla="*/ 32651 h 144417"/>
                <a:gd name="connsiteX78" fmla="*/ 128168 w 144418"/>
                <a:gd name="connsiteY78" fmla="*/ 32651 h 144417"/>
                <a:gd name="connsiteX79" fmla="*/ 142094 w 144418"/>
                <a:gd name="connsiteY79" fmla="*/ 31880 h 144417"/>
                <a:gd name="connsiteX80" fmla="*/ 142094 w 144418"/>
                <a:gd name="connsiteY80" fmla="*/ 48596 h 144417"/>
                <a:gd name="connsiteX81" fmla="*/ 126616 w 144418"/>
                <a:gd name="connsiteY81" fmla="*/ 47825 h 144417"/>
                <a:gd name="connsiteX82" fmla="*/ 114538 w 144418"/>
                <a:gd name="connsiteY82" fmla="*/ 47825 h 144417"/>
                <a:gd name="connsiteX83" fmla="*/ 114538 w 144418"/>
                <a:gd name="connsiteY83" fmla="*/ 62379 h 144417"/>
                <a:gd name="connsiteX84" fmla="*/ 124911 w 144418"/>
                <a:gd name="connsiteY84" fmla="*/ 62379 h 144417"/>
                <a:gd name="connsiteX85" fmla="*/ 138379 w 144418"/>
                <a:gd name="connsiteY85" fmla="*/ 61598 h 144417"/>
                <a:gd name="connsiteX86" fmla="*/ 138379 w 144418"/>
                <a:gd name="connsiteY86" fmla="*/ 78171 h 144417"/>
                <a:gd name="connsiteX87" fmla="*/ 124911 w 144418"/>
                <a:gd name="connsiteY87" fmla="*/ 77400 h 144417"/>
                <a:gd name="connsiteX88" fmla="*/ 114538 w 144418"/>
                <a:gd name="connsiteY88" fmla="*/ 77400 h 144417"/>
                <a:gd name="connsiteX89" fmla="*/ 114538 w 144418"/>
                <a:gd name="connsiteY89" fmla="*/ 93802 h 144417"/>
                <a:gd name="connsiteX90" fmla="*/ 128940 w 144418"/>
                <a:gd name="connsiteY90" fmla="*/ 93802 h 144417"/>
                <a:gd name="connsiteX91" fmla="*/ 144418 w 144418"/>
                <a:gd name="connsiteY91" fmla="*/ 93021 h 144417"/>
                <a:gd name="connsiteX92" fmla="*/ 144418 w 144418"/>
                <a:gd name="connsiteY92" fmla="*/ 110052 h 144417"/>
                <a:gd name="connsiteX93" fmla="*/ 129407 w 144418"/>
                <a:gd name="connsiteY93" fmla="*/ 109128 h 144417"/>
                <a:gd name="connsiteX94" fmla="*/ 114538 w 144418"/>
                <a:gd name="connsiteY94" fmla="*/ 109128 h 144417"/>
                <a:gd name="connsiteX95" fmla="*/ 114538 w 144418"/>
                <a:gd name="connsiteY95" fmla="*/ 126463 h 144417"/>
                <a:gd name="connsiteX96" fmla="*/ 115472 w 144418"/>
                <a:gd name="connsiteY96" fmla="*/ 144418 h 144417"/>
                <a:gd name="connsiteX97" fmla="*/ 96898 w 144418"/>
                <a:gd name="connsiteY97" fmla="*/ 144418 h 144417"/>
                <a:gd name="connsiteX98" fmla="*/ 97984 w 144418"/>
                <a:gd name="connsiteY98" fmla="*/ 126301 h 144417"/>
                <a:gd name="connsiteX99" fmla="*/ 97984 w 144418"/>
                <a:gd name="connsiteY99" fmla="*/ 109128 h 144417"/>
                <a:gd name="connsiteX100" fmla="*/ 85754 w 144418"/>
                <a:gd name="connsiteY100" fmla="*/ 109128 h 144417"/>
                <a:gd name="connsiteX101" fmla="*/ 70580 w 144418"/>
                <a:gd name="connsiteY101" fmla="*/ 110052 h 144417"/>
                <a:gd name="connsiteX102" fmla="*/ 70580 w 144418"/>
                <a:gd name="connsiteY102" fmla="*/ 93021 h 144417"/>
                <a:gd name="connsiteX103" fmla="*/ 85287 w 144418"/>
                <a:gd name="connsiteY103" fmla="*/ 93802 h 144417"/>
                <a:gd name="connsiteX104" fmla="*/ 97984 w 144418"/>
                <a:gd name="connsiteY104" fmla="*/ 93802 h 144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44418" h="144417">
                  <a:moveTo>
                    <a:pt x="24003" y="109594"/>
                  </a:moveTo>
                  <a:cubicBezTo>
                    <a:pt x="22041" y="121577"/>
                    <a:pt x="18612" y="133274"/>
                    <a:pt x="13773" y="144418"/>
                  </a:cubicBezTo>
                  <a:lnTo>
                    <a:pt x="0" y="135131"/>
                  </a:lnTo>
                  <a:cubicBezTo>
                    <a:pt x="5563" y="125768"/>
                    <a:pt x="9239" y="115405"/>
                    <a:pt x="10839" y="104632"/>
                  </a:cubicBezTo>
                  <a:close/>
                  <a:moveTo>
                    <a:pt x="56807" y="37776"/>
                  </a:moveTo>
                  <a:cubicBezTo>
                    <a:pt x="60484" y="37805"/>
                    <a:pt x="64151" y="37605"/>
                    <a:pt x="67799" y="37147"/>
                  </a:cubicBezTo>
                  <a:cubicBezTo>
                    <a:pt x="67304" y="41719"/>
                    <a:pt x="67094" y="46320"/>
                    <a:pt x="67180" y="50920"/>
                  </a:cubicBezTo>
                  <a:lnTo>
                    <a:pt x="67180" y="88849"/>
                  </a:lnTo>
                  <a:cubicBezTo>
                    <a:pt x="66980" y="93440"/>
                    <a:pt x="67142" y="98050"/>
                    <a:pt x="67647" y="102622"/>
                  </a:cubicBezTo>
                  <a:cubicBezTo>
                    <a:pt x="63303" y="102317"/>
                    <a:pt x="60369" y="102317"/>
                    <a:pt x="54492" y="102317"/>
                  </a:cubicBezTo>
                  <a:lnTo>
                    <a:pt x="23536" y="102317"/>
                  </a:lnTo>
                  <a:cubicBezTo>
                    <a:pt x="20126" y="102317"/>
                    <a:pt x="15478" y="102470"/>
                    <a:pt x="9601" y="102622"/>
                  </a:cubicBezTo>
                  <a:cubicBezTo>
                    <a:pt x="10068" y="97984"/>
                    <a:pt x="10211" y="93345"/>
                    <a:pt x="10211" y="88849"/>
                  </a:cubicBezTo>
                  <a:lnTo>
                    <a:pt x="10211" y="52930"/>
                  </a:lnTo>
                  <a:cubicBezTo>
                    <a:pt x="7563" y="49473"/>
                    <a:pt x="4439" y="46406"/>
                    <a:pt x="934" y="43805"/>
                  </a:cubicBezTo>
                  <a:cubicBezTo>
                    <a:pt x="8601" y="35604"/>
                    <a:pt x="14783" y="26117"/>
                    <a:pt x="19202" y="15792"/>
                  </a:cubicBezTo>
                  <a:cubicBezTo>
                    <a:pt x="21603" y="10763"/>
                    <a:pt x="23365" y="5458"/>
                    <a:pt x="24451" y="0"/>
                  </a:cubicBezTo>
                  <a:lnTo>
                    <a:pt x="40396" y="2629"/>
                  </a:lnTo>
                  <a:cubicBezTo>
                    <a:pt x="39938" y="3867"/>
                    <a:pt x="39624" y="4334"/>
                    <a:pt x="39014" y="6353"/>
                  </a:cubicBezTo>
                  <a:cubicBezTo>
                    <a:pt x="38233" y="8363"/>
                    <a:pt x="37309" y="10687"/>
                    <a:pt x="36690" y="12382"/>
                  </a:cubicBezTo>
                  <a:lnTo>
                    <a:pt x="48920" y="12382"/>
                  </a:lnTo>
                  <a:cubicBezTo>
                    <a:pt x="51730" y="12582"/>
                    <a:pt x="54550" y="12316"/>
                    <a:pt x="57274" y="11601"/>
                  </a:cubicBezTo>
                  <a:lnTo>
                    <a:pt x="62998" y="19040"/>
                  </a:lnTo>
                  <a:cubicBezTo>
                    <a:pt x="61189" y="21726"/>
                    <a:pt x="59636" y="24574"/>
                    <a:pt x="58360" y="27546"/>
                  </a:cubicBezTo>
                  <a:cubicBezTo>
                    <a:pt x="56969" y="30651"/>
                    <a:pt x="55102" y="34052"/>
                    <a:pt x="53092" y="37776"/>
                  </a:cubicBezTo>
                  <a:close/>
                  <a:moveTo>
                    <a:pt x="24003" y="62836"/>
                  </a:moveTo>
                  <a:lnTo>
                    <a:pt x="32509" y="62836"/>
                  </a:lnTo>
                  <a:lnTo>
                    <a:pt x="32509" y="50768"/>
                  </a:lnTo>
                  <a:lnTo>
                    <a:pt x="24003" y="50768"/>
                  </a:lnTo>
                  <a:close/>
                  <a:moveTo>
                    <a:pt x="24003" y="89002"/>
                  </a:moveTo>
                  <a:lnTo>
                    <a:pt x="32509" y="89002"/>
                  </a:lnTo>
                  <a:lnTo>
                    <a:pt x="32509" y="75847"/>
                  </a:lnTo>
                  <a:lnTo>
                    <a:pt x="24003" y="75847"/>
                  </a:lnTo>
                  <a:close/>
                  <a:moveTo>
                    <a:pt x="36224" y="107261"/>
                  </a:moveTo>
                  <a:cubicBezTo>
                    <a:pt x="38338" y="117938"/>
                    <a:pt x="39624" y="128749"/>
                    <a:pt x="40091" y="139617"/>
                  </a:cubicBezTo>
                  <a:lnTo>
                    <a:pt x="26470" y="142551"/>
                  </a:lnTo>
                  <a:lnTo>
                    <a:pt x="26470" y="136369"/>
                  </a:lnTo>
                  <a:cubicBezTo>
                    <a:pt x="26289" y="127502"/>
                    <a:pt x="25517" y="118662"/>
                    <a:pt x="24146" y="109899"/>
                  </a:cubicBezTo>
                  <a:close/>
                  <a:moveTo>
                    <a:pt x="37147" y="37776"/>
                  </a:moveTo>
                  <a:cubicBezTo>
                    <a:pt x="39453" y="33871"/>
                    <a:pt x="41519" y="29842"/>
                    <a:pt x="43348" y="25698"/>
                  </a:cubicBezTo>
                  <a:lnTo>
                    <a:pt x="30804" y="25698"/>
                  </a:lnTo>
                  <a:cubicBezTo>
                    <a:pt x="28870" y="29842"/>
                    <a:pt x="26699" y="33880"/>
                    <a:pt x="24308" y="37776"/>
                  </a:cubicBezTo>
                  <a:close/>
                  <a:moveTo>
                    <a:pt x="51549" y="106337"/>
                  </a:moveTo>
                  <a:cubicBezTo>
                    <a:pt x="54645" y="115681"/>
                    <a:pt x="56969" y="125254"/>
                    <a:pt x="58512" y="134979"/>
                  </a:cubicBezTo>
                  <a:lnTo>
                    <a:pt x="45825" y="138379"/>
                  </a:lnTo>
                  <a:cubicBezTo>
                    <a:pt x="44825" y="128473"/>
                    <a:pt x="42910" y="118681"/>
                    <a:pt x="40091" y="109128"/>
                  </a:cubicBezTo>
                  <a:close/>
                  <a:moveTo>
                    <a:pt x="45196" y="62836"/>
                  </a:moveTo>
                  <a:lnTo>
                    <a:pt x="53397" y="62836"/>
                  </a:lnTo>
                  <a:lnTo>
                    <a:pt x="53397" y="50768"/>
                  </a:lnTo>
                  <a:lnTo>
                    <a:pt x="45196" y="50768"/>
                  </a:lnTo>
                  <a:close/>
                  <a:moveTo>
                    <a:pt x="45196" y="89002"/>
                  </a:moveTo>
                  <a:lnTo>
                    <a:pt x="53397" y="89002"/>
                  </a:lnTo>
                  <a:lnTo>
                    <a:pt x="53397" y="75847"/>
                  </a:lnTo>
                  <a:lnTo>
                    <a:pt x="45196" y="75847"/>
                  </a:lnTo>
                  <a:close/>
                  <a:moveTo>
                    <a:pt x="66713" y="104632"/>
                  </a:moveTo>
                  <a:cubicBezTo>
                    <a:pt x="70075" y="112785"/>
                    <a:pt x="72866" y="121167"/>
                    <a:pt x="75076" y="129711"/>
                  </a:cubicBezTo>
                  <a:lnTo>
                    <a:pt x="63627" y="133883"/>
                  </a:lnTo>
                  <a:cubicBezTo>
                    <a:pt x="61960" y="124977"/>
                    <a:pt x="59360" y="116262"/>
                    <a:pt x="55874" y="107890"/>
                  </a:cubicBezTo>
                  <a:close/>
                  <a:moveTo>
                    <a:pt x="97984" y="77400"/>
                  </a:moveTo>
                  <a:lnTo>
                    <a:pt x="88230" y="77400"/>
                  </a:lnTo>
                  <a:cubicBezTo>
                    <a:pt x="83877" y="77267"/>
                    <a:pt x="79534" y="77524"/>
                    <a:pt x="75228" y="78171"/>
                  </a:cubicBezTo>
                  <a:lnTo>
                    <a:pt x="75228" y="61598"/>
                  </a:lnTo>
                  <a:cubicBezTo>
                    <a:pt x="79581" y="62236"/>
                    <a:pt x="83991" y="62493"/>
                    <a:pt x="88383" y="62379"/>
                  </a:cubicBezTo>
                  <a:lnTo>
                    <a:pt x="97984" y="62379"/>
                  </a:lnTo>
                  <a:lnTo>
                    <a:pt x="97984" y="47825"/>
                  </a:lnTo>
                  <a:lnTo>
                    <a:pt x="86839" y="47825"/>
                  </a:lnTo>
                  <a:cubicBezTo>
                    <a:pt x="81725" y="47787"/>
                    <a:pt x="76600" y="48044"/>
                    <a:pt x="71514" y="48596"/>
                  </a:cubicBezTo>
                  <a:lnTo>
                    <a:pt x="71514" y="31880"/>
                  </a:lnTo>
                  <a:cubicBezTo>
                    <a:pt x="75914" y="32556"/>
                    <a:pt x="80372" y="32813"/>
                    <a:pt x="84820" y="32651"/>
                  </a:cubicBezTo>
                  <a:lnTo>
                    <a:pt x="87306" y="32651"/>
                  </a:lnTo>
                  <a:cubicBezTo>
                    <a:pt x="84725" y="23831"/>
                    <a:pt x="80867" y="15440"/>
                    <a:pt x="75848" y="7734"/>
                  </a:cubicBezTo>
                  <a:lnTo>
                    <a:pt x="89925" y="1086"/>
                  </a:lnTo>
                  <a:cubicBezTo>
                    <a:pt x="94898" y="8925"/>
                    <a:pt x="98993" y="17278"/>
                    <a:pt x="102165" y="26003"/>
                  </a:cubicBezTo>
                  <a:lnTo>
                    <a:pt x="87306" y="32651"/>
                  </a:lnTo>
                  <a:lnTo>
                    <a:pt x="106651" y="32651"/>
                  </a:lnTo>
                  <a:cubicBezTo>
                    <a:pt x="112357" y="22365"/>
                    <a:pt x="116872" y="11468"/>
                    <a:pt x="120110" y="152"/>
                  </a:cubicBezTo>
                  <a:lnTo>
                    <a:pt x="136217" y="6029"/>
                  </a:lnTo>
                  <a:cubicBezTo>
                    <a:pt x="132626" y="15307"/>
                    <a:pt x="128168" y="24222"/>
                    <a:pt x="122901" y="32651"/>
                  </a:cubicBezTo>
                  <a:lnTo>
                    <a:pt x="128168" y="32651"/>
                  </a:lnTo>
                  <a:cubicBezTo>
                    <a:pt x="132826" y="32813"/>
                    <a:pt x="137484" y="32556"/>
                    <a:pt x="142094" y="31880"/>
                  </a:cubicBezTo>
                  <a:lnTo>
                    <a:pt x="142094" y="48596"/>
                  </a:lnTo>
                  <a:cubicBezTo>
                    <a:pt x="136951" y="48044"/>
                    <a:pt x="131788" y="47787"/>
                    <a:pt x="126616" y="47825"/>
                  </a:cubicBezTo>
                  <a:lnTo>
                    <a:pt x="114538" y="47825"/>
                  </a:lnTo>
                  <a:lnTo>
                    <a:pt x="114538" y="62379"/>
                  </a:lnTo>
                  <a:lnTo>
                    <a:pt x="124911" y="62379"/>
                  </a:lnTo>
                  <a:cubicBezTo>
                    <a:pt x="129416" y="62512"/>
                    <a:pt x="133921" y="62255"/>
                    <a:pt x="138379" y="61598"/>
                  </a:cubicBezTo>
                  <a:lnTo>
                    <a:pt x="138379" y="78171"/>
                  </a:lnTo>
                  <a:cubicBezTo>
                    <a:pt x="133921" y="77533"/>
                    <a:pt x="129416" y="77267"/>
                    <a:pt x="124911" y="77400"/>
                  </a:cubicBezTo>
                  <a:lnTo>
                    <a:pt x="114538" y="77400"/>
                  </a:lnTo>
                  <a:lnTo>
                    <a:pt x="114538" y="93802"/>
                  </a:lnTo>
                  <a:lnTo>
                    <a:pt x="128940" y="93802"/>
                  </a:lnTo>
                  <a:cubicBezTo>
                    <a:pt x="134112" y="93888"/>
                    <a:pt x="139284" y="93631"/>
                    <a:pt x="144418" y="93021"/>
                  </a:cubicBezTo>
                  <a:lnTo>
                    <a:pt x="144418" y="110052"/>
                  </a:lnTo>
                  <a:cubicBezTo>
                    <a:pt x="139446" y="109394"/>
                    <a:pt x="134426" y="109080"/>
                    <a:pt x="129407" y="109128"/>
                  </a:cubicBezTo>
                  <a:lnTo>
                    <a:pt x="114538" y="109128"/>
                  </a:lnTo>
                  <a:lnTo>
                    <a:pt x="114538" y="126463"/>
                  </a:lnTo>
                  <a:cubicBezTo>
                    <a:pt x="114491" y="132464"/>
                    <a:pt x="114805" y="138455"/>
                    <a:pt x="115472" y="144418"/>
                  </a:cubicBezTo>
                  <a:lnTo>
                    <a:pt x="96898" y="144418"/>
                  </a:lnTo>
                  <a:cubicBezTo>
                    <a:pt x="97726" y="138417"/>
                    <a:pt x="98088" y="132359"/>
                    <a:pt x="97984" y="126301"/>
                  </a:cubicBezTo>
                  <a:lnTo>
                    <a:pt x="97984" y="109128"/>
                  </a:lnTo>
                  <a:lnTo>
                    <a:pt x="85754" y="109128"/>
                  </a:lnTo>
                  <a:cubicBezTo>
                    <a:pt x="80677" y="108995"/>
                    <a:pt x="75600" y="109299"/>
                    <a:pt x="70580" y="110052"/>
                  </a:cubicBezTo>
                  <a:lnTo>
                    <a:pt x="70580" y="93021"/>
                  </a:lnTo>
                  <a:cubicBezTo>
                    <a:pt x="75457" y="93611"/>
                    <a:pt x="80372" y="93869"/>
                    <a:pt x="85287" y="93802"/>
                  </a:cubicBezTo>
                  <a:lnTo>
                    <a:pt x="97984" y="93802"/>
                  </a:ln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44" name="フリーフォーム: 図形 443">
              <a:extLst>
                <a:ext uri="{FF2B5EF4-FFF2-40B4-BE49-F238E27FC236}">
                  <a16:creationId xmlns:a16="http://schemas.microsoft.com/office/drawing/2014/main" id="{E31EEDE4-D75D-E508-0128-8C20D803AB0B}"/>
                </a:ext>
              </a:extLst>
            </p:cNvPr>
            <p:cNvSpPr/>
            <p:nvPr/>
          </p:nvSpPr>
          <p:spPr>
            <a:xfrm>
              <a:off x="4660124" y="4184141"/>
              <a:ext cx="137455" cy="137760"/>
            </a:xfrm>
            <a:custGeom>
              <a:avLst/>
              <a:gdLst>
                <a:gd name="connsiteX0" fmla="*/ 61446 w 137455"/>
                <a:gd name="connsiteY0" fmla="*/ 30032 h 137760"/>
                <a:gd name="connsiteX1" fmla="*/ 74609 w 137455"/>
                <a:gd name="connsiteY1" fmla="*/ 27089 h 137760"/>
                <a:gd name="connsiteX2" fmla="*/ 74447 w 137455"/>
                <a:gd name="connsiteY2" fmla="*/ 18574 h 137760"/>
                <a:gd name="connsiteX3" fmla="*/ 73524 w 137455"/>
                <a:gd name="connsiteY3" fmla="*/ 0 h 137760"/>
                <a:gd name="connsiteX4" fmla="*/ 93031 w 137455"/>
                <a:gd name="connsiteY4" fmla="*/ 0 h 137760"/>
                <a:gd name="connsiteX5" fmla="*/ 92259 w 137455"/>
                <a:gd name="connsiteY5" fmla="*/ 24765 h 137760"/>
                <a:gd name="connsiteX6" fmla="*/ 101232 w 137455"/>
                <a:gd name="connsiteY6" fmla="*/ 24298 h 137760"/>
                <a:gd name="connsiteX7" fmla="*/ 137455 w 137455"/>
                <a:gd name="connsiteY7" fmla="*/ 55874 h 137760"/>
                <a:gd name="connsiteX8" fmla="*/ 124911 w 137455"/>
                <a:gd name="connsiteY8" fmla="*/ 82810 h 137760"/>
                <a:gd name="connsiteX9" fmla="*/ 96269 w 137455"/>
                <a:gd name="connsiteY9" fmla="*/ 91945 h 137760"/>
                <a:gd name="connsiteX10" fmla="*/ 72285 w 137455"/>
                <a:gd name="connsiteY10" fmla="*/ 87611 h 137760"/>
                <a:gd name="connsiteX11" fmla="*/ 69494 w 137455"/>
                <a:gd name="connsiteY11" fmla="*/ 68571 h 137760"/>
                <a:gd name="connsiteX12" fmla="*/ 94260 w 137455"/>
                <a:gd name="connsiteY12" fmla="*/ 74600 h 137760"/>
                <a:gd name="connsiteX13" fmla="*/ 111747 w 137455"/>
                <a:gd name="connsiteY13" fmla="*/ 69494 h 137760"/>
                <a:gd name="connsiteX14" fmla="*/ 118100 w 137455"/>
                <a:gd name="connsiteY14" fmla="*/ 56340 h 137760"/>
                <a:gd name="connsiteX15" fmla="*/ 97508 w 137455"/>
                <a:gd name="connsiteY15" fmla="*/ 40862 h 137760"/>
                <a:gd name="connsiteX16" fmla="*/ 51073 w 137455"/>
                <a:gd name="connsiteY16" fmla="*/ 50463 h 137760"/>
                <a:gd name="connsiteX17" fmla="*/ 70742 w 137455"/>
                <a:gd name="connsiteY17" fmla="*/ 125692 h 137760"/>
                <a:gd name="connsiteX18" fmla="*/ 73057 w 137455"/>
                <a:gd name="connsiteY18" fmla="*/ 133122 h 137760"/>
                <a:gd name="connsiteX19" fmla="*/ 52626 w 137455"/>
                <a:gd name="connsiteY19" fmla="*/ 137760 h 137760"/>
                <a:gd name="connsiteX20" fmla="*/ 33738 w 137455"/>
                <a:gd name="connsiteY20" fmla="*/ 55416 h 137760"/>
                <a:gd name="connsiteX21" fmla="*/ 25994 w 137455"/>
                <a:gd name="connsiteY21" fmla="*/ 58207 h 137760"/>
                <a:gd name="connsiteX22" fmla="*/ 6039 w 137455"/>
                <a:gd name="connsiteY22" fmla="*/ 66094 h 137760"/>
                <a:gd name="connsiteX23" fmla="*/ 0 w 137455"/>
                <a:gd name="connsiteY23" fmla="*/ 47977 h 137760"/>
                <a:gd name="connsiteX24" fmla="*/ 14078 w 137455"/>
                <a:gd name="connsiteY24" fmla="*/ 43967 h 137760"/>
                <a:gd name="connsiteX25" fmla="*/ 29099 w 137455"/>
                <a:gd name="connsiteY25" fmla="*/ 39167 h 137760"/>
                <a:gd name="connsiteX26" fmla="*/ 18574 w 137455"/>
                <a:gd name="connsiteY26" fmla="*/ 10373 h 137760"/>
                <a:gd name="connsiteX27" fmla="*/ 37767 w 137455"/>
                <a:gd name="connsiteY27" fmla="*/ 4953 h 137760"/>
                <a:gd name="connsiteX28" fmla="*/ 43177 w 137455"/>
                <a:gd name="connsiteY28" fmla="*/ 23222 h 137760"/>
                <a:gd name="connsiteX29" fmla="*/ 46434 w 137455"/>
                <a:gd name="connsiteY29" fmla="*/ 34204 h 137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7455" h="137760">
                  <a:moveTo>
                    <a:pt x="61446" y="30032"/>
                  </a:moveTo>
                  <a:cubicBezTo>
                    <a:pt x="65780" y="28937"/>
                    <a:pt x="68418" y="28327"/>
                    <a:pt x="74609" y="27089"/>
                  </a:cubicBezTo>
                  <a:cubicBezTo>
                    <a:pt x="74609" y="23994"/>
                    <a:pt x="74609" y="23994"/>
                    <a:pt x="74447" y="18574"/>
                  </a:cubicBezTo>
                  <a:cubicBezTo>
                    <a:pt x="74771" y="12373"/>
                    <a:pt x="74467" y="6144"/>
                    <a:pt x="73524" y="0"/>
                  </a:cubicBezTo>
                  <a:lnTo>
                    <a:pt x="93031" y="0"/>
                  </a:lnTo>
                  <a:cubicBezTo>
                    <a:pt x="92173" y="8230"/>
                    <a:pt x="91916" y="16507"/>
                    <a:pt x="92259" y="24765"/>
                  </a:cubicBezTo>
                  <a:cubicBezTo>
                    <a:pt x="95964" y="24460"/>
                    <a:pt x="98136" y="24298"/>
                    <a:pt x="101232" y="24298"/>
                  </a:cubicBezTo>
                  <a:cubicBezTo>
                    <a:pt x="123054" y="24298"/>
                    <a:pt x="137455" y="36833"/>
                    <a:pt x="137455" y="55874"/>
                  </a:cubicBezTo>
                  <a:cubicBezTo>
                    <a:pt x="137465" y="66265"/>
                    <a:pt x="132874" y="76124"/>
                    <a:pt x="124911" y="82810"/>
                  </a:cubicBezTo>
                  <a:cubicBezTo>
                    <a:pt x="116758" y="89154"/>
                    <a:pt x="106604" y="92393"/>
                    <a:pt x="96269" y="91945"/>
                  </a:cubicBezTo>
                  <a:cubicBezTo>
                    <a:pt x="88097" y="91802"/>
                    <a:pt x="79991" y="90345"/>
                    <a:pt x="72285" y="87611"/>
                  </a:cubicBezTo>
                  <a:cubicBezTo>
                    <a:pt x="72257" y="81162"/>
                    <a:pt x="71314" y="74752"/>
                    <a:pt x="69494" y="68571"/>
                  </a:cubicBezTo>
                  <a:cubicBezTo>
                    <a:pt x="77200" y="72380"/>
                    <a:pt x="85658" y="74438"/>
                    <a:pt x="94260" y="74600"/>
                  </a:cubicBezTo>
                  <a:cubicBezTo>
                    <a:pt x="100470" y="74695"/>
                    <a:pt x="106566" y="72914"/>
                    <a:pt x="111747" y="69494"/>
                  </a:cubicBezTo>
                  <a:cubicBezTo>
                    <a:pt x="115862" y="66389"/>
                    <a:pt x="118224" y="61493"/>
                    <a:pt x="118100" y="56340"/>
                  </a:cubicBezTo>
                  <a:cubicBezTo>
                    <a:pt x="118100" y="46596"/>
                    <a:pt x="110509" y="40862"/>
                    <a:pt x="97508" y="40862"/>
                  </a:cubicBezTo>
                  <a:cubicBezTo>
                    <a:pt x="81629" y="41681"/>
                    <a:pt x="65970" y="44920"/>
                    <a:pt x="51073" y="50463"/>
                  </a:cubicBezTo>
                  <a:cubicBezTo>
                    <a:pt x="60674" y="84058"/>
                    <a:pt x="61446" y="86992"/>
                    <a:pt x="70742" y="125692"/>
                  </a:cubicBezTo>
                  <a:cubicBezTo>
                    <a:pt x="71276" y="128235"/>
                    <a:pt x="72057" y="130721"/>
                    <a:pt x="73057" y="133122"/>
                  </a:cubicBezTo>
                  <a:lnTo>
                    <a:pt x="52626" y="137760"/>
                  </a:lnTo>
                  <a:cubicBezTo>
                    <a:pt x="48330" y="109890"/>
                    <a:pt x="42015" y="82372"/>
                    <a:pt x="33738" y="55416"/>
                  </a:cubicBezTo>
                  <a:cubicBezTo>
                    <a:pt x="31214" y="56493"/>
                    <a:pt x="28632" y="57426"/>
                    <a:pt x="25994" y="58207"/>
                  </a:cubicBezTo>
                  <a:cubicBezTo>
                    <a:pt x="19193" y="60436"/>
                    <a:pt x="12525" y="63065"/>
                    <a:pt x="6039" y="66094"/>
                  </a:cubicBezTo>
                  <a:lnTo>
                    <a:pt x="0" y="47977"/>
                  </a:lnTo>
                  <a:cubicBezTo>
                    <a:pt x="4801" y="47034"/>
                    <a:pt x="9506" y="45691"/>
                    <a:pt x="14078" y="43967"/>
                  </a:cubicBezTo>
                  <a:cubicBezTo>
                    <a:pt x="20422" y="41796"/>
                    <a:pt x="21660" y="41481"/>
                    <a:pt x="29099" y="39167"/>
                  </a:cubicBezTo>
                  <a:cubicBezTo>
                    <a:pt x="26470" y="29270"/>
                    <a:pt x="22946" y="19631"/>
                    <a:pt x="18574" y="10373"/>
                  </a:cubicBezTo>
                  <a:lnTo>
                    <a:pt x="37767" y="4953"/>
                  </a:lnTo>
                  <a:cubicBezTo>
                    <a:pt x="38995" y="11192"/>
                    <a:pt x="40815" y="17316"/>
                    <a:pt x="43177" y="23222"/>
                  </a:cubicBezTo>
                  <a:cubicBezTo>
                    <a:pt x="44425" y="27089"/>
                    <a:pt x="45034" y="29099"/>
                    <a:pt x="46434" y="34204"/>
                  </a:cubicBez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45" name="フリーフォーム: 図形 444">
              <a:extLst>
                <a:ext uri="{FF2B5EF4-FFF2-40B4-BE49-F238E27FC236}">
                  <a16:creationId xmlns:a16="http://schemas.microsoft.com/office/drawing/2014/main" id="{B6021171-FA78-0B32-185E-C1A8BD10B2D0}"/>
                </a:ext>
              </a:extLst>
            </p:cNvPr>
            <p:cNvSpPr/>
            <p:nvPr/>
          </p:nvSpPr>
          <p:spPr>
            <a:xfrm>
              <a:off x="4815830" y="4183989"/>
              <a:ext cx="141770" cy="133416"/>
            </a:xfrm>
            <a:custGeom>
              <a:avLst/>
              <a:gdLst>
                <a:gd name="connsiteX0" fmla="*/ 58655 w 141770"/>
                <a:gd name="connsiteY0" fmla="*/ 2162 h 133416"/>
                <a:gd name="connsiteX1" fmla="*/ 57417 w 141770"/>
                <a:gd name="connsiteY1" fmla="*/ 6963 h 133416"/>
                <a:gd name="connsiteX2" fmla="*/ 56483 w 141770"/>
                <a:gd name="connsiteY2" fmla="*/ 12230 h 133416"/>
                <a:gd name="connsiteX3" fmla="*/ 53864 w 141770"/>
                <a:gd name="connsiteY3" fmla="*/ 27079 h 133416"/>
                <a:gd name="connsiteX4" fmla="*/ 52778 w 141770"/>
                <a:gd name="connsiteY4" fmla="*/ 32814 h 133416"/>
                <a:gd name="connsiteX5" fmla="*/ 62370 w 141770"/>
                <a:gd name="connsiteY5" fmla="*/ 32347 h 133416"/>
                <a:gd name="connsiteX6" fmla="*/ 85287 w 141770"/>
                <a:gd name="connsiteY6" fmla="*/ 40548 h 133416"/>
                <a:gd name="connsiteX7" fmla="*/ 92555 w 141770"/>
                <a:gd name="connsiteY7" fmla="*/ 67942 h 133416"/>
                <a:gd name="connsiteX8" fmla="*/ 80629 w 141770"/>
                <a:gd name="connsiteY8" fmla="*/ 124282 h 133416"/>
                <a:gd name="connsiteX9" fmla="*/ 63456 w 141770"/>
                <a:gd name="connsiteY9" fmla="*/ 131254 h 133416"/>
                <a:gd name="connsiteX10" fmla="*/ 39624 w 141770"/>
                <a:gd name="connsiteY10" fmla="*/ 126768 h 133416"/>
                <a:gd name="connsiteX11" fmla="*/ 39929 w 141770"/>
                <a:gd name="connsiteY11" fmla="*/ 119958 h 133416"/>
                <a:gd name="connsiteX12" fmla="*/ 38376 w 141770"/>
                <a:gd name="connsiteY12" fmla="*/ 106804 h 133416"/>
                <a:gd name="connsiteX13" fmla="*/ 60979 w 141770"/>
                <a:gd name="connsiteY13" fmla="*/ 112833 h 133416"/>
                <a:gd name="connsiteX14" fmla="*/ 70266 w 141770"/>
                <a:gd name="connsiteY14" fmla="*/ 102318 h 133416"/>
                <a:gd name="connsiteX15" fmla="*/ 74286 w 141770"/>
                <a:gd name="connsiteY15" fmla="*/ 67018 h 133416"/>
                <a:gd name="connsiteX16" fmla="*/ 58503 w 141770"/>
                <a:gd name="connsiteY16" fmla="*/ 48596 h 133416"/>
                <a:gd name="connsiteX17" fmla="*/ 49530 w 141770"/>
                <a:gd name="connsiteY17" fmla="*/ 49063 h 133416"/>
                <a:gd name="connsiteX18" fmla="*/ 21508 w 141770"/>
                <a:gd name="connsiteY18" fmla="*/ 126149 h 133416"/>
                <a:gd name="connsiteX19" fmla="*/ 19183 w 141770"/>
                <a:gd name="connsiteY19" fmla="*/ 130788 h 133416"/>
                <a:gd name="connsiteX20" fmla="*/ 17945 w 141770"/>
                <a:gd name="connsiteY20" fmla="*/ 133417 h 133416"/>
                <a:gd name="connsiteX21" fmla="*/ 0 w 141770"/>
                <a:gd name="connsiteY21" fmla="*/ 123510 h 133416"/>
                <a:gd name="connsiteX22" fmla="*/ 16088 w 141770"/>
                <a:gd name="connsiteY22" fmla="*/ 94421 h 133416"/>
                <a:gd name="connsiteX23" fmla="*/ 31099 w 141770"/>
                <a:gd name="connsiteY23" fmla="*/ 50616 h 133416"/>
                <a:gd name="connsiteX24" fmla="*/ 3401 w 141770"/>
                <a:gd name="connsiteY24" fmla="*/ 55569 h 133416"/>
                <a:gd name="connsiteX25" fmla="*/ 1543 w 141770"/>
                <a:gd name="connsiteY25" fmla="*/ 37300 h 133416"/>
                <a:gd name="connsiteX26" fmla="*/ 34509 w 141770"/>
                <a:gd name="connsiteY26" fmla="*/ 34204 h 133416"/>
                <a:gd name="connsiteX27" fmla="*/ 38529 w 141770"/>
                <a:gd name="connsiteY27" fmla="*/ 2934 h 133416"/>
                <a:gd name="connsiteX28" fmla="*/ 38529 w 141770"/>
                <a:gd name="connsiteY28" fmla="*/ 0 h 133416"/>
                <a:gd name="connsiteX29" fmla="*/ 109890 w 141770"/>
                <a:gd name="connsiteY29" fmla="*/ 21974 h 133416"/>
                <a:gd name="connsiteX30" fmla="*/ 141770 w 141770"/>
                <a:gd name="connsiteY30" fmla="*/ 82344 h 133416"/>
                <a:gd name="connsiteX31" fmla="*/ 124130 w 141770"/>
                <a:gd name="connsiteY31" fmla="*/ 91326 h 133416"/>
                <a:gd name="connsiteX32" fmla="*/ 111747 w 141770"/>
                <a:gd name="connsiteY32" fmla="*/ 56188 h 133416"/>
                <a:gd name="connsiteX33" fmla="*/ 93945 w 141770"/>
                <a:gd name="connsiteY33" fmla="*/ 29718 h 13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41770" h="133416">
                  <a:moveTo>
                    <a:pt x="58655" y="2162"/>
                  </a:moveTo>
                  <a:cubicBezTo>
                    <a:pt x="58131" y="3734"/>
                    <a:pt x="57722" y="5334"/>
                    <a:pt x="57417" y="6963"/>
                  </a:cubicBezTo>
                  <a:cubicBezTo>
                    <a:pt x="57112" y="8972"/>
                    <a:pt x="56950" y="9744"/>
                    <a:pt x="56483" y="12230"/>
                  </a:cubicBezTo>
                  <a:cubicBezTo>
                    <a:pt x="56026" y="15478"/>
                    <a:pt x="56026" y="15478"/>
                    <a:pt x="53864" y="27079"/>
                  </a:cubicBezTo>
                  <a:cubicBezTo>
                    <a:pt x="53235" y="30489"/>
                    <a:pt x="53235" y="30804"/>
                    <a:pt x="52778" y="32814"/>
                  </a:cubicBezTo>
                  <a:cubicBezTo>
                    <a:pt x="57264" y="32509"/>
                    <a:pt x="59436" y="32347"/>
                    <a:pt x="62370" y="32347"/>
                  </a:cubicBezTo>
                  <a:cubicBezTo>
                    <a:pt x="70828" y="31718"/>
                    <a:pt x="79153" y="34700"/>
                    <a:pt x="85287" y="40548"/>
                  </a:cubicBezTo>
                  <a:cubicBezTo>
                    <a:pt x="91192" y="48387"/>
                    <a:pt x="93802" y="58217"/>
                    <a:pt x="92555" y="67942"/>
                  </a:cubicBezTo>
                  <a:cubicBezTo>
                    <a:pt x="92555" y="94564"/>
                    <a:pt x="88068" y="115776"/>
                    <a:pt x="80629" y="124282"/>
                  </a:cubicBezTo>
                  <a:cubicBezTo>
                    <a:pt x="76438" y="129349"/>
                    <a:pt x="69990" y="131959"/>
                    <a:pt x="63456" y="131254"/>
                  </a:cubicBezTo>
                  <a:cubicBezTo>
                    <a:pt x="55321" y="131055"/>
                    <a:pt x="47273" y="129549"/>
                    <a:pt x="39624" y="126768"/>
                  </a:cubicBezTo>
                  <a:cubicBezTo>
                    <a:pt x="39767" y="123672"/>
                    <a:pt x="39929" y="121510"/>
                    <a:pt x="39929" y="119958"/>
                  </a:cubicBezTo>
                  <a:cubicBezTo>
                    <a:pt x="39919" y="115529"/>
                    <a:pt x="39395" y="111109"/>
                    <a:pt x="38376" y="106804"/>
                  </a:cubicBezTo>
                  <a:cubicBezTo>
                    <a:pt x="45472" y="110176"/>
                    <a:pt x="53140" y="112223"/>
                    <a:pt x="60979" y="112833"/>
                  </a:cubicBezTo>
                  <a:cubicBezTo>
                    <a:pt x="65475" y="112833"/>
                    <a:pt x="67942" y="109899"/>
                    <a:pt x="70266" y="102318"/>
                  </a:cubicBezTo>
                  <a:cubicBezTo>
                    <a:pt x="73123" y="90773"/>
                    <a:pt x="74486" y="78905"/>
                    <a:pt x="74286" y="67018"/>
                  </a:cubicBezTo>
                  <a:cubicBezTo>
                    <a:pt x="74286" y="52778"/>
                    <a:pt x="70723" y="48596"/>
                    <a:pt x="58503" y="48596"/>
                  </a:cubicBezTo>
                  <a:cubicBezTo>
                    <a:pt x="55407" y="48596"/>
                    <a:pt x="53083" y="48758"/>
                    <a:pt x="49530" y="49063"/>
                  </a:cubicBezTo>
                  <a:cubicBezTo>
                    <a:pt x="43567" y="75867"/>
                    <a:pt x="34147" y="101775"/>
                    <a:pt x="21508" y="126149"/>
                  </a:cubicBezTo>
                  <a:cubicBezTo>
                    <a:pt x="20726" y="127702"/>
                    <a:pt x="20726" y="127702"/>
                    <a:pt x="19183" y="130788"/>
                  </a:cubicBezTo>
                  <a:cubicBezTo>
                    <a:pt x="18717" y="131721"/>
                    <a:pt x="18717" y="131874"/>
                    <a:pt x="17945" y="133417"/>
                  </a:cubicBezTo>
                  <a:lnTo>
                    <a:pt x="0" y="123510"/>
                  </a:lnTo>
                  <a:cubicBezTo>
                    <a:pt x="6306" y="114367"/>
                    <a:pt x="11697" y="104622"/>
                    <a:pt x="16088" y="94421"/>
                  </a:cubicBezTo>
                  <a:cubicBezTo>
                    <a:pt x="22374" y="80286"/>
                    <a:pt x="27404" y="65637"/>
                    <a:pt x="31099" y="50616"/>
                  </a:cubicBezTo>
                  <a:cubicBezTo>
                    <a:pt x="21793" y="51797"/>
                    <a:pt x="12544" y="53445"/>
                    <a:pt x="3401" y="55569"/>
                  </a:cubicBezTo>
                  <a:lnTo>
                    <a:pt x="1543" y="37300"/>
                  </a:lnTo>
                  <a:cubicBezTo>
                    <a:pt x="7268" y="37300"/>
                    <a:pt x="25994" y="35442"/>
                    <a:pt x="34509" y="34204"/>
                  </a:cubicBezTo>
                  <a:cubicBezTo>
                    <a:pt x="36538" y="23889"/>
                    <a:pt x="37881" y="13440"/>
                    <a:pt x="38529" y="2934"/>
                  </a:cubicBezTo>
                  <a:lnTo>
                    <a:pt x="38529" y="0"/>
                  </a:lnTo>
                  <a:close/>
                  <a:moveTo>
                    <a:pt x="109890" y="21974"/>
                  </a:moveTo>
                  <a:cubicBezTo>
                    <a:pt x="125006" y="39386"/>
                    <a:pt x="135922" y="60045"/>
                    <a:pt x="141770" y="82344"/>
                  </a:cubicBezTo>
                  <a:lnTo>
                    <a:pt x="124130" y="91326"/>
                  </a:lnTo>
                  <a:cubicBezTo>
                    <a:pt x="121596" y="79105"/>
                    <a:pt x="117434" y="67294"/>
                    <a:pt x="111747" y="56188"/>
                  </a:cubicBezTo>
                  <a:cubicBezTo>
                    <a:pt x="107271" y="46472"/>
                    <a:pt x="101260" y="37529"/>
                    <a:pt x="93945" y="29718"/>
                  </a:cubicBez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46" name="フリーフォーム: 図形 445">
              <a:extLst>
                <a:ext uri="{FF2B5EF4-FFF2-40B4-BE49-F238E27FC236}">
                  <a16:creationId xmlns:a16="http://schemas.microsoft.com/office/drawing/2014/main" id="{F4BEA1B8-A67E-4479-26F4-066AD5DD6B1F}"/>
                </a:ext>
              </a:extLst>
            </p:cNvPr>
            <p:cNvSpPr/>
            <p:nvPr/>
          </p:nvSpPr>
          <p:spPr>
            <a:xfrm>
              <a:off x="4973688" y="4196361"/>
              <a:ext cx="141322" cy="119348"/>
            </a:xfrm>
            <a:custGeom>
              <a:avLst/>
              <a:gdLst>
                <a:gd name="connsiteX0" fmla="*/ 0 w 141322"/>
                <a:gd name="connsiteY0" fmla="*/ 6668 h 119348"/>
                <a:gd name="connsiteX1" fmla="*/ 5886 w 141322"/>
                <a:gd name="connsiteY1" fmla="*/ 6811 h 119348"/>
                <a:gd name="connsiteX2" fmla="*/ 31423 w 141322"/>
                <a:gd name="connsiteY2" fmla="*/ 5267 h 119348"/>
                <a:gd name="connsiteX3" fmla="*/ 110518 w 141322"/>
                <a:gd name="connsiteY3" fmla="*/ 1238 h 119348"/>
                <a:gd name="connsiteX4" fmla="*/ 126463 w 141322"/>
                <a:gd name="connsiteY4" fmla="*/ 0 h 119348"/>
                <a:gd name="connsiteX5" fmla="*/ 127549 w 141322"/>
                <a:gd name="connsiteY5" fmla="*/ 19669 h 119348"/>
                <a:gd name="connsiteX6" fmla="*/ 124301 w 141322"/>
                <a:gd name="connsiteY6" fmla="*/ 19507 h 119348"/>
                <a:gd name="connsiteX7" fmla="*/ 93650 w 141322"/>
                <a:gd name="connsiteY7" fmla="*/ 27870 h 119348"/>
                <a:gd name="connsiteX8" fmla="*/ 62389 w 141322"/>
                <a:gd name="connsiteY8" fmla="*/ 69199 h 119348"/>
                <a:gd name="connsiteX9" fmla="*/ 82972 w 141322"/>
                <a:gd name="connsiteY9" fmla="*/ 94431 h 119348"/>
                <a:gd name="connsiteX10" fmla="*/ 106032 w 141322"/>
                <a:gd name="connsiteY10" fmla="*/ 98450 h 119348"/>
                <a:gd name="connsiteX11" fmla="*/ 109128 w 141322"/>
                <a:gd name="connsiteY11" fmla="*/ 98298 h 119348"/>
                <a:gd name="connsiteX12" fmla="*/ 106347 w 141322"/>
                <a:gd name="connsiteY12" fmla="*/ 119348 h 119348"/>
                <a:gd name="connsiteX13" fmla="*/ 101079 w 141322"/>
                <a:gd name="connsiteY13" fmla="*/ 118415 h 119348"/>
                <a:gd name="connsiteX14" fmla="*/ 64856 w 141322"/>
                <a:gd name="connsiteY14" fmla="*/ 108204 h 119348"/>
                <a:gd name="connsiteX15" fmla="*/ 42720 w 141322"/>
                <a:gd name="connsiteY15" fmla="*/ 70904 h 119348"/>
                <a:gd name="connsiteX16" fmla="*/ 57426 w 141322"/>
                <a:gd name="connsiteY16" fmla="*/ 34528 h 119348"/>
                <a:gd name="connsiteX17" fmla="*/ 78943 w 141322"/>
                <a:gd name="connsiteY17" fmla="*/ 18888 h 119348"/>
                <a:gd name="connsiteX18" fmla="*/ 26775 w 141322"/>
                <a:gd name="connsiteY18" fmla="*/ 23841 h 119348"/>
                <a:gd name="connsiteX19" fmla="*/ 1086 w 141322"/>
                <a:gd name="connsiteY19" fmla="*/ 26946 h 119348"/>
                <a:gd name="connsiteX20" fmla="*/ 106651 w 141322"/>
                <a:gd name="connsiteY20" fmla="*/ 36386 h 119348"/>
                <a:gd name="connsiteX21" fmla="*/ 122901 w 141322"/>
                <a:gd name="connsiteY21" fmla="*/ 59131 h 119348"/>
                <a:gd name="connsiteX22" fmla="*/ 112071 w 141322"/>
                <a:gd name="connsiteY22" fmla="*/ 64865 h 119348"/>
                <a:gd name="connsiteX23" fmla="*/ 95812 w 141322"/>
                <a:gd name="connsiteY23" fmla="*/ 41796 h 119348"/>
                <a:gd name="connsiteX24" fmla="*/ 130645 w 141322"/>
                <a:gd name="connsiteY24" fmla="*/ 55112 h 119348"/>
                <a:gd name="connsiteX25" fmla="*/ 114852 w 141322"/>
                <a:gd name="connsiteY25" fmla="*/ 32661 h 119348"/>
                <a:gd name="connsiteX26" fmla="*/ 125225 w 141322"/>
                <a:gd name="connsiteY26" fmla="*/ 27251 h 119348"/>
                <a:gd name="connsiteX27" fmla="*/ 141322 w 141322"/>
                <a:gd name="connsiteY27" fmla="*/ 49073 h 11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41322" h="119348">
                  <a:moveTo>
                    <a:pt x="0" y="6668"/>
                  </a:moveTo>
                  <a:cubicBezTo>
                    <a:pt x="3410" y="6811"/>
                    <a:pt x="5115" y="6811"/>
                    <a:pt x="5886" y="6811"/>
                  </a:cubicBezTo>
                  <a:cubicBezTo>
                    <a:pt x="8668" y="6811"/>
                    <a:pt x="8668" y="6811"/>
                    <a:pt x="31423" y="5267"/>
                  </a:cubicBezTo>
                  <a:cubicBezTo>
                    <a:pt x="42720" y="4658"/>
                    <a:pt x="69199" y="3258"/>
                    <a:pt x="110518" y="1238"/>
                  </a:cubicBezTo>
                  <a:cubicBezTo>
                    <a:pt x="115862" y="1343"/>
                    <a:pt x="121206" y="934"/>
                    <a:pt x="126463" y="0"/>
                  </a:cubicBezTo>
                  <a:lnTo>
                    <a:pt x="127549" y="19669"/>
                  </a:lnTo>
                  <a:cubicBezTo>
                    <a:pt x="126463" y="19545"/>
                    <a:pt x="125387" y="19488"/>
                    <a:pt x="124301" y="19507"/>
                  </a:cubicBezTo>
                  <a:cubicBezTo>
                    <a:pt x="113576" y="19879"/>
                    <a:pt x="103080" y="22746"/>
                    <a:pt x="93650" y="27870"/>
                  </a:cubicBezTo>
                  <a:cubicBezTo>
                    <a:pt x="73990" y="38091"/>
                    <a:pt x="62389" y="53569"/>
                    <a:pt x="62389" y="69199"/>
                  </a:cubicBezTo>
                  <a:cubicBezTo>
                    <a:pt x="62474" y="81401"/>
                    <a:pt x="71037" y="91897"/>
                    <a:pt x="82972" y="94431"/>
                  </a:cubicBezTo>
                  <a:cubicBezTo>
                    <a:pt x="90459" y="96726"/>
                    <a:pt x="98203" y="98079"/>
                    <a:pt x="106032" y="98450"/>
                  </a:cubicBezTo>
                  <a:cubicBezTo>
                    <a:pt x="106185" y="98450"/>
                    <a:pt x="107585" y="98450"/>
                    <a:pt x="109128" y="98298"/>
                  </a:cubicBezTo>
                  <a:lnTo>
                    <a:pt x="106347" y="119348"/>
                  </a:lnTo>
                  <a:cubicBezTo>
                    <a:pt x="104327" y="118882"/>
                    <a:pt x="104023" y="118882"/>
                    <a:pt x="101079" y="118415"/>
                  </a:cubicBezTo>
                  <a:cubicBezTo>
                    <a:pt x="88440" y="117510"/>
                    <a:pt x="76114" y="114043"/>
                    <a:pt x="64856" y="108204"/>
                  </a:cubicBezTo>
                  <a:cubicBezTo>
                    <a:pt x="51035" y="100937"/>
                    <a:pt x="42481" y="86516"/>
                    <a:pt x="42720" y="70904"/>
                  </a:cubicBezTo>
                  <a:cubicBezTo>
                    <a:pt x="42882" y="57360"/>
                    <a:pt x="48130" y="44368"/>
                    <a:pt x="57426" y="34528"/>
                  </a:cubicBezTo>
                  <a:cubicBezTo>
                    <a:pt x="63513" y="27956"/>
                    <a:pt x="70818" y="22641"/>
                    <a:pt x="78943" y="18888"/>
                  </a:cubicBezTo>
                  <a:cubicBezTo>
                    <a:pt x="66408" y="20746"/>
                    <a:pt x="56817" y="21679"/>
                    <a:pt x="26775" y="23841"/>
                  </a:cubicBezTo>
                  <a:cubicBezTo>
                    <a:pt x="18155" y="24299"/>
                    <a:pt x="9573" y="25337"/>
                    <a:pt x="1086" y="26946"/>
                  </a:cubicBezTo>
                  <a:close/>
                  <a:moveTo>
                    <a:pt x="106651" y="36386"/>
                  </a:moveTo>
                  <a:cubicBezTo>
                    <a:pt x="113109" y="43177"/>
                    <a:pt x="118577" y="50835"/>
                    <a:pt x="122901" y="59131"/>
                  </a:cubicBezTo>
                  <a:lnTo>
                    <a:pt x="112071" y="64865"/>
                  </a:lnTo>
                  <a:cubicBezTo>
                    <a:pt x="107718" y="56474"/>
                    <a:pt x="102251" y="48721"/>
                    <a:pt x="95812" y="41796"/>
                  </a:cubicBezTo>
                  <a:close/>
                  <a:moveTo>
                    <a:pt x="130645" y="55112"/>
                  </a:moveTo>
                  <a:cubicBezTo>
                    <a:pt x="126301" y="47015"/>
                    <a:pt x="121006" y="39481"/>
                    <a:pt x="114852" y="32661"/>
                  </a:cubicBezTo>
                  <a:lnTo>
                    <a:pt x="125225" y="27251"/>
                  </a:lnTo>
                  <a:cubicBezTo>
                    <a:pt x="131664" y="33671"/>
                    <a:pt x="137093" y="41024"/>
                    <a:pt x="141322" y="49073"/>
                  </a:cubicBez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47" name="フリーフォーム: 図形 446">
              <a:extLst>
                <a:ext uri="{FF2B5EF4-FFF2-40B4-BE49-F238E27FC236}">
                  <a16:creationId xmlns:a16="http://schemas.microsoft.com/office/drawing/2014/main" id="{0997AEC2-57B3-556C-D934-0D0F0A0D5E45}"/>
                </a:ext>
              </a:extLst>
            </p:cNvPr>
            <p:cNvSpPr/>
            <p:nvPr/>
          </p:nvSpPr>
          <p:spPr>
            <a:xfrm>
              <a:off x="5125373" y="4182750"/>
              <a:ext cx="137902" cy="136433"/>
            </a:xfrm>
            <a:custGeom>
              <a:avLst/>
              <a:gdLst>
                <a:gd name="connsiteX0" fmla="*/ 58655 w 137902"/>
                <a:gd name="connsiteY0" fmla="*/ 2010 h 136433"/>
                <a:gd name="connsiteX1" fmla="*/ 56178 w 137902"/>
                <a:gd name="connsiteY1" fmla="*/ 12382 h 136433"/>
                <a:gd name="connsiteX2" fmla="*/ 52930 w 137902"/>
                <a:gd name="connsiteY2" fmla="*/ 26003 h 136433"/>
                <a:gd name="connsiteX3" fmla="*/ 77695 w 137902"/>
                <a:gd name="connsiteY3" fmla="*/ 21669 h 136433"/>
                <a:gd name="connsiteX4" fmla="*/ 78162 w 137902"/>
                <a:gd name="connsiteY4" fmla="*/ 39462 h 136433"/>
                <a:gd name="connsiteX5" fmla="*/ 73209 w 137902"/>
                <a:gd name="connsiteY5" fmla="*/ 40234 h 136433"/>
                <a:gd name="connsiteX6" fmla="*/ 48596 w 137902"/>
                <a:gd name="connsiteY6" fmla="*/ 43024 h 136433"/>
                <a:gd name="connsiteX7" fmla="*/ 31566 w 137902"/>
                <a:gd name="connsiteY7" fmla="*/ 87916 h 136433"/>
                <a:gd name="connsiteX8" fmla="*/ 20726 w 137902"/>
                <a:gd name="connsiteY8" fmla="*/ 109128 h 136433"/>
                <a:gd name="connsiteX9" fmla="*/ 17793 w 137902"/>
                <a:gd name="connsiteY9" fmla="*/ 114700 h 136433"/>
                <a:gd name="connsiteX10" fmla="*/ 0 w 137902"/>
                <a:gd name="connsiteY10" fmla="*/ 104794 h 136433"/>
                <a:gd name="connsiteX11" fmla="*/ 15011 w 137902"/>
                <a:gd name="connsiteY11" fmla="*/ 80020 h 136433"/>
                <a:gd name="connsiteX12" fmla="*/ 29556 w 137902"/>
                <a:gd name="connsiteY12" fmla="*/ 43491 h 136433"/>
                <a:gd name="connsiteX13" fmla="*/ 19812 w 137902"/>
                <a:gd name="connsiteY13" fmla="*/ 43653 h 136433"/>
                <a:gd name="connsiteX14" fmla="*/ 13611 w 137902"/>
                <a:gd name="connsiteY14" fmla="*/ 43491 h 136433"/>
                <a:gd name="connsiteX15" fmla="*/ 5410 w 137902"/>
                <a:gd name="connsiteY15" fmla="*/ 43339 h 136433"/>
                <a:gd name="connsiteX16" fmla="*/ 5410 w 137902"/>
                <a:gd name="connsiteY16" fmla="*/ 25689 h 136433"/>
                <a:gd name="connsiteX17" fmla="*/ 26298 w 137902"/>
                <a:gd name="connsiteY17" fmla="*/ 27089 h 136433"/>
                <a:gd name="connsiteX18" fmla="*/ 34195 w 137902"/>
                <a:gd name="connsiteY18" fmla="*/ 26927 h 136433"/>
                <a:gd name="connsiteX19" fmla="*/ 38843 w 137902"/>
                <a:gd name="connsiteY19" fmla="*/ 0 h 136433"/>
                <a:gd name="connsiteX20" fmla="*/ 128778 w 137902"/>
                <a:gd name="connsiteY20" fmla="*/ 127387 h 136433"/>
                <a:gd name="connsiteX21" fmla="*/ 105099 w 137902"/>
                <a:gd name="connsiteY21" fmla="*/ 108195 h 136433"/>
                <a:gd name="connsiteX22" fmla="*/ 105403 w 137902"/>
                <a:gd name="connsiteY22" fmla="*/ 111290 h 136433"/>
                <a:gd name="connsiteX23" fmla="*/ 98746 w 137902"/>
                <a:gd name="connsiteY23" fmla="*/ 127692 h 136433"/>
                <a:gd name="connsiteX24" fmla="*/ 73057 w 137902"/>
                <a:gd name="connsiteY24" fmla="*/ 136360 h 136433"/>
                <a:gd name="connsiteX25" fmla="*/ 39310 w 137902"/>
                <a:gd name="connsiteY25" fmla="*/ 110366 h 136433"/>
                <a:gd name="connsiteX26" fmla="*/ 72742 w 137902"/>
                <a:gd name="connsiteY26" fmla="*/ 83744 h 136433"/>
                <a:gd name="connsiteX27" fmla="*/ 87135 w 137902"/>
                <a:gd name="connsiteY27" fmla="*/ 85125 h 136433"/>
                <a:gd name="connsiteX28" fmla="*/ 86363 w 137902"/>
                <a:gd name="connsiteY28" fmla="*/ 67332 h 136433"/>
                <a:gd name="connsiteX29" fmla="*/ 87601 w 137902"/>
                <a:gd name="connsiteY29" fmla="*/ 51702 h 136433"/>
                <a:gd name="connsiteX30" fmla="*/ 105556 w 137902"/>
                <a:gd name="connsiteY30" fmla="*/ 52626 h 136433"/>
                <a:gd name="connsiteX31" fmla="*/ 103699 w 137902"/>
                <a:gd name="connsiteY31" fmla="*/ 68256 h 136433"/>
                <a:gd name="connsiteX32" fmla="*/ 105099 w 137902"/>
                <a:gd name="connsiteY32" fmla="*/ 89459 h 136433"/>
                <a:gd name="connsiteX33" fmla="*/ 129549 w 137902"/>
                <a:gd name="connsiteY33" fmla="*/ 103699 h 136433"/>
                <a:gd name="connsiteX34" fmla="*/ 134969 w 137902"/>
                <a:gd name="connsiteY34" fmla="*/ 107880 h 136433"/>
                <a:gd name="connsiteX35" fmla="*/ 137293 w 137902"/>
                <a:gd name="connsiteY35" fmla="*/ 110052 h 136433"/>
                <a:gd name="connsiteX36" fmla="*/ 73828 w 137902"/>
                <a:gd name="connsiteY36" fmla="*/ 99060 h 136433"/>
                <a:gd name="connsiteX37" fmla="*/ 57264 w 137902"/>
                <a:gd name="connsiteY37" fmla="*/ 109737 h 136433"/>
                <a:gd name="connsiteX38" fmla="*/ 72428 w 137902"/>
                <a:gd name="connsiteY38" fmla="*/ 119805 h 136433"/>
                <a:gd name="connsiteX39" fmla="*/ 88068 w 137902"/>
                <a:gd name="connsiteY39" fmla="*/ 106804 h 136433"/>
                <a:gd name="connsiteX40" fmla="*/ 87763 w 137902"/>
                <a:gd name="connsiteY40" fmla="*/ 101537 h 136433"/>
                <a:gd name="connsiteX41" fmla="*/ 73828 w 137902"/>
                <a:gd name="connsiteY41" fmla="*/ 99060 h 136433"/>
                <a:gd name="connsiteX42" fmla="*/ 129549 w 137902"/>
                <a:gd name="connsiteY42" fmla="*/ 56179 h 136433"/>
                <a:gd name="connsiteX43" fmla="*/ 84972 w 137902"/>
                <a:gd name="connsiteY43" fmla="*/ 34519 h 136433"/>
                <a:gd name="connsiteX44" fmla="*/ 94259 w 137902"/>
                <a:gd name="connsiteY44" fmla="*/ 19507 h 136433"/>
                <a:gd name="connsiteX45" fmla="*/ 137903 w 137902"/>
                <a:gd name="connsiteY45" fmla="*/ 40234 h 136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37902" h="136433">
                  <a:moveTo>
                    <a:pt x="58655" y="2010"/>
                  </a:moveTo>
                  <a:cubicBezTo>
                    <a:pt x="57598" y="5401"/>
                    <a:pt x="56769" y="8868"/>
                    <a:pt x="56178" y="12382"/>
                  </a:cubicBezTo>
                  <a:cubicBezTo>
                    <a:pt x="55407" y="16097"/>
                    <a:pt x="54635" y="19183"/>
                    <a:pt x="52930" y="26003"/>
                  </a:cubicBezTo>
                  <a:cubicBezTo>
                    <a:pt x="61303" y="25346"/>
                    <a:pt x="69599" y="23889"/>
                    <a:pt x="77695" y="21669"/>
                  </a:cubicBezTo>
                  <a:lnTo>
                    <a:pt x="78162" y="39462"/>
                  </a:lnTo>
                  <a:cubicBezTo>
                    <a:pt x="76495" y="39586"/>
                    <a:pt x="74838" y="39843"/>
                    <a:pt x="73209" y="40234"/>
                  </a:cubicBezTo>
                  <a:cubicBezTo>
                    <a:pt x="67637" y="41167"/>
                    <a:pt x="58188" y="42253"/>
                    <a:pt x="48596" y="43024"/>
                  </a:cubicBezTo>
                  <a:cubicBezTo>
                    <a:pt x="44139" y="58426"/>
                    <a:pt x="38443" y="73438"/>
                    <a:pt x="31566" y="87916"/>
                  </a:cubicBezTo>
                  <a:cubicBezTo>
                    <a:pt x="28013" y="95498"/>
                    <a:pt x="26622" y="98288"/>
                    <a:pt x="20726" y="109128"/>
                  </a:cubicBezTo>
                  <a:cubicBezTo>
                    <a:pt x="18717" y="112833"/>
                    <a:pt x="18717" y="112833"/>
                    <a:pt x="17793" y="114700"/>
                  </a:cubicBezTo>
                  <a:lnTo>
                    <a:pt x="0" y="104794"/>
                  </a:lnTo>
                  <a:cubicBezTo>
                    <a:pt x="5839" y="97069"/>
                    <a:pt x="10868" y="88773"/>
                    <a:pt x="15011" y="80020"/>
                  </a:cubicBezTo>
                  <a:cubicBezTo>
                    <a:pt x="20860" y="68266"/>
                    <a:pt x="25727" y="56055"/>
                    <a:pt x="29556" y="43491"/>
                  </a:cubicBezTo>
                  <a:cubicBezTo>
                    <a:pt x="22593" y="43653"/>
                    <a:pt x="21660" y="43653"/>
                    <a:pt x="19812" y="43653"/>
                  </a:cubicBezTo>
                  <a:cubicBezTo>
                    <a:pt x="17793" y="43653"/>
                    <a:pt x="16859" y="43653"/>
                    <a:pt x="13611" y="43491"/>
                  </a:cubicBezTo>
                  <a:lnTo>
                    <a:pt x="5410" y="43339"/>
                  </a:lnTo>
                  <a:lnTo>
                    <a:pt x="5410" y="25689"/>
                  </a:lnTo>
                  <a:cubicBezTo>
                    <a:pt x="12316" y="26841"/>
                    <a:pt x="19307" y="27308"/>
                    <a:pt x="26298" y="27089"/>
                  </a:cubicBezTo>
                  <a:cubicBezTo>
                    <a:pt x="28165" y="27089"/>
                    <a:pt x="30794" y="27089"/>
                    <a:pt x="34195" y="26927"/>
                  </a:cubicBezTo>
                  <a:cubicBezTo>
                    <a:pt x="36519" y="18107"/>
                    <a:pt x="38071" y="9096"/>
                    <a:pt x="38843" y="0"/>
                  </a:cubicBezTo>
                  <a:close/>
                  <a:moveTo>
                    <a:pt x="128778" y="127387"/>
                  </a:moveTo>
                  <a:cubicBezTo>
                    <a:pt x="121986" y="119739"/>
                    <a:pt x="113985" y="113252"/>
                    <a:pt x="105099" y="108195"/>
                  </a:cubicBezTo>
                  <a:cubicBezTo>
                    <a:pt x="105251" y="109585"/>
                    <a:pt x="105403" y="110671"/>
                    <a:pt x="105403" y="111290"/>
                  </a:cubicBezTo>
                  <a:cubicBezTo>
                    <a:pt x="105289" y="117396"/>
                    <a:pt x="102918" y="123234"/>
                    <a:pt x="98746" y="127692"/>
                  </a:cubicBezTo>
                  <a:cubicBezTo>
                    <a:pt x="91649" y="133845"/>
                    <a:pt x="82420" y="136960"/>
                    <a:pt x="73057" y="136360"/>
                  </a:cubicBezTo>
                  <a:cubicBezTo>
                    <a:pt x="52616" y="136360"/>
                    <a:pt x="39310" y="126149"/>
                    <a:pt x="39310" y="110366"/>
                  </a:cubicBezTo>
                  <a:cubicBezTo>
                    <a:pt x="39310" y="94726"/>
                    <a:pt x="53083" y="83744"/>
                    <a:pt x="72742" y="83744"/>
                  </a:cubicBezTo>
                  <a:cubicBezTo>
                    <a:pt x="77571" y="83753"/>
                    <a:pt x="82391" y="84220"/>
                    <a:pt x="87135" y="85125"/>
                  </a:cubicBezTo>
                  <a:cubicBezTo>
                    <a:pt x="86668" y="78010"/>
                    <a:pt x="86363" y="71971"/>
                    <a:pt x="86363" y="67332"/>
                  </a:cubicBezTo>
                  <a:cubicBezTo>
                    <a:pt x="86277" y="62094"/>
                    <a:pt x="86687" y="56855"/>
                    <a:pt x="87601" y="51702"/>
                  </a:cubicBezTo>
                  <a:lnTo>
                    <a:pt x="105556" y="52626"/>
                  </a:lnTo>
                  <a:cubicBezTo>
                    <a:pt x="104146" y="57712"/>
                    <a:pt x="103518" y="62979"/>
                    <a:pt x="103699" y="68256"/>
                  </a:cubicBezTo>
                  <a:cubicBezTo>
                    <a:pt x="103708" y="75343"/>
                    <a:pt x="104175" y="82429"/>
                    <a:pt x="105099" y="89459"/>
                  </a:cubicBezTo>
                  <a:cubicBezTo>
                    <a:pt x="113900" y="92993"/>
                    <a:pt x="122139" y="97784"/>
                    <a:pt x="129549" y="103699"/>
                  </a:cubicBezTo>
                  <a:cubicBezTo>
                    <a:pt x="131435" y="104994"/>
                    <a:pt x="133245" y="106385"/>
                    <a:pt x="134969" y="107880"/>
                  </a:cubicBezTo>
                  <a:cubicBezTo>
                    <a:pt x="135693" y="108652"/>
                    <a:pt x="136474" y="109376"/>
                    <a:pt x="137293" y="110052"/>
                  </a:cubicBezTo>
                  <a:close/>
                  <a:moveTo>
                    <a:pt x="73828" y="99060"/>
                  </a:moveTo>
                  <a:cubicBezTo>
                    <a:pt x="63770" y="99060"/>
                    <a:pt x="57264" y="103241"/>
                    <a:pt x="57264" y="109737"/>
                  </a:cubicBezTo>
                  <a:cubicBezTo>
                    <a:pt x="57264" y="116081"/>
                    <a:pt x="62836" y="119805"/>
                    <a:pt x="72428" y="119805"/>
                  </a:cubicBezTo>
                  <a:cubicBezTo>
                    <a:pt x="82963" y="119805"/>
                    <a:pt x="88068" y="115471"/>
                    <a:pt x="88068" y="106804"/>
                  </a:cubicBezTo>
                  <a:cubicBezTo>
                    <a:pt x="88068" y="105261"/>
                    <a:pt x="87763" y="101537"/>
                    <a:pt x="87763" y="101537"/>
                  </a:cubicBezTo>
                  <a:cubicBezTo>
                    <a:pt x="83306" y="99869"/>
                    <a:pt x="78581" y="99031"/>
                    <a:pt x="73828" y="99060"/>
                  </a:cubicBezTo>
                  <a:close/>
                  <a:moveTo>
                    <a:pt x="129549" y="56179"/>
                  </a:moveTo>
                  <a:cubicBezTo>
                    <a:pt x="115700" y="47034"/>
                    <a:pt x="100717" y="39757"/>
                    <a:pt x="84972" y="34519"/>
                  </a:cubicBezTo>
                  <a:lnTo>
                    <a:pt x="94259" y="19507"/>
                  </a:lnTo>
                  <a:cubicBezTo>
                    <a:pt x="109461" y="24955"/>
                    <a:pt x="124073" y="31899"/>
                    <a:pt x="137903" y="40234"/>
                  </a:cubicBez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dirty="0"/>
            </a:p>
          </p:txBody>
        </p:sp>
        <p:sp>
          <p:nvSpPr>
            <p:cNvPr id="448" name="フリーフォーム: 図形 447">
              <a:extLst>
                <a:ext uri="{FF2B5EF4-FFF2-40B4-BE49-F238E27FC236}">
                  <a16:creationId xmlns:a16="http://schemas.microsoft.com/office/drawing/2014/main" id="{D48C9C86-EBF4-A06F-A173-81669CBD441F}"/>
                </a:ext>
              </a:extLst>
            </p:cNvPr>
            <p:cNvSpPr/>
            <p:nvPr/>
          </p:nvSpPr>
          <p:spPr>
            <a:xfrm>
              <a:off x="5288346" y="4197295"/>
              <a:ext cx="129235" cy="113147"/>
            </a:xfrm>
            <a:custGeom>
              <a:avLst/>
              <a:gdLst>
                <a:gd name="connsiteX0" fmla="*/ 21203 w 129235"/>
                <a:gd name="connsiteY0" fmla="*/ 0 h 113147"/>
                <a:gd name="connsiteX1" fmla="*/ 19964 w 129235"/>
                <a:gd name="connsiteY1" fmla="*/ 23536 h 113147"/>
                <a:gd name="connsiteX2" fmla="*/ 22898 w 129235"/>
                <a:gd name="connsiteY2" fmla="*/ 65008 h 113147"/>
                <a:gd name="connsiteX3" fmla="*/ 35443 w 129235"/>
                <a:gd name="connsiteY3" fmla="*/ 91021 h 113147"/>
                <a:gd name="connsiteX4" fmla="*/ 41796 w 129235"/>
                <a:gd name="connsiteY4" fmla="*/ 84363 h 113147"/>
                <a:gd name="connsiteX5" fmla="*/ 49987 w 129235"/>
                <a:gd name="connsiteY5" fmla="*/ 56340 h 113147"/>
                <a:gd name="connsiteX6" fmla="*/ 65475 w 129235"/>
                <a:gd name="connsiteY6" fmla="*/ 70437 h 113147"/>
                <a:gd name="connsiteX7" fmla="*/ 35290 w 129235"/>
                <a:gd name="connsiteY7" fmla="*/ 113147 h 113147"/>
                <a:gd name="connsiteX8" fmla="*/ 10363 w 129235"/>
                <a:gd name="connsiteY8" fmla="*/ 90716 h 113147"/>
                <a:gd name="connsiteX9" fmla="*/ 610 w 129235"/>
                <a:gd name="connsiteY9" fmla="*/ 9906 h 113147"/>
                <a:gd name="connsiteX10" fmla="*/ 0 w 129235"/>
                <a:gd name="connsiteY10" fmla="*/ 0 h 113147"/>
                <a:gd name="connsiteX11" fmla="*/ 94412 w 129235"/>
                <a:gd name="connsiteY11" fmla="*/ 6972 h 113147"/>
                <a:gd name="connsiteX12" fmla="*/ 129235 w 129235"/>
                <a:gd name="connsiteY12" fmla="*/ 90249 h 113147"/>
                <a:gd name="connsiteX13" fmla="*/ 110052 w 129235"/>
                <a:gd name="connsiteY13" fmla="*/ 97517 h 113147"/>
                <a:gd name="connsiteX14" fmla="*/ 100146 w 129235"/>
                <a:gd name="connsiteY14" fmla="*/ 52787 h 113147"/>
                <a:gd name="connsiteX15" fmla="*/ 78162 w 129235"/>
                <a:gd name="connsiteY15" fmla="*/ 14706 h 113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235" h="113147">
                  <a:moveTo>
                    <a:pt x="21203" y="0"/>
                  </a:moveTo>
                  <a:cubicBezTo>
                    <a:pt x="20279" y="7810"/>
                    <a:pt x="19860" y="15669"/>
                    <a:pt x="19964" y="23536"/>
                  </a:cubicBezTo>
                  <a:cubicBezTo>
                    <a:pt x="19945" y="37414"/>
                    <a:pt x="20926" y="51273"/>
                    <a:pt x="22898" y="65008"/>
                  </a:cubicBezTo>
                  <a:cubicBezTo>
                    <a:pt x="25537" y="81115"/>
                    <a:pt x="30490" y="91021"/>
                    <a:pt x="35443" y="91021"/>
                  </a:cubicBezTo>
                  <a:cubicBezTo>
                    <a:pt x="37767" y="91021"/>
                    <a:pt x="39929" y="88697"/>
                    <a:pt x="41796" y="84363"/>
                  </a:cubicBezTo>
                  <a:cubicBezTo>
                    <a:pt x="45711" y="75409"/>
                    <a:pt x="48463" y="65989"/>
                    <a:pt x="49987" y="56340"/>
                  </a:cubicBezTo>
                  <a:cubicBezTo>
                    <a:pt x="54483" y="61731"/>
                    <a:pt x="59693" y="66465"/>
                    <a:pt x="65475" y="70437"/>
                  </a:cubicBezTo>
                  <a:cubicBezTo>
                    <a:pt x="57417" y="100622"/>
                    <a:pt x="48444" y="113147"/>
                    <a:pt x="35290" y="113147"/>
                  </a:cubicBezTo>
                  <a:cubicBezTo>
                    <a:pt x="24917" y="113147"/>
                    <a:pt x="16555" y="105565"/>
                    <a:pt x="10363" y="90716"/>
                  </a:cubicBezTo>
                  <a:cubicBezTo>
                    <a:pt x="4020" y="75228"/>
                    <a:pt x="1238" y="52787"/>
                    <a:pt x="610" y="9906"/>
                  </a:cubicBezTo>
                  <a:cubicBezTo>
                    <a:pt x="629" y="6591"/>
                    <a:pt x="419" y="3286"/>
                    <a:pt x="0" y="0"/>
                  </a:cubicBezTo>
                  <a:close/>
                  <a:moveTo>
                    <a:pt x="94412" y="6972"/>
                  </a:moveTo>
                  <a:cubicBezTo>
                    <a:pt x="114062" y="30632"/>
                    <a:pt x="126197" y="59636"/>
                    <a:pt x="129235" y="90249"/>
                  </a:cubicBezTo>
                  <a:lnTo>
                    <a:pt x="110052" y="97517"/>
                  </a:lnTo>
                  <a:cubicBezTo>
                    <a:pt x="108947" y="82210"/>
                    <a:pt x="105613" y="67132"/>
                    <a:pt x="100146" y="52787"/>
                  </a:cubicBezTo>
                  <a:cubicBezTo>
                    <a:pt x="94945" y="38976"/>
                    <a:pt x="87516" y="26118"/>
                    <a:pt x="78162" y="14706"/>
                  </a:cubicBez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49" name="フリーフォーム: 図形 448">
              <a:extLst>
                <a:ext uri="{FF2B5EF4-FFF2-40B4-BE49-F238E27FC236}">
                  <a16:creationId xmlns:a16="http://schemas.microsoft.com/office/drawing/2014/main" id="{A7668F68-D553-9F5D-B563-29D7CE99086A}"/>
                </a:ext>
              </a:extLst>
            </p:cNvPr>
            <p:cNvSpPr/>
            <p:nvPr/>
          </p:nvSpPr>
          <p:spPr>
            <a:xfrm>
              <a:off x="8645785" y="4180426"/>
              <a:ext cx="144417" cy="144417"/>
            </a:xfrm>
            <a:custGeom>
              <a:avLst/>
              <a:gdLst>
                <a:gd name="connsiteX0" fmla="*/ 24003 w 144417"/>
                <a:gd name="connsiteY0" fmla="*/ 109594 h 144417"/>
                <a:gd name="connsiteX1" fmla="*/ 13782 w 144417"/>
                <a:gd name="connsiteY1" fmla="*/ 144418 h 144417"/>
                <a:gd name="connsiteX2" fmla="*/ 0 w 144417"/>
                <a:gd name="connsiteY2" fmla="*/ 135131 h 144417"/>
                <a:gd name="connsiteX3" fmla="*/ 10839 w 144417"/>
                <a:gd name="connsiteY3" fmla="*/ 104632 h 144417"/>
                <a:gd name="connsiteX4" fmla="*/ 56807 w 144417"/>
                <a:gd name="connsiteY4" fmla="*/ 37776 h 144417"/>
                <a:gd name="connsiteX5" fmla="*/ 67799 w 144417"/>
                <a:gd name="connsiteY5" fmla="*/ 37147 h 144417"/>
                <a:gd name="connsiteX6" fmla="*/ 67180 w 144417"/>
                <a:gd name="connsiteY6" fmla="*/ 50920 h 144417"/>
                <a:gd name="connsiteX7" fmla="*/ 67180 w 144417"/>
                <a:gd name="connsiteY7" fmla="*/ 88849 h 144417"/>
                <a:gd name="connsiteX8" fmla="*/ 67646 w 144417"/>
                <a:gd name="connsiteY8" fmla="*/ 102622 h 144417"/>
                <a:gd name="connsiteX9" fmla="*/ 54492 w 144417"/>
                <a:gd name="connsiteY9" fmla="*/ 102317 h 144417"/>
                <a:gd name="connsiteX10" fmla="*/ 23536 w 144417"/>
                <a:gd name="connsiteY10" fmla="*/ 102317 h 144417"/>
                <a:gd name="connsiteX11" fmla="*/ 9601 w 144417"/>
                <a:gd name="connsiteY11" fmla="*/ 102622 h 144417"/>
                <a:gd name="connsiteX12" fmla="*/ 10220 w 144417"/>
                <a:gd name="connsiteY12" fmla="*/ 88849 h 144417"/>
                <a:gd name="connsiteX13" fmla="*/ 10220 w 144417"/>
                <a:gd name="connsiteY13" fmla="*/ 52930 h 144417"/>
                <a:gd name="connsiteX14" fmla="*/ 933 w 144417"/>
                <a:gd name="connsiteY14" fmla="*/ 43805 h 144417"/>
                <a:gd name="connsiteX15" fmla="*/ 19202 w 144417"/>
                <a:gd name="connsiteY15" fmla="*/ 15792 h 144417"/>
                <a:gd name="connsiteX16" fmla="*/ 24460 w 144417"/>
                <a:gd name="connsiteY16" fmla="*/ 0 h 144417"/>
                <a:gd name="connsiteX17" fmla="*/ 40405 w 144417"/>
                <a:gd name="connsiteY17" fmla="*/ 2629 h 144417"/>
                <a:gd name="connsiteX18" fmla="*/ 39014 w 144417"/>
                <a:gd name="connsiteY18" fmla="*/ 6353 h 144417"/>
                <a:gd name="connsiteX19" fmla="*/ 36690 w 144417"/>
                <a:gd name="connsiteY19" fmla="*/ 12382 h 144417"/>
                <a:gd name="connsiteX20" fmla="*/ 48920 w 144417"/>
                <a:gd name="connsiteY20" fmla="*/ 12382 h 144417"/>
                <a:gd name="connsiteX21" fmla="*/ 57274 w 144417"/>
                <a:gd name="connsiteY21" fmla="*/ 11601 h 144417"/>
                <a:gd name="connsiteX22" fmla="*/ 63008 w 144417"/>
                <a:gd name="connsiteY22" fmla="*/ 19040 h 144417"/>
                <a:gd name="connsiteX23" fmla="*/ 58359 w 144417"/>
                <a:gd name="connsiteY23" fmla="*/ 27546 h 144417"/>
                <a:gd name="connsiteX24" fmla="*/ 53101 w 144417"/>
                <a:gd name="connsiteY24" fmla="*/ 37776 h 144417"/>
                <a:gd name="connsiteX25" fmla="*/ 24003 w 144417"/>
                <a:gd name="connsiteY25" fmla="*/ 62836 h 144417"/>
                <a:gd name="connsiteX26" fmla="*/ 32508 w 144417"/>
                <a:gd name="connsiteY26" fmla="*/ 62836 h 144417"/>
                <a:gd name="connsiteX27" fmla="*/ 32508 w 144417"/>
                <a:gd name="connsiteY27" fmla="*/ 50768 h 144417"/>
                <a:gd name="connsiteX28" fmla="*/ 24003 w 144417"/>
                <a:gd name="connsiteY28" fmla="*/ 50768 h 144417"/>
                <a:gd name="connsiteX29" fmla="*/ 24003 w 144417"/>
                <a:gd name="connsiteY29" fmla="*/ 89002 h 144417"/>
                <a:gd name="connsiteX30" fmla="*/ 32508 w 144417"/>
                <a:gd name="connsiteY30" fmla="*/ 89002 h 144417"/>
                <a:gd name="connsiteX31" fmla="*/ 32508 w 144417"/>
                <a:gd name="connsiteY31" fmla="*/ 75847 h 144417"/>
                <a:gd name="connsiteX32" fmla="*/ 24003 w 144417"/>
                <a:gd name="connsiteY32" fmla="*/ 75847 h 144417"/>
                <a:gd name="connsiteX33" fmla="*/ 36223 w 144417"/>
                <a:gd name="connsiteY33" fmla="*/ 107261 h 144417"/>
                <a:gd name="connsiteX34" fmla="*/ 40091 w 144417"/>
                <a:gd name="connsiteY34" fmla="*/ 139617 h 144417"/>
                <a:gd name="connsiteX35" fmla="*/ 26479 w 144417"/>
                <a:gd name="connsiteY35" fmla="*/ 142551 h 144417"/>
                <a:gd name="connsiteX36" fmla="*/ 26479 w 144417"/>
                <a:gd name="connsiteY36" fmla="*/ 136369 h 144417"/>
                <a:gd name="connsiteX37" fmla="*/ 24146 w 144417"/>
                <a:gd name="connsiteY37" fmla="*/ 109899 h 144417"/>
                <a:gd name="connsiteX38" fmla="*/ 37157 w 144417"/>
                <a:gd name="connsiteY38" fmla="*/ 37776 h 144417"/>
                <a:gd name="connsiteX39" fmla="*/ 43348 w 144417"/>
                <a:gd name="connsiteY39" fmla="*/ 25698 h 144417"/>
                <a:gd name="connsiteX40" fmla="*/ 30813 w 144417"/>
                <a:gd name="connsiteY40" fmla="*/ 25698 h 144417"/>
                <a:gd name="connsiteX41" fmla="*/ 24308 w 144417"/>
                <a:gd name="connsiteY41" fmla="*/ 37776 h 144417"/>
                <a:gd name="connsiteX42" fmla="*/ 51549 w 144417"/>
                <a:gd name="connsiteY42" fmla="*/ 106337 h 144417"/>
                <a:gd name="connsiteX43" fmla="*/ 58512 w 144417"/>
                <a:gd name="connsiteY43" fmla="*/ 134979 h 144417"/>
                <a:gd name="connsiteX44" fmla="*/ 45825 w 144417"/>
                <a:gd name="connsiteY44" fmla="*/ 138379 h 144417"/>
                <a:gd name="connsiteX45" fmla="*/ 40091 w 144417"/>
                <a:gd name="connsiteY45" fmla="*/ 109128 h 144417"/>
                <a:gd name="connsiteX46" fmla="*/ 45196 w 144417"/>
                <a:gd name="connsiteY46" fmla="*/ 62836 h 144417"/>
                <a:gd name="connsiteX47" fmla="*/ 53407 w 144417"/>
                <a:gd name="connsiteY47" fmla="*/ 62836 h 144417"/>
                <a:gd name="connsiteX48" fmla="*/ 53407 w 144417"/>
                <a:gd name="connsiteY48" fmla="*/ 50768 h 144417"/>
                <a:gd name="connsiteX49" fmla="*/ 45196 w 144417"/>
                <a:gd name="connsiteY49" fmla="*/ 50768 h 144417"/>
                <a:gd name="connsiteX50" fmla="*/ 45196 w 144417"/>
                <a:gd name="connsiteY50" fmla="*/ 89002 h 144417"/>
                <a:gd name="connsiteX51" fmla="*/ 53407 w 144417"/>
                <a:gd name="connsiteY51" fmla="*/ 89002 h 144417"/>
                <a:gd name="connsiteX52" fmla="*/ 53407 w 144417"/>
                <a:gd name="connsiteY52" fmla="*/ 75847 h 144417"/>
                <a:gd name="connsiteX53" fmla="*/ 45196 w 144417"/>
                <a:gd name="connsiteY53" fmla="*/ 75847 h 144417"/>
                <a:gd name="connsiteX54" fmla="*/ 66713 w 144417"/>
                <a:gd name="connsiteY54" fmla="*/ 104632 h 144417"/>
                <a:gd name="connsiteX55" fmla="*/ 75076 w 144417"/>
                <a:gd name="connsiteY55" fmla="*/ 129711 h 144417"/>
                <a:gd name="connsiteX56" fmla="*/ 63627 w 144417"/>
                <a:gd name="connsiteY56" fmla="*/ 133883 h 144417"/>
                <a:gd name="connsiteX57" fmla="*/ 55883 w 144417"/>
                <a:gd name="connsiteY57" fmla="*/ 107890 h 144417"/>
                <a:gd name="connsiteX58" fmla="*/ 97984 w 144417"/>
                <a:gd name="connsiteY58" fmla="*/ 77400 h 144417"/>
                <a:gd name="connsiteX59" fmla="*/ 88230 w 144417"/>
                <a:gd name="connsiteY59" fmla="*/ 77400 h 144417"/>
                <a:gd name="connsiteX60" fmla="*/ 75238 w 144417"/>
                <a:gd name="connsiteY60" fmla="*/ 78171 h 144417"/>
                <a:gd name="connsiteX61" fmla="*/ 75238 w 144417"/>
                <a:gd name="connsiteY61" fmla="*/ 61598 h 144417"/>
                <a:gd name="connsiteX62" fmla="*/ 88392 w 144417"/>
                <a:gd name="connsiteY62" fmla="*/ 62379 h 144417"/>
                <a:gd name="connsiteX63" fmla="*/ 97984 w 144417"/>
                <a:gd name="connsiteY63" fmla="*/ 62379 h 144417"/>
                <a:gd name="connsiteX64" fmla="*/ 97984 w 144417"/>
                <a:gd name="connsiteY64" fmla="*/ 47825 h 144417"/>
                <a:gd name="connsiteX65" fmla="*/ 86849 w 144417"/>
                <a:gd name="connsiteY65" fmla="*/ 47825 h 144417"/>
                <a:gd name="connsiteX66" fmla="*/ 71514 w 144417"/>
                <a:gd name="connsiteY66" fmla="*/ 48596 h 144417"/>
                <a:gd name="connsiteX67" fmla="*/ 71514 w 144417"/>
                <a:gd name="connsiteY67" fmla="*/ 31880 h 144417"/>
                <a:gd name="connsiteX68" fmla="*/ 84830 w 144417"/>
                <a:gd name="connsiteY68" fmla="*/ 32651 h 144417"/>
                <a:gd name="connsiteX69" fmla="*/ 87306 w 144417"/>
                <a:gd name="connsiteY69" fmla="*/ 32651 h 144417"/>
                <a:gd name="connsiteX70" fmla="*/ 75847 w 144417"/>
                <a:gd name="connsiteY70" fmla="*/ 7734 h 144417"/>
                <a:gd name="connsiteX71" fmla="*/ 89935 w 144417"/>
                <a:gd name="connsiteY71" fmla="*/ 1086 h 144417"/>
                <a:gd name="connsiteX72" fmla="*/ 102165 w 144417"/>
                <a:gd name="connsiteY72" fmla="*/ 26003 h 144417"/>
                <a:gd name="connsiteX73" fmla="*/ 87306 w 144417"/>
                <a:gd name="connsiteY73" fmla="*/ 32651 h 144417"/>
                <a:gd name="connsiteX74" fmla="*/ 106661 w 144417"/>
                <a:gd name="connsiteY74" fmla="*/ 32651 h 144417"/>
                <a:gd name="connsiteX75" fmla="*/ 120119 w 144417"/>
                <a:gd name="connsiteY75" fmla="*/ 152 h 144417"/>
                <a:gd name="connsiteX76" fmla="*/ 136217 w 144417"/>
                <a:gd name="connsiteY76" fmla="*/ 6029 h 144417"/>
                <a:gd name="connsiteX77" fmla="*/ 122911 w 144417"/>
                <a:gd name="connsiteY77" fmla="*/ 32651 h 144417"/>
                <a:gd name="connsiteX78" fmla="*/ 128168 w 144417"/>
                <a:gd name="connsiteY78" fmla="*/ 32651 h 144417"/>
                <a:gd name="connsiteX79" fmla="*/ 142094 w 144417"/>
                <a:gd name="connsiteY79" fmla="*/ 31880 h 144417"/>
                <a:gd name="connsiteX80" fmla="*/ 142094 w 144417"/>
                <a:gd name="connsiteY80" fmla="*/ 48596 h 144417"/>
                <a:gd name="connsiteX81" fmla="*/ 126616 w 144417"/>
                <a:gd name="connsiteY81" fmla="*/ 47825 h 144417"/>
                <a:gd name="connsiteX82" fmla="*/ 114548 w 144417"/>
                <a:gd name="connsiteY82" fmla="*/ 47825 h 144417"/>
                <a:gd name="connsiteX83" fmla="*/ 114548 w 144417"/>
                <a:gd name="connsiteY83" fmla="*/ 62379 h 144417"/>
                <a:gd name="connsiteX84" fmla="*/ 124920 w 144417"/>
                <a:gd name="connsiteY84" fmla="*/ 62379 h 144417"/>
                <a:gd name="connsiteX85" fmla="*/ 138389 w 144417"/>
                <a:gd name="connsiteY85" fmla="*/ 61598 h 144417"/>
                <a:gd name="connsiteX86" fmla="*/ 138389 w 144417"/>
                <a:gd name="connsiteY86" fmla="*/ 78171 h 144417"/>
                <a:gd name="connsiteX87" fmla="*/ 124920 w 144417"/>
                <a:gd name="connsiteY87" fmla="*/ 77400 h 144417"/>
                <a:gd name="connsiteX88" fmla="*/ 114548 w 144417"/>
                <a:gd name="connsiteY88" fmla="*/ 77400 h 144417"/>
                <a:gd name="connsiteX89" fmla="*/ 114548 w 144417"/>
                <a:gd name="connsiteY89" fmla="*/ 93802 h 144417"/>
                <a:gd name="connsiteX90" fmla="*/ 128940 w 144417"/>
                <a:gd name="connsiteY90" fmla="*/ 93802 h 144417"/>
                <a:gd name="connsiteX91" fmla="*/ 144418 w 144417"/>
                <a:gd name="connsiteY91" fmla="*/ 93021 h 144417"/>
                <a:gd name="connsiteX92" fmla="*/ 144418 w 144417"/>
                <a:gd name="connsiteY92" fmla="*/ 110052 h 144417"/>
                <a:gd name="connsiteX93" fmla="*/ 129407 w 144417"/>
                <a:gd name="connsiteY93" fmla="*/ 109128 h 144417"/>
                <a:gd name="connsiteX94" fmla="*/ 114548 w 144417"/>
                <a:gd name="connsiteY94" fmla="*/ 109128 h 144417"/>
                <a:gd name="connsiteX95" fmla="*/ 114548 w 144417"/>
                <a:gd name="connsiteY95" fmla="*/ 126463 h 144417"/>
                <a:gd name="connsiteX96" fmla="*/ 115471 w 144417"/>
                <a:gd name="connsiteY96" fmla="*/ 144418 h 144417"/>
                <a:gd name="connsiteX97" fmla="*/ 96898 w 144417"/>
                <a:gd name="connsiteY97" fmla="*/ 144418 h 144417"/>
                <a:gd name="connsiteX98" fmla="*/ 97984 w 144417"/>
                <a:gd name="connsiteY98" fmla="*/ 126301 h 144417"/>
                <a:gd name="connsiteX99" fmla="*/ 97984 w 144417"/>
                <a:gd name="connsiteY99" fmla="*/ 109128 h 144417"/>
                <a:gd name="connsiteX100" fmla="*/ 85753 w 144417"/>
                <a:gd name="connsiteY100" fmla="*/ 109128 h 144417"/>
                <a:gd name="connsiteX101" fmla="*/ 70580 w 144417"/>
                <a:gd name="connsiteY101" fmla="*/ 110052 h 144417"/>
                <a:gd name="connsiteX102" fmla="*/ 70580 w 144417"/>
                <a:gd name="connsiteY102" fmla="*/ 93021 h 144417"/>
                <a:gd name="connsiteX103" fmla="*/ 85287 w 144417"/>
                <a:gd name="connsiteY103" fmla="*/ 93802 h 144417"/>
                <a:gd name="connsiteX104" fmla="*/ 97984 w 144417"/>
                <a:gd name="connsiteY104" fmla="*/ 93802 h 144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44417" h="144417">
                  <a:moveTo>
                    <a:pt x="24003" y="109594"/>
                  </a:moveTo>
                  <a:cubicBezTo>
                    <a:pt x="22050" y="121577"/>
                    <a:pt x="18612" y="133274"/>
                    <a:pt x="13782" y="144418"/>
                  </a:cubicBezTo>
                  <a:lnTo>
                    <a:pt x="0" y="135131"/>
                  </a:lnTo>
                  <a:cubicBezTo>
                    <a:pt x="5562" y="125768"/>
                    <a:pt x="9248" y="115405"/>
                    <a:pt x="10839" y="104632"/>
                  </a:cubicBezTo>
                  <a:close/>
                  <a:moveTo>
                    <a:pt x="56807" y="37776"/>
                  </a:moveTo>
                  <a:cubicBezTo>
                    <a:pt x="60484" y="37805"/>
                    <a:pt x="64160" y="37605"/>
                    <a:pt x="67799" y="37147"/>
                  </a:cubicBezTo>
                  <a:cubicBezTo>
                    <a:pt x="67303" y="41719"/>
                    <a:pt x="67103" y="46320"/>
                    <a:pt x="67180" y="50920"/>
                  </a:cubicBezTo>
                  <a:lnTo>
                    <a:pt x="67180" y="88849"/>
                  </a:lnTo>
                  <a:cubicBezTo>
                    <a:pt x="66989" y="93440"/>
                    <a:pt x="67141" y="98050"/>
                    <a:pt x="67646" y="102622"/>
                  </a:cubicBezTo>
                  <a:cubicBezTo>
                    <a:pt x="63312" y="102317"/>
                    <a:pt x="60369" y="102317"/>
                    <a:pt x="54492" y="102317"/>
                  </a:cubicBezTo>
                  <a:lnTo>
                    <a:pt x="23536" y="102317"/>
                  </a:lnTo>
                  <a:cubicBezTo>
                    <a:pt x="20135" y="102317"/>
                    <a:pt x="15478" y="102470"/>
                    <a:pt x="9601" y="102622"/>
                  </a:cubicBezTo>
                  <a:cubicBezTo>
                    <a:pt x="10067" y="97984"/>
                    <a:pt x="10220" y="93345"/>
                    <a:pt x="10220" y="88849"/>
                  </a:cubicBezTo>
                  <a:lnTo>
                    <a:pt x="10220" y="52930"/>
                  </a:lnTo>
                  <a:cubicBezTo>
                    <a:pt x="7562" y="49473"/>
                    <a:pt x="4439" y="46406"/>
                    <a:pt x="933" y="43805"/>
                  </a:cubicBezTo>
                  <a:cubicBezTo>
                    <a:pt x="8611" y="35604"/>
                    <a:pt x="14792" y="26117"/>
                    <a:pt x="19202" y="15792"/>
                  </a:cubicBezTo>
                  <a:cubicBezTo>
                    <a:pt x="21603" y="10763"/>
                    <a:pt x="23365" y="5458"/>
                    <a:pt x="24460" y="0"/>
                  </a:cubicBezTo>
                  <a:lnTo>
                    <a:pt x="40405" y="2629"/>
                  </a:lnTo>
                  <a:cubicBezTo>
                    <a:pt x="39948" y="3867"/>
                    <a:pt x="39633" y="4334"/>
                    <a:pt x="39014" y="6353"/>
                  </a:cubicBezTo>
                  <a:cubicBezTo>
                    <a:pt x="38233" y="8363"/>
                    <a:pt x="37309" y="10687"/>
                    <a:pt x="36690" y="12382"/>
                  </a:cubicBezTo>
                  <a:lnTo>
                    <a:pt x="48920" y="12382"/>
                  </a:lnTo>
                  <a:cubicBezTo>
                    <a:pt x="51730" y="12582"/>
                    <a:pt x="54550" y="12316"/>
                    <a:pt x="57274" y="11601"/>
                  </a:cubicBezTo>
                  <a:lnTo>
                    <a:pt x="63008" y="19040"/>
                  </a:lnTo>
                  <a:cubicBezTo>
                    <a:pt x="61188" y="21726"/>
                    <a:pt x="59636" y="24574"/>
                    <a:pt x="58359" y="27546"/>
                  </a:cubicBezTo>
                  <a:cubicBezTo>
                    <a:pt x="56969" y="30651"/>
                    <a:pt x="55111" y="34052"/>
                    <a:pt x="53101" y="37776"/>
                  </a:cubicBezTo>
                  <a:close/>
                  <a:moveTo>
                    <a:pt x="24003" y="62836"/>
                  </a:moveTo>
                  <a:lnTo>
                    <a:pt x="32508" y="62836"/>
                  </a:lnTo>
                  <a:lnTo>
                    <a:pt x="32508" y="50768"/>
                  </a:lnTo>
                  <a:lnTo>
                    <a:pt x="24003" y="50768"/>
                  </a:lnTo>
                  <a:close/>
                  <a:moveTo>
                    <a:pt x="24003" y="89002"/>
                  </a:moveTo>
                  <a:lnTo>
                    <a:pt x="32508" y="89002"/>
                  </a:lnTo>
                  <a:lnTo>
                    <a:pt x="32508" y="75847"/>
                  </a:lnTo>
                  <a:lnTo>
                    <a:pt x="24003" y="75847"/>
                  </a:lnTo>
                  <a:close/>
                  <a:moveTo>
                    <a:pt x="36223" y="107261"/>
                  </a:moveTo>
                  <a:cubicBezTo>
                    <a:pt x="38338" y="117938"/>
                    <a:pt x="39633" y="128749"/>
                    <a:pt x="40091" y="139617"/>
                  </a:cubicBezTo>
                  <a:lnTo>
                    <a:pt x="26479" y="142551"/>
                  </a:lnTo>
                  <a:lnTo>
                    <a:pt x="26479" y="136369"/>
                  </a:lnTo>
                  <a:cubicBezTo>
                    <a:pt x="26298" y="127502"/>
                    <a:pt x="25517" y="118662"/>
                    <a:pt x="24146" y="109899"/>
                  </a:cubicBezTo>
                  <a:close/>
                  <a:moveTo>
                    <a:pt x="37157" y="37776"/>
                  </a:moveTo>
                  <a:cubicBezTo>
                    <a:pt x="39452" y="33871"/>
                    <a:pt x="41529" y="29842"/>
                    <a:pt x="43348" y="25698"/>
                  </a:cubicBezTo>
                  <a:lnTo>
                    <a:pt x="30813" y="25698"/>
                  </a:lnTo>
                  <a:cubicBezTo>
                    <a:pt x="28880" y="29842"/>
                    <a:pt x="26708" y="33880"/>
                    <a:pt x="24308" y="37776"/>
                  </a:cubicBezTo>
                  <a:close/>
                  <a:moveTo>
                    <a:pt x="51549" y="106337"/>
                  </a:moveTo>
                  <a:cubicBezTo>
                    <a:pt x="54645" y="115681"/>
                    <a:pt x="56969" y="125254"/>
                    <a:pt x="58512" y="134979"/>
                  </a:cubicBezTo>
                  <a:lnTo>
                    <a:pt x="45825" y="138379"/>
                  </a:lnTo>
                  <a:cubicBezTo>
                    <a:pt x="44825" y="128473"/>
                    <a:pt x="42910" y="118681"/>
                    <a:pt x="40091" y="109128"/>
                  </a:cubicBezTo>
                  <a:close/>
                  <a:moveTo>
                    <a:pt x="45196" y="62836"/>
                  </a:moveTo>
                  <a:lnTo>
                    <a:pt x="53407" y="62836"/>
                  </a:lnTo>
                  <a:lnTo>
                    <a:pt x="53407" y="50768"/>
                  </a:lnTo>
                  <a:lnTo>
                    <a:pt x="45196" y="50768"/>
                  </a:lnTo>
                  <a:close/>
                  <a:moveTo>
                    <a:pt x="45196" y="89002"/>
                  </a:moveTo>
                  <a:lnTo>
                    <a:pt x="53407" y="89002"/>
                  </a:lnTo>
                  <a:lnTo>
                    <a:pt x="53407" y="75847"/>
                  </a:lnTo>
                  <a:lnTo>
                    <a:pt x="45196" y="75847"/>
                  </a:lnTo>
                  <a:close/>
                  <a:moveTo>
                    <a:pt x="66713" y="104632"/>
                  </a:moveTo>
                  <a:cubicBezTo>
                    <a:pt x="70075" y="112785"/>
                    <a:pt x="72876" y="121167"/>
                    <a:pt x="75076" y="129711"/>
                  </a:cubicBezTo>
                  <a:lnTo>
                    <a:pt x="63627" y="133883"/>
                  </a:lnTo>
                  <a:cubicBezTo>
                    <a:pt x="61960" y="124977"/>
                    <a:pt x="59360" y="116262"/>
                    <a:pt x="55883" y="107890"/>
                  </a:cubicBezTo>
                  <a:close/>
                  <a:moveTo>
                    <a:pt x="97984" y="77400"/>
                  </a:moveTo>
                  <a:lnTo>
                    <a:pt x="88230" y="77400"/>
                  </a:lnTo>
                  <a:cubicBezTo>
                    <a:pt x="83886" y="77267"/>
                    <a:pt x="79534" y="77524"/>
                    <a:pt x="75238" y="78171"/>
                  </a:cubicBezTo>
                  <a:lnTo>
                    <a:pt x="75238" y="61598"/>
                  </a:lnTo>
                  <a:cubicBezTo>
                    <a:pt x="79590" y="62236"/>
                    <a:pt x="83991" y="62493"/>
                    <a:pt x="88392" y="62379"/>
                  </a:cubicBezTo>
                  <a:lnTo>
                    <a:pt x="97984" y="62379"/>
                  </a:lnTo>
                  <a:lnTo>
                    <a:pt x="97984" y="47825"/>
                  </a:lnTo>
                  <a:lnTo>
                    <a:pt x="86849" y="47825"/>
                  </a:lnTo>
                  <a:cubicBezTo>
                    <a:pt x="81724" y="47787"/>
                    <a:pt x="76609" y="48044"/>
                    <a:pt x="71514" y="48596"/>
                  </a:cubicBezTo>
                  <a:lnTo>
                    <a:pt x="71514" y="31880"/>
                  </a:lnTo>
                  <a:cubicBezTo>
                    <a:pt x="75914" y="32556"/>
                    <a:pt x="80372" y="32813"/>
                    <a:pt x="84830" y="32651"/>
                  </a:cubicBezTo>
                  <a:lnTo>
                    <a:pt x="87306" y="32651"/>
                  </a:lnTo>
                  <a:cubicBezTo>
                    <a:pt x="84724" y="23831"/>
                    <a:pt x="80867" y="15440"/>
                    <a:pt x="75847" y="7734"/>
                  </a:cubicBezTo>
                  <a:lnTo>
                    <a:pt x="89935" y="1086"/>
                  </a:lnTo>
                  <a:cubicBezTo>
                    <a:pt x="94897" y="8925"/>
                    <a:pt x="99003" y="17278"/>
                    <a:pt x="102165" y="26003"/>
                  </a:cubicBezTo>
                  <a:lnTo>
                    <a:pt x="87306" y="32651"/>
                  </a:lnTo>
                  <a:lnTo>
                    <a:pt x="106661" y="32651"/>
                  </a:lnTo>
                  <a:cubicBezTo>
                    <a:pt x="112366" y="22365"/>
                    <a:pt x="116881" y="11468"/>
                    <a:pt x="120119" y="152"/>
                  </a:cubicBezTo>
                  <a:lnTo>
                    <a:pt x="136217" y="6029"/>
                  </a:lnTo>
                  <a:cubicBezTo>
                    <a:pt x="132636" y="15307"/>
                    <a:pt x="128178" y="24222"/>
                    <a:pt x="122911" y="32651"/>
                  </a:cubicBezTo>
                  <a:lnTo>
                    <a:pt x="128168" y="32651"/>
                  </a:lnTo>
                  <a:cubicBezTo>
                    <a:pt x="132826" y="32813"/>
                    <a:pt x="137483" y="32556"/>
                    <a:pt x="142094" y="31880"/>
                  </a:cubicBezTo>
                  <a:lnTo>
                    <a:pt x="142094" y="48596"/>
                  </a:lnTo>
                  <a:cubicBezTo>
                    <a:pt x="136960" y="48044"/>
                    <a:pt x="131788" y="47787"/>
                    <a:pt x="126616" y="47825"/>
                  </a:cubicBezTo>
                  <a:lnTo>
                    <a:pt x="114548" y="47825"/>
                  </a:lnTo>
                  <a:lnTo>
                    <a:pt x="114548" y="62379"/>
                  </a:lnTo>
                  <a:lnTo>
                    <a:pt x="124920" y="62379"/>
                  </a:lnTo>
                  <a:cubicBezTo>
                    <a:pt x="129416" y="62512"/>
                    <a:pt x="133931" y="62255"/>
                    <a:pt x="138389" y="61598"/>
                  </a:cubicBezTo>
                  <a:lnTo>
                    <a:pt x="138389" y="78171"/>
                  </a:lnTo>
                  <a:cubicBezTo>
                    <a:pt x="133921" y="77533"/>
                    <a:pt x="129416" y="77267"/>
                    <a:pt x="124920" y="77400"/>
                  </a:cubicBezTo>
                  <a:lnTo>
                    <a:pt x="114548" y="77400"/>
                  </a:lnTo>
                  <a:lnTo>
                    <a:pt x="114548" y="93802"/>
                  </a:lnTo>
                  <a:lnTo>
                    <a:pt x="128940" y="93802"/>
                  </a:lnTo>
                  <a:cubicBezTo>
                    <a:pt x="134112" y="93888"/>
                    <a:pt x="139284" y="93631"/>
                    <a:pt x="144418" y="93021"/>
                  </a:cubicBezTo>
                  <a:lnTo>
                    <a:pt x="144418" y="110052"/>
                  </a:lnTo>
                  <a:cubicBezTo>
                    <a:pt x="139446" y="109394"/>
                    <a:pt x="134426" y="109080"/>
                    <a:pt x="129407" y="109128"/>
                  </a:cubicBezTo>
                  <a:lnTo>
                    <a:pt x="114548" y="109128"/>
                  </a:lnTo>
                  <a:lnTo>
                    <a:pt x="114548" y="126463"/>
                  </a:lnTo>
                  <a:cubicBezTo>
                    <a:pt x="114490" y="132464"/>
                    <a:pt x="114805" y="138455"/>
                    <a:pt x="115471" y="144418"/>
                  </a:cubicBezTo>
                  <a:lnTo>
                    <a:pt x="96898" y="144418"/>
                  </a:lnTo>
                  <a:cubicBezTo>
                    <a:pt x="97726" y="138417"/>
                    <a:pt x="98088" y="132359"/>
                    <a:pt x="97984" y="126301"/>
                  </a:cubicBezTo>
                  <a:lnTo>
                    <a:pt x="97984" y="109128"/>
                  </a:lnTo>
                  <a:lnTo>
                    <a:pt x="85753" y="109128"/>
                  </a:lnTo>
                  <a:cubicBezTo>
                    <a:pt x="80676" y="108995"/>
                    <a:pt x="75609" y="109299"/>
                    <a:pt x="70580" y="110052"/>
                  </a:cubicBezTo>
                  <a:lnTo>
                    <a:pt x="70580" y="93021"/>
                  </a:lnTo>
                  <a:cubicBezTo>
                    <a:pt x="75466" y="93611"/>
                    <a:pt x="80381" y="93869"/>
                    <a:pt x="85287" y="93802"/>
                  </a:cubicBezTo>
                  <a:lnTo>
                    <a:pt x="97984" y="93802"/>
                  </a:ln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50" name="フリーフォーム: 図形 449">
              <a:extLst>
                <a:ext uri="{FF2B5EF4-FFF2-40B4-BE49-F238E27FC236}">
                  <a16:creationId xmlns:a16="http://schemas.microsoft.com/office/drawing/2014/main" id="{4EF72B61-5EB3-A5E4-37E8-FE8728F1B2F2}"/>
                </a:ext>
              </a:extLst>
            </p:cNvPr>
            <p:cNvSpPr/>
            <p:nvPr/>
          </p:nvSpPr>
          <p:spPr>
            <a:xfrm>
              <a:off x="8803347" y="4184141"/>
              <a:ext cx="137454" cy="137760"/>
            </a:xfrm>
            <a:custGeom>
              <a:avLst/>
              <a:gdLst>
                <a:gd name="connsiteX0" fmla="*/ 61446 w 137454"/>
                <a:gd name="connsiteY0" fmla="*/ 30032 h 137760"/>
                <a:gd name="connsiteX1" fmla="*/ 74609 w 137454"/>
                <a:gd name="connsiteY1" fmla="*/ 27089 h 137760"/>
                <a:gd name="connsiteX2" fmla="*/ 74457 w 137454"/>
                <a:gd name="connsiteY2" fmla="*/ 18574 h 137760"/>
                <a:gd name="connsiteX3" fmla="*/ 73523 w 137454"/>
                <a:gd name="connsiteY3" fmla="*/ 0 h 137760"/>
                <a:gd name="connsiteX4" fmla="*/ 93030 w 137454"/>
                <a:gd name="connsiteY4" fmla="*/ 0 h 137760"/>
                <a:gd name="connsiteX5" fmla="*/ 92259 w 137454"/>
                <a:gd name="connsiteY5" fmla="*/ 24765 h 137760"/>
                <a:gd name="connsiteX6" fmla="*/ 101232 w 137454"/>
                <a:gd name="connsiteY6" fmla="*/ 24298 h 137760"/>
                <a:gd name="connsiteX7" fmla="*/ 137455 w 137454"/>
                <a:gd name="connsiteY7" fmla="*/ 55874 h 137760"/>
                <a:gd name="connsiteX8" fmla="*/ 124920 w 137454"/>
                <a:gd name="connsiteY8" fmla="*/ 82810 h 137760"/>
                <a:gd name="connsiteX9" fmla="*/ 96278 w 137454"/>
                <a:gd name="connsiteY9" fmla="*/ 91945 h 137760"/>
                <a:gd name="connsiteX10" fmla="*/ 72285 w 137454"/>
                <a:gd name="connsiteY10" fmla="*/ 87611 h 137760"/>
                <a:gd name="connsiteX11" fmla="*/ 69494 w 137454"/>
                <a:gd name="connsiteY11" fmla="*/ 68571 h 137760"/>
                <a:gd name="connsiteX12" fmla="*/ 94269 w 137454"/>
                <a:gd name="connsiteY12" fmla="*/ 74600 h 137760"/>
                <a:gd name="connsiteX13" fmla="*/ 111757 w 137454"/>
                <a:gd name="connsiteY13" fmla="*/ 69494 h 137760"/>
                <a:gd name="connsiteX14" fmla="*/ 118110 w 137454"/>
                <a:gd name="connsiteY14" fmla="*/ 56340 h 137760"/>
                <a:gd name="connsiteX15" fmla="*/ 97517 w 137454"/>
                <a:gd name="connsiteY15" fmla="*/ 40862 h 137760"/>
                <a:gd name="connsiteX16" fmla="*/ 51082 w 137454"/>
                <a:gd name="connsiteY16" fmla="*/ 50463 h 137760"/>
                <a:gd name="connsiteX17" fmla="*/ 70742 w 137454"/>
                <a:gd name="connsiteY17" fmla="*/ 125692 h 137760"/>
                <a:gd name="connsiteX18" fmla="*/ 73057 w 137454"/>
                <a:gd name="connsiteY18" fmla="*/ 133122 h 137760"/>
                <a:gd name="connsiteX19" fmla="*/ 52635 w 137454"/>
                <a:gd name="connsiteY19" fmla="*/ 137760 h 137760"/>
                <a:gd name="connsiteX20" fmla="*/ 33737 w 137454"/>
                <a:gd name="connsiteY20" fmla="*/ 55416 h 137760"/>
                <a:gd name="connsiteX21" fmla="*/ 26003 w 137454"/>
                <a:gd name="connsiteY21" fmla="*/ 58207 h 137760"/>
                <a:gd name="connsiteX22" fmla="*/ 6039 w 137454"/>
                <a:gd name="connsiteY22" fmla="*/ 66094 h 137760"/>
                <a:gd name="connsiteX23" fmla="*/ 0 w 137454"/>
                <a:gd name="connsiteY23" fmla="*/ 47977 h 137760"/>
                <a:gd name="connsiteX24" fmla="*/ 14088 w 137454"/>
                <a:gd name="connsiteY24" fmla="*/ 43967 h 137760"/>
                <a:gd name="connsiteX25" fmla="*/ 29099 w 137454"/>
                <a:gd name="connsiteY25" fmla="*/ 39167 h 137760"/>
                <a:gd name="connsiteX26" fmla="*/ 18583 w 137454"/>
                <a:gd name="connsiteY26" fmla="*/ 10373 h 137760"/>
                <a:gd name="connsiteX27" fmla="*/ 37766 w 137454"/>
                <a:gd name="connsiteY27" fmla="*/ 4953 h 137760"/>
                <a:gd name="connsiteX28" fmla="*/ 43186 w 137454"/>
                <a:gd name="connsiteY28" fmla="*/ 23222 h 137760"/>
                <a:gd name="connsiteX29" fmla="*/ 46434 w 137454"/>
                <a:gd name="connsiteY29" fmla="*/ 34204 h 137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7454" h="137760">
                  <a:moveTo>
                    <a:pt x="61446" y="30032"/>
                  </a:moveTo>
                  <a:cubicBezTo>
                    <a:pt x="65789" y="28937"/>
                    <a:pt x="68418" y="28327"/>
                    <a:pt x="74609" y="27089"/>
                  </a:cubicBezTo>
                  <a:cubicBezTo>
                    <a:pt x="74609" y="23994"/>
                    <a:pt x="74609" y="23994"/>
                    <a:pt x="74457" y="18574"/>
                  </a:cubicBezTo>
                  <a:cubicBezTo>
                    <a:pt x="74781" y="12373"/>
                    <a:pt x="74466" y="6144"/>
                    <a:pt x="73523" y="0"/>
                  </a:cubicBezTo>
                  <a:lnTo>
                    <a:pt x="93030" y="0"/>
                  </a:lnTo>
                  <a:cubicBezTo>
                    <a:pt x="92173" y="8230"/>
                    <a:pt x="91916" y="16507"/>
                    <a:pt x="92259" y="24765"/>
                  </a:cubicBezTo>
                  <a:cubicBezTo>
                    <a:pt x="95974" y="24460"/>
                    <a:pt x="98136" y="24298"/>
                    <a:pt x="101232" y="24298"/>
                  </a:cubicBezTo>
                  <a:cubicBezTo>
                    <a:pt x="123054" y="24298"/>
                    <a:pt x="137455" y="36833"/>
                    <a:pt x="137455" y="55874"/>
                  </a:cubicBezTo>
                  <a:cubicBezTo>
                    <a:pt x="137465" y="66265"/>
                    <a:pt x="132874" y="76124"/>
                    <a:pt x="124920" y="82810"/>
                  </a:cubicBezTo>
                  <a:cubicBezTo>
                    <a:pt x="116757" y="89154"/>
                    <a:pt x="106603" y="92393"/>
                    <a:pt x="96278" y="91945"/>
                  </a:cubicBezTo>
                  <a:cubicBezTo>
                    <a:pt x="88096" y="91802"/>
                    <a:pt x="80000" y="90345"/>
                    <a:pt x="72285" y="87611"/>
                  </a:cubicBezTo>
                  <a:cubicBezTo>
                    <a:pt x="72257" y="81162"/>
                    <a:pt x="71323" y="74752"/>
                    <a:pt x="69494" y="68571"/>
                  </a:cubicBezTo>
                  <a:cubicBezTo>
                    <a:pt x="77209" y="72380"/>
                    <a:pt x="85667" y="74438"/>
                    <a:pt x="94269" y="74600"/>
                  </a:cubicBezTo>
                  <a:cubicBezTo>
                    <a:pt x="100479" y="74695"/>
                    <a:pt x="106566" y="72914"/>
                    <a:pt x="111757" y="69494"/>
                  </a:cubicBezTo>
                  <a:cubicBezTo>
                    <a:pt x="115862" y="66389"/>
                    <a:pt x="118233" y="61493"/>
                    <a:pt x="118110" y="56340"/>
                  </a:cubicBezTo>
                  <a:cubicBezTo>
                    <a:pt x="118110" y="46596"/>
                    <a:pt x="110518" y="40862"/>
                    <a:pt x="97517" y="40862"/>
                  </a:cubicBezTo>
                  <a:cubicBezTo>
                    <a:pt x="81639" y="41681"/>
                    <a:pt x="65980" y="44920"/>
                    <a:pt x="51082" y="50463"/>
                  </a:cubicBezTo>
                  <a:cubicBezTo>
                    <a:pt x="60674" y="84058"/>
                    <a:pt x="61446" y="86992"/>
                    <a:pt x="70742" y="125692"/>
                  </a:cubicBezTo>
                  <a:cubicBezTo>
                    <a:pt x="71275" y="128235"/>
                    <a:pt x="72057" y="130721"/>
                    <a:pt x="73057" y="133122"/>
                  </a:cubicBezTo>
                  <a:lnTo>
                    <a:pt x="52635" y="137760"/>
                  </a:lnTo>
                  <a:cubicBezTo>
                    <a:pt x="48330" y="109890"/>
                    <a:pt x="42015" y="82372"/>
                    <a:pt x="33737" y="55416"/>
                  </a:cubicBezTo>
                  <a:cubicBezTo>
                    <a:pt x="31213" y="56493"/>
                    <a:pt x="28632" y="57426"/>
                    <a:pt x="26003" y="58207"/>
                  </a:cubicBezTo>
                  <a:cubicBezTo>
                    <a:pt x="19192" y="60436"/>
                    <a:pt x="12535" y="63065"/>
                    <a:pt x="6039" y="66094"/>
                  </a:cubicBezTo>
                  <a:lnTo>
                    <a:pt x="0" y="47977"/>
                  </a:lnTo>
                  <a:cubicBezTo>
                    <a:pt x="4800" y="47034"/>
                    <a:pt x="9515" y="45691"/>
                    <a:pt x="14088" y="43967"/>
                  </a:cubicBezTo>
                  <a:cubicBezTo>
                    <a:pt x="20431" y="41796"/>
                    <a:pt x="21669" y="41481"/>
                    <a:pt x="29099" y="39167"/>
                  </a:cubicBezTo>
                  <a:cubicBezTo>
                    <a:pt x="26470" y="29270"/>
                    <a:pt x="22946" y="19631"/>
                    <a:pt x="18583" y="10373"/>
                  </a:cubicBezTo>
                  <a:lnTo>
                    <a:pt x="37766" y="4953"/>
                  </a:lnTo>
                  <a:cubicBezTo>
                    <a:pt x="39005" y="11192"/>
                    <a:pt x="40814" y="17316"/>
                    <a:pt x="43186" y="23222"/>
                  </a:cubicBezTo>
                  <a:cubicBezTo>
                    <a:pt x="44425" y="27089"/>
                    <a:pt x="45044" y="29099"/>
                    <a:pt x="46434" y="34204"/>
                  </a:cubicBez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51" name="フリーフォーム: 図形 450">
              <a:extLst>
                <a:ext uri="{FF2B5EF4-FFF2-40B4-BE49-F238E27FC236}">
                  <a16:creationId xmlns:a16="http://schemas.microsoft.com/office/drawing/2014/main" id="{89387C27-B1C6-BCEF-48A3-A113B590E956}"/>
                </a:ext>
              </a:extLst>
            </p:cNvPr>
            <p:cNvSpPr/>
            <p:nvPr/>
          </p:nvSpPr>
          <p:spPr>
            <a:xfrm>
              <a:off x="8959052" y="4183989"/>
              <a:ext cx="141779" cy="133416"/>
            </a:xfrm>
            <a:custGeom>
              <a:avLst/>
              <a:gdLst>
                <a:gd name="connsiteX0" fmla="*/ 58655 w 141779"/>
                <a:gd name="connsiteY0" fmla="*/ 2162 h 133416"/>
                <a:gd name="connsiteX1" fmla="*/ 57417 w 141779"/>
                <a:gd name="connsiteY1" fmla="*/ 6963 h 133416"/>
                <a:gd name="connsiteX2" fmla="*/ 56492 w 141779"/>
                <a:gd name="connsiteY2" fmla="*/ 12230 h 133416"/>
                <a:gd name="connsiteX3" fmla="*/ 53864 w 141779"/>
                <a:gd name="connsiteY3" fmla="*/ 27079 h 133416"/>
                <a:gd name="connsiteX4" fmla="*/ 52778 w 141779"/>
                <a:gd name="connsiteY4" fmla="*/ 32814 h 133416"/>
                <a:gd name="connsiteX5" fmla="*/ 62379 w 141779"/>
                <a:gd name="connsiteY5" fmla="*/ 32347 h 133416"/>
                <a:gd name="connsiteX6" fmla="*/ 85287 w 141779"/>
                <a:gd name="connsiteY6" fmla="*/ 40548 h 133416"/>
                <a:gd name="connsiteX7" fmla="*/ 92564 w 141779"/>
                <a:gd name="connsiteY7" fmla="*/ 67942 h 133416"/>
                <a:gd name="connsiteX8" fmla="*/ 80639 w 141779"/>
                <a:gd name="connsiteY8" fmla="*/ 124282 h 133416"/>
                <a:gd name="connsiteX9" fmla="*/ 63455 w 141779"/>
                <a:gd name="connsiteY9" fmla="*/ 131254 h 133416"/>
                <a:gd name="connsiteX10" fmla="*/ 39624 w 141779"/>
                <a:gd name="connsiteY10" fmla="*/ 126768 h 133416"/>
                <a:gd name="connsiteX11" fmla="*/ 39929 w 141779"/>
                <a:gd name="connsiteY11" fmla="*/ 119958 h 133416"/>
                <a:gd name="connsiteX12" fmla="*/ 38376 w 141779"/>
                <a:gd name="connsiteY12" fmla="*/ 106804 h 133416"/>
                <a:gd name="connsiteX13" fmla="*/ 60979 w 141779"/>
                <a:gd name="connsiteY13" fmla="*/ 112833 h 133416"/>
                <a:gd name="connsiteX14" fmla="*/ 70266 w 141779"/>
                <a:gd name="connsiteY14" fmla="*/ 102318 h 133416"/>
                <a:gd name="connsiteX15" fmla="*/ 74295 w 141779"/>
                <a:gd name="connsiteY15" fmla="*/ 67018 h 133416"/>
                <a:gd name="connsiteX16" fmla="*/ 58503 w 141779"/>
                <a:gd name="connsiteY16" fmla="*/ 48596 h 133416"/>
                <a:gd name="connsiteX17" fmla="*/ 49530 w 141779"/>
                <a:gd name="connsiteY17" fmla="*/ 49063 h 133416"/>
                <a:gd name="connsiteX18" fmla="*/ 21517 w 141779"/>
                <a:gd name="connsiteY18" fmla="*/ 126149 h 133416"/>
                <a:gd name="connsiteX19" fmla="*/ 19193 w 141779"/>
                <a:gd name="connsiteY19" fmla="*/ 130788 h 133416"/>
                <a:gd name="connsiteX20" fmla="*/ 17955 w 141779"/>
                <a:gd name="connsiteY20" fmla="*/ 133417 h 133416"/>
                <a:gd name="connsiteX21" fmla="*/ 0 w 141779"/>
                <a:gd name="connsiteY21" fmla="*/ 123510 h 133416"/>
                <a:gd name="connsiteX22" fmla="*/ 16088 w 141779"/>
                <a:gd name="connsiteY22" fmla="*/ 94421 h 133416"/>
                <a:gd name="connsiteX23" fmla="*/ 31109 w 141779"/>
                <a:gd name="connsiteY23" fmla="*/ 50616 h 133416"/>
                <a:gd name="connsiteX24" fmla="*/ 3400 w 141779"/>
                <a:gd name="connsiteY24" fmla="*/ 55569 h 133416"/>
                <a:gd name="connsiteX25" fmla="*/ 1543 w 141779"/>
                <a:gd name="connsiteY25" fmla="*/ 37300 h 133416"/>
                <a:gd name="connsiteX26" fmla="*/ 34509 w 141779"/>
                <a:gd name="connsiteY26" fmla="*/ 34204 h 133416"/>
                <a:gd name="connsiteX27" fmla="*/ 38538 w 141779"/>
                <a:gd name="connsiteY27" fmla="*/ 2934 h 133416"/>
                <a:gd name="connsiteX28" fmla="*/ 38538 w 141779"/>
                <a:gd name="connsiteY28" fmla="*/ 0 h 133416"/>
                <a:gd name="connsiteX29" fmla="*/ 109890 w 141779"/>
                <a:gd name="connsiteY29" fmla="*/ 21974 h 133416"/>
                <a:gd name="connsiteX30" fmla="*/ 141780 w 141779"/>
                <a:gd name="connsiteY30" fmla="*/ 82344 h 133416"/>
                <a:gd name="connsiteX31" fmla="*/ 124130 w 141779"/>
                <a:gd name="connsiteY31" fmla="*/ 91326 h 133416"/>
                <a:gd name="connsiteX32" fmla="*/ 111747 w 141779"/>
                <a:gd name="connsiteY32" fmla="*/ 56188 h 133416"/>
                <a:gd name="connsiteX33" fmla="*/ 93945 w 141779"/>
                <a:gd name="connsiteY33" fmla="*/ 29718 h 13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41779" h="133416">
                  <a:moveTo>
                    <a:pt x="58655" y="2162"/>
                  </a:moveTo>
                  <a:cubicBezTo>
                    <a:pt x="58141" y="3734"/>
                    <a:pt x="57721" y="5334"/>
                    <a:pt x="57417" y="6963"/>
                  </a:cubicBezTo>
                  <a:cubicBezTo>
                    <a:pt x="57112" y="8972"/>
                    <a:pt x="56950" y="9744"/>
                    <a:pt x="56492" y="12230"/>
                  </a:cubicBezTo>
                  <a:cubicBezTo>
                    <a:pt x="56036" y="15478"/>
                    <a:pt x="56036" y="15478"/>
                    <a:pt x="53864" y="27079"/>
                  </a:cubicBezTo>
                  <a:cubicBezTo>
                    <a:pt x="53245" y="30489"/>
                    <a:pt x="53245" y="30804"/>
                    <a:pt x="52778" y="32814"/>
                  </a:cubicBezTo>
                  <a:cubicBezTo>
                    <a:pt x="57274" y="32509"/>
                    <a:pt x="59436" y="32347"/>
                    <a:pt x="62379" y="32347"/>
                  </a:cubicBezTo>
                  <a:cubicBezTo>
                    <a:pt x="70828" y="31718"/>
                    <a:pt x="79153" y="34700"/>
                    <a:pt x="85287" y="40548"/>
                  </a:cubicBezTo>
                  <a:cubicBezTo>
                    <a:pt x="91192" y="48387"/>
                    <a:pt x="93812" y="58217"/>
                    <a:pt x="92564" y="67942"/>
                  </a:cubicBezTo>
                  <a:cubicBezTo>
                    <a:pt x="92564" y="94564"/>
                    <a:pt x="88068" y="115776"/>
                    <a:pt x="80639" y="124282"/>
                  </a:cubicBezTo>
                  <a:cubicBezTo>
                    <a:pt x="76438" y="129349"/>
                    <a:pt x="69990" y="131959"/>
                    <a:pt x="63455" y="131254"/>
                  </a:cubicBezTo>
                  <a:cubicBezTo>
                    <a:pt x="55321" y="131055"/>
                    <a:pt x="47273" y="129549"/>
                    <a:pt x="39624" y="126768"/>
                  </a:cubicBezTo>
                  <a:cubicBezTo>
                    <a:pt x="39777" y="123672"/>
                    <a:pt x="39929" y="121510"/>
                    <a:pt x="39929" y="119958"/>
                  </a:cubicBezTo>
                  <a:cubicBezTo>
                    <a:pt x="39919" y="115529"/>
                    <a:pt x="39395" y="111109"/>
                    <a:pt x="38376" y="106804"/>
                  </a:cubicBezTo>
                  <a:cubicBezTo>
                    <a:pt x="45482" y="110176"/>
                    <a:pt x="53140" y="112223"/>
                    <a:pt x="60979" y="112833"/>
                  </a:cubicBezTo>
                  <a:cubicBezTo>
                    <a:pt x="65475" y="112833"/>
                    <a:pt x="67951" y="109899"/>
                    <a:pt x="70266" y="102318"/>
                  </a:cubicBezTo>
                  <a:cubicBezTo>
                    <a:pt x="73133" y="90773"/>
                    <a:pt x="74486" y="78905"/>
                    <a:pt x="74295" y="67018"/>
                  </a:cubicBezTo>
                  <a:cubicBezTo>
                    <a:pt x="74295" y="52778"/>
                    <a:pt x="70733" y="48596"/>
                    <a:pt x="58503" y="48596"/>
                  </a:cubicBezTo>
                  <a:cubicBezTo>
                    <a:pt x="55407" y="48596"/>
                    <a:pt x="53083" y="48758"/>
                    <a:pt x="49530" y="49063"/>
                  </a:cubicBezTo>
                  <a:cubicBezTo>
                    <a:pt x="43567" y="75867"/>
                    <a:pt x="34147" y="101775"/>
                    <a:pt x="21517" y="126149"/>
                  </a:cubicBezTo>
                  <a:cubicBezTo>
                    <a:pt x="20736" y="127702"/>
                    <a:pt x="20736" y="127702"/>
                    <a:pt x="19193" y="130788"/>
                  </a:cubicBezTo>
                  <a:cubicBezTo>
                    <a:pt x="18726" y="131721"/>
                    <a:pt x="18726" y="131874"/>
                    <a:pt x="17955" y="133417"/>
                  </a:cubicBezTo>
                  <a:lnTo>
                    <a:pt x="0" y="123510"/>
                  </a:lnTo>
                  <a:cubicBezTo>
                    <a:pt x="6305" y="114367"/>
                    <a:pt x="11697" y="104622"/>
                    <a:pt x="16088" y="94421"/>
                  </a:cubicBezTo>
                  <a:cubicBezTo>
                    <a:pt x="22374" y="80286"/>
                    <a:pt x="27404" y="65637"/>
                    <a:pt x="31109" y="50616"/>
                  </a:cubicBezTo>
                  <a:cubicBezTo>
                    <a:pt x="21793" y="51797"/>
                    <a:pt x="12545" y="53445"/>
                    <a:pt x="3400" y="55569"/>
                  </a:cubicBezTo>
                  <a:lnTo>
                    <a:pt x="1543" y="37300"/>
                  </a:lnTo>
                  <a:cubicBezTo>
                    <a:pt x="7277" y="37300"/>
                    <a:pt x="25994" y="35442"/>
                    <a:pt x="34509" y="34204"/>
                  </a:cubicBezTo>
                  <a:cubicBezTo>
                    <a:pt x="36538" y="23889"/>
                    <a:pt x="37891" y="13440"/>
                    <a:pt x="38538" y="2934"/>
                  </a:cubicBezTo>
                  <a:lnTo>
                    <a:pt x="38538" y="0"/>
                  </a:lnTo>
                  <a:close/>
                  <a:moveTo>
                    <a:pt x="109890" y="21974"/>
                  </a:moveTo>
                  <a:cubicBezTo>
                    <a:pt x="125016" y="39386"/>
                    <a:pt x="135922" y="60045"/>
                    <a:pt x="141780" y="82344"/>
                  </a:cubicBezTo>
                  <a:lnTo>
                    <a:pt x="124130" y="91326"/>
                  </a:lnTo>
                  <a:cubicBezTo>
                    <a:pt x="121596" y="79105"/>
                    <a:pt x="117434" y="67294"/>
                    <a:pt x="111747" y="56188"/>
                  </a:cubicBezTo>
                  <a:cubicBezTo>
                    <a:pt x="107271" y="46472"/>
                    <a:pt x="101260" y="37529"/>
                    <a:pt x="93945" y="29718"/>
                  </a:cubicBez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52" name="フリーフォーム: 図形 451">
              <a:extLst>
                <a:ext uri="{FF2B5EF4-FFF2-40B4-BE49-F238E27FC236}">
                  <a16:creationId xmlns:a16="http://schemas.microsoft.com/office/drawing/2014/main" id="{BC7C0543-4653-D28C-13F8-135CF25F5258}"/>
                </a:ext>
              </a:extLst>
            </p:cNvPr>
            <p:cNvSpPr/>
            <p:nvPr/>
          </p:nvSpPr>
          <p:spPr>
            <a:xfrm>
              <a:off x="4611842" y="5399160"/>
              <a:ext cx="203711" cy="196757"/>
            </a:xfrm>
            <a:custGeom>
              <a:avLst/>
              <a:gdLst>
                <a:gd name="connsiteX0" fmla="*/ 25727 w 203711"/>
                <a:gd name="connsiteY0" fmla="*/ 109242 h 196757"/>
                <a:gd name="connsiteX1" fmla="*/ 26565 w 203711"/>
                <a:gd name="connsiteY1" fmla="*/ 86249 h 196757"/>
                <a:gd name="connsiteX2" fmla="*/ 9696 w 203711"/>
                <a:gd name="connsiteY2" fmla="*/ 109242 h 196757"/>
                <a:gd name="connsiteX3" fmla="*/ 0 w 203711"/>
                <a:gd name="connsiteY3" fmla="*/ 83506 h 196757"/>
                <a:gd name="connsiteX4" fmla="*/ 33947 w 203711"/>
                <a:gd name="connsiteY4" fmla="*/ 29937 h 196757"/>
                <a:gd name="connsiteX5" fmla="*/ 42586 w 203711"/>
                <a:gd name="connsiteY5" fmla="*/ 0 h 196757"/>
                <a:gd name="connsiteX6" fmla="*/ 66846 w 203711"/>
                <a:gd name="connsiteY6" fmla="*/ 6105 h 196757"/>
                <a:gd name="connsiteX7" fmla="*/ 47863 w 203711"/>
                <a:gd name="connsiteY7" fmla="*/ 54197 h 196757"/>
                <a:gd name="connsiteX8" fmla="*/ 47863 w 203711"/>
                <a:gd name="connsiteY8" fmla="*/ 172298 h 196757"/>
                <a:gd name="connsiteX9" fmla="*/ 48920 w 203711"/>
                <a:gd name="connsiteY9" fmla="*/ 196758 h 196757"/>
                <a:gd name="connsiteX10" fmla="*/ 24460 w 203711"/>
                <a:gd name="connsiteY10" fmla="*/ 196758 h 196757"/>
                <a:gd name="connsiteX11" fmla="*/ 25727 w 203711"/>
                <a:gd name="connsiteY11" fmla="*/ 172079 h 196757"/>
                <a:gd name="connsiteX12" fmla="*/ 95945 w 203711"/>
                <a:gd name="connsiteY12" fmla="*/ 89421 h 196757"/>
                <a:gd name="connsiteX13" fmla="*/ 95945 w 203711"/>
                <a:gd name="connsiteY13" fmla="*/ 132016 h 196757"/>
                <a:gd name="connsiteX14" fmla="*/ 133274 w 203711"/>
                <a:gd name="connsiteY14" fmla="*/ 122320 h 196757"/>
                <a:gd name="connsiteX15" fmla="*/ 133274 w 203711"/>
                <a:gd name="connsiteY15" fmla="*/ 143189 h 196757"/>
                <a:gd name="connsiteX16" fmla="*/ 67904 w 203711"/>
                <a:gd name="connsiteY16" fmla="*/ 160277 h 196757"/>
                <a:gd name="connsiteX17" fmla="*/ 59045 w 203711"/>
                <a:gd name="connsiteY17" fmla="*/ 162382 h 196757"/>
                <a:gd name="connsiteX18" fmla="*/ 55664 w 203711"/>
                <a:gd name="connsiteY18" fmla="*/ 138551 h 196757"/>
                <a:gd name="connsiteX19" fmla="*/ 73809 w 203711"/>
                <a:gd name="connsiteY19" fmla="*/ 136236 h 196757"/>
                <a:gd name="connsiteX20" fmla="*/ 73809 w 203711"/>
                <a:gd name="connsiteY20" fmla="*/ 39224 h 196757"/>
                <a:gd name="connsiteX21" fmla="*/ 72961 w 203711"/>
                <a:gd name="connsiteY21" fmla="*/ 20031 h 196757"/>
                <a:gd name="connsiteX22" fmla="*/ 78019 w 203711"/>
                <a:gd name="connsiteY22" fmla="*/ 20031 h 196757"/>
                <a:gd name="connsiteX23" fmla="*/ 173126 w 203711"/>
                <a:gd name="connsiteY23" fmla="*/ 629 h 196757"/>
                <a:gd name="connsiteX24" fmla="*/ 190424 w 203711"/>
                <a:gd name="connsiteY24" fmla="*/ 21298 h 196757"/>
                <a:gd name="connsiteX25" fmla="*/ 150562 w 203711"/>
                <a:gd name="connsiteY25" fmla="*/ 32052 h 196757"/>
                <a:gd name="connsiteX26" fmla="*/ 151838 w 203711"/>
                <a:gd name="connsiteY26" fmla="*/ 66847 h 196757"/>
                <a:gd name="connsiteX27" fmla="*/ 175241 w 203711"/>
                <a:gd name="connsiteY27" fmla="*/ 66008 h 196757"/>
                <a:gd name="connsiteX28" fmla="*/ 195491 w 203711"/>
                <a:gd name="connsiteY28" fmla="*/ 64322 h 196757"/>
                <a:gd name="connsiteX29" fmla="*/ 195910 w 203711"/>
                <a:gd name="connsiteY29" fmla="*/ 87306 h 196757"/>
                <a:gd name="connsiteX30" fmla="*/ 181146 w 203711"/>
                <a:gd name="connsiteY30" fmla="*/ 86887 h 196757"/>
                <a:gd name="connsiteX31" fmla="*/ 175241 w 203711"/>
                <a:gd name="connsiteY31" fmla="*/ 87087 h 196757"/>
                <a:gd name="connsiteX32" fmla="*/ 153734 w 203711"/>
                <a:gd name="connsiteY32" fmla="*/ 87725 h 196757"/>
                <a:gd name="connsiteX33" fmla="*/ 163011 w 203711"/>
                <a:gd name="connsiteY33" fmla="*/ 123158 h 196757"/>
                <a:gd name="connsiteX34" fmla="*/ 180099 w 203711"/>
                <a:gd name="connsiteY34" fmla="*/ 146571 h 196757"/>
                <a:gd name="connsiteX35" fmla="*/ 183461 w 203711"/>
                <a:gd name="connsiteY35" fmla="*/ 143189 h 196757"/>
                <a:gd name="connsiteX36" fmla="*/ 185995 w 203711"/>
                <a:gd name="connsiteY36" fmla="*/ 126740 h 196757"/>
                <a:gd name="connsiteX37" fmla="*/ 186623 w 203711"/>
                <a:gd name="connsiteY37" fmla="*/ 115348 h 196757"/>
                <a:gd name="connsiteX38" fmla="*/ 203711 w 203711"/>
                <a:gd name="connsiteY38" fmla="*/ 129064 h 196757"/>
                <a:gd name="connsiteX39" fmla="*/ 196539 w 203711"/>
                <a:gd name="connsiteY39" fmla="*/ 162382 h 196757"/>
                <a:gd name="connsiteX40" fmla="*/ 181566 w 203711"/>
                <a:gd name="connsiteY40" fmla="*/ 173146 h 196757"/>
                <a:gd name="connsiteX41" fmla="*/ 146352 w 203711"/>
                <a:gd name="connsiteY41" fmla="*/ 139817 h 196757"/>
                <a:gd name="connsiteX42" fmla="*/ 132007 w 203711"/>
                <a:gd name="connsiteY42" fmla="*/ 88354 h 196757"/>
                <a:gd name="connsiteX43" fmla="*/ 66846 w 203711"/>
                <a:gd name="connsiteY43" fmla="*/ 167230 h 196757"/>
                <a:gd name="connsiteX44" fmla="*/ 82877 w 203711"/>
                <a:gd name="connsiteY44" fmla="*/ 168069 h 196757"/>
                <a:gd name="connsiteX45" fmla="*/ 144456 w 203711"/>
                <a:gd name="connsiteY45" fmla="*/ 168069 h 196757"/>
                <a:gd name="connsiteX46" fmla="*/ 165964 w 203711"/>
                <a:gd name="connsiteY46" fmla="*/ 167021 h 196757"/>
                <a:gd name="connsiteX47" fmla="*/ 165964 w 203711"/>
                <a:gd name="connsiteY47" fmla="*/ 189805 h 196757"/>
                <a:gd name="connsiteX48" fmla="*/ 144456 w 203711"/>
                <a:gd name="connsiteY48" fmla="*/ 188538 h 196757"/>
                <a:gd name="connsiteX49" fmla="*/ 87725 w 203711"/>
                <a:gd name="connsiteY49" fmla="*/ 188538 h 196757"/>
                <a:gd name="connsiteX50" fmla="*/ 66846 w 203711"/>
                <a:gd name="connsiteY50" fmla="*/ 189805 h 196757"/>
                <a:gd name="connsiteX51" fmla="*/ 130111 w 203711"/>
                <a:gd name="connsiteY51" fmla="*/ 67485 h 196757"/>
                <a:gd name="connsiteX52" fmla="*/ 128425 w 203711"/>
                <a:gd name="connsiteY52" fmla="*/ 36062 h 196757"/>
                <a:gd name="connsiteX53" fmla="*/ 95945 w 203711"/>
                <a:gd name="connsiteY53" fmla="*/ 39433 h 196757"/>
                <a:gd name="connsiteX54" fmla="*/ 95945 w 203711"/>
                <a:gd name="connsiteY54" fmla="*/ 68332 h 196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03711" h="196757">
                  <a:moveTo>
                    <a:pt x="25727" y="109242"/>
                  </a:moveTo>
                  <a:cubicBezTo>
                    <a:pt x="25594" y="101565"/>
                    <a:pt x="25870" y="93897"/>
                    <a:pt x="26565" y="86249"/>
                  </a:cubicBezTo>
                  <a:cubicBezTo>
                    <a:pt x="21641" y="94402"/>
                    <a:pt x="15992" y="102098"/>
                    <a:pt x="9696" y="109242"/>
                  </a:cubicBezTo>
                  <a:cubicBezTo>
                    <a:pt x="7382" y="100346"/>
                    <a:pt x="4134" y="91716"/>
                    <a:pt x="0" y="83506"/>
                  </a:cubicBezTo>
                  <a:cubicBezTo>
                    <a:pt x="14792" y="68113"/>
                    <a:pt x="26337" y="49892"/>
                    <a:pt x="33947" y="29937"/>
                  </a:cubicBezTo>
                  <a:cubicBezTo>
                    <a:pt x="37919" y="20307"/>
                    <a:pt x="40815" y="10268"/>
                    <a:pt x="42586" y="0"/>
                  </a:cubicBezTo>
                  <a:lnTo>
                    <a:pt x="66846" y="6105"/>
                  </a:lnTo>
                  <a:cubicBezTo>
                    <a:pt x="62160" y="22746"/>
                    <a:pt x="55807" y="38853"/>
                    <a:pt x="47863" y="54197"/>
                  </a:cubicBezTo>
                  <a:lnTo>
                    <a:pt x="47863" y="172298"/>
                  </a:lnTo>
                  <a:cubicBezTo>
                    <a:pt x="47863" y="181785"/>
                    <a:pt x="48292" y="188738"/>
                    <a:pt x="48920" y="196758"/>
                  </a:cubicBezTo>
                  <a:lnTo>
                    <a:pt x="24460" y="196758"/>
                  </a:lnTo>
                  <a:cubicBezTo>
                    <a:pt x="25441" y="188566"/>
                    <a:pt x="25870" y="180327"/>
                    <a:pt x="25727" y="172079"/>
                  </a:cubicBezTo>
                  <a:close/>
                  <a:moveTo>
                    <a:pt x="95945" y="89421"/>
                  </a:moveTo>
                  <a:lnTo>
                    <a:pt x="95945" y="132016"/>
                  </a:lnTo>
                  <a:cubicBezTo>
                    <a:pt x="114300" y="127797"/>
                    <a:pt x="116824" y="127159"/>
                    <a:pt x="133274" y="122320"/>
                  </a:cubicBezTo>
                  <a:lnTo>
                    <a:pt x="133274" y="143189"/>
                  </a:lnTo>
                  <a:cubicBezTo>
                    <a:pt x="111871" y="150285"/>
                    <a:pt x="90030" y="155991"/>
                    <a:pt x="67904" y="160277"/>
                  </a:cubicBezTo>
                  <a:cubicBezTo>
                    <a:pt x="63894" y="161115"/>
                    <a:pt x="62208" y="161544"/>
                    <a:pt x="59045" y="162382"/>
                  </a:cubicBezTo>
                  <a:lnTo>
                    <a:pt x="55664" y="138551"/>
                  </a:lnTo>
                  <a:cubicBezTo>
                    <a:pt x="61779" y="138408"/>
                    <a:pt x="67856" y="137627"/>
                    <a:pt x="73809" y="136236"/>
                  </a:cubicBezTo>
                  <a:lnTo>
                    <a:pt x="73809" y="39224"/>
                  </a:lnTo>
                  <a:cubicBezTo>
                    <a:pt x="73990" y="32814"/>
                    <a:pt x="73704" y="26403"/>
                    <a:pt x="72961" y="20031"/>
                  </a:cubicBezTo>
                  <a:lnTo>
                    <a:pt x="78019" y="20031"/>
                  </a:lnTo>
                  <a:cubicBezTo>
                    <a:pt x="109652" y="20031"/>
                    <a:pt x="155419" y="10754"/>
                    <a:pt x="173126" y="629"/>
                  </a:cubicBezTo>
                  <a:lnTo>
                    <a:pt x="190424" y="21298"/>
                  </a:lnTo>
                  <a:cubicBezTo>
                    <a:pt x="177422" y="25880"/>
                    <a:pt x="164097" y="29470"/>
                    <a:pt x="150562" y="32052"/>
                  </a:cubicBezTo>
                  <a:cubicBezTo>
                    <a:pt x="150781" y="46815"/>
                    <a:pt x="150781" y="47025"/>
                    <a:pt x="151838" y="66847"/>
                  </a:cubicBezTo>
                  <a:lnTo>
                    <a:pt x="175241" y="66008"/>
                  </a:lnTo>
                  <a:cubicBezTo>
                    <a:pt x="182032" y="66180"/>
                    <a:pt x="188824" y="65618"/>
                    <a:pt x="195491" y="64322"/>
                  </a:cubicBezTo>
                  <a:lnTo>
                    <a:pt x="195910" y="87306"/>
                  </a:lnTo>
                  <a:cubicBezTo>
                    <a:pt x="190005" y="86887"/>
                    <a:pt x="187690" y="86887"/>
                    <a:pt x="181146" y="86887"/>
                  </a:cubicBezTo>
                  <a:cubicBezTo>
                    <a:pt x="179175" y="86820"/>
                    <a:pt x="177203" y="86887"/>
                    <a:pt x="175241" y="87087"/>
                  </a:cubicBezTo>
                  <a:lnTo>
                    <a:pt x="153734" y="87725"/>
                  </a:lnTo>
                  <a:cubicBezTo>
                    <a:pt x="155076" y="99927"/>
                    <a:pt x="158201" y="111861"/>
                    <a:pt x="163011" y="123158"/>
                  </a:cubicBezTo>
                  <a:cubicBezTo>
                    <a:pt x="169126" y="137284"/>
                    <a:pt x="175870" y="146571"/>
                    <a:pt x="180099" y="146571"/>
                  </a:cubicBezTo>
                  <a:cubicBezTo>
                    <a:pt x="181365" y="146571"/>
                    <a:pt x="182623" y="145304"/>
                    <a:pt x="183461" y="143189"/>
                  </a:cubicBezTo>
                  <a:cubicBezTo>
                    <a:pt x="185033" y="137846"/>
                    <a:pt x="185880" y="132312"/>
                    <a:pt x="185995" y="126740"/>
                  </a:cubicBezTo>
                  <a:cubicBezTo>
                    <a:pt x="185995" y="126111"/>
                    <a:pt x="186204" y="122311"/>
                    <a:pt x="186623" y="115348"/>
                  </a:cubicBezTo>
                  <a:cubicBezTo>
                    <a:pt x="191662" y="120682"/>
                    <a:pt x="197415" y="125292"/>
                    <a:pt x="203711" y="129064"/>
                  </a:cubicBezTo>
                  <a:cubicBezTo>
                    <a:pt x="203121" y="140475"/>
                    <a:pt x="200701" y="151724"/>
                    <a:pt x="196539" y="162382"/>
                  </a:cubicBezTo>
                  <a:cubicBezTo>
                    <a:pt x="194243" y="168707"/>
                    <a:pt x="188300" y="172974"/>
                    <a:pt x="181566" y="173146"/>
                  </a:cubicBezTo>
                  <a:cubicBezTo>
                    <a:pt x="170812" y="173146"/>
                    <a:pt x="156467" y="159430"/>
                    <a:pt x="146352" y="139817"/>
                  </a:cubicBezTo>
                  <a:cubicBezTo>
                    <a:pt x="138579" y="123644"/>
                    <a:pt x="133721" y="106223"/>
                    <a:pt x="132007" y="88354"/>
                  </a:cubicBezTo>
                  <a:close/>
                  <a:moveTo>
                    <a:pt x="66846" y="167230"/>
                  </a:moveTo>
                  <a:cubicBezTo>
                    <a:pt x="72161" y="167916"/>
                    <a:pt x="77524" y="168192"/>
                    <a:pt x="82877" y="168069"/>
                  </a:cubicBezTo>
                  <a:lnTo>
                    <a:pt x="144456" y="168069"/>
                  </a:lnTo>
                  <a:cubicBezTo>
                    <a:pt x="151638" y="168173"/>
                    <a:pt x="158829" y="167821"/>
                    <a:pt x="165964" y="167021"/>
                  </a:cubicBezTo>
                  <a:lnTo>
                    <a:pt x="165964" y="189805"/>
                  </a:lnTo>
                  <a:cubicBezTo>
                    <a:pt x="158839" y="188804"/>
                    <a:pt x="151647" y="188376"/>
                    <a:pt x="144456" y="188538"/>
                  </a:cubicBezTo>
                  <a:lnTo>
                    <a:pt x="87725" y="188538"/>
                  </a:lnTo>
                  <a:cubicBezTo>
                    <a:pt x="80743" y="188328"/>
                    <a:pt x="73752" y="188747"/>
                    <a:pt x="66846" y="189805"/>
                  </a:cubicBezTo>
                  <a:close/>
                  <a:moveTo>
                    <a:pt x="130111" y="67485"/>
                  </a:moveTo>
                  <a:cubicBezTo>
                    <a:pt x="129473" y="61579"/>
                    <a:pt x="129273" y="54835"/>
                    <a:pt x="128425" y="36062"/>
                  </a:cubicBezTo>
                  <a:cubicBezTo>
                    <a:pt x="115557" y="37957"/>
                    <a:pt x="110919" y="38376"/>
                    <a:pt x="95945" y="39433"/>
                  </a:cubicBezTo>
                  <a:lnTo>
                    <a:pt x="95945" y="683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53" name="フリーフォーム: 図形 452">
              <a:extLst>
                <a:ext uri="{FF2B5EF4-FFF2-40B4-BE49-F238E27FC236}">
                  <a16:creationId xmlns:a16="http://schemas.microsoft.com/office/drawing/2014/main" id="{7216B15A-EC0E-BAD2-2AAB-F167EC7038F4}"/>
                </a:ext>
              </a:extLst>
            </p:cNvPr>
            <p:cNvSpPr/>
            <p:nvPr/>
          </p:nvSpPr>
          <p:spPr>
            <a:xfrm>
              <a:off x="4841880" y="5423410"/>
              <a:ext cx="176088" cy="154152"/>
            </a:xfrm>
            <a:custGeom>
              <a:avLst/>
              <a:gdLst>
                <a:gd name="connsiteX0" fmla="*/ 28889 w 176088"/>
                <a:gd name="connsiteY0" fmla="*/ 0 h 154152"/>
                <a:gd name="connsiteX1" fmla="*/ 27203 w 176088"/>
                <a:gd name="connsiteY1" fmla="*/ 32052 h 154152"/>
                <a:gd name="connsiteX2" fmla="*/ 31204 w 176088"/>
                <a:gd name="connsiteY2" fmla="*/ 88573 h 154152"/>
                <a:gd name="connsiteX3" fmla="*/ 48292 w 176088"/>
                <a:gd name="connsiteY3" fmla="*/ 123997 h 154152"/>
                <a:gd name="connsiteX4" fmla="*/ 56941 w 176088"/>
                <a:gd name="connsiteY4" fmla="*/ 114929 h 154152"/>
                <a:gd name="connsiteX5" fmla="*/ 68113 w 176088"/>
                <a:gd name="connsiteY5" fmla="*/ 76762 h 154152"/>
                <a:gd name="connsiteX6" fmla="*/ 89202 w 176088"/>
                <a:gd name="connsiteY6" fmla="*/ 95955 h 154152"/>
                <a:gd name="connsiteX7" fmla="*/ 48082 w 176088"/>
                <a:gd name="connsiteY7" fmla="*/ 154153 h 154152"/>
                <a:gd name="connsiteX8" fmla="*/ 14126 w 176088"/>
                <a:gd name="connsiteY8" fmla="*/ 123577 h 154152"/>
                <a:gd name="connsiteX9" fmla="*/ 848 w 176088"/>
                <a:gd name="connsiteY9" fmla="*/ 13497 h 154152"/>
                <a:gd name="connsiteX10" fmla="*/ 0 w 176088"/>
                <a:gd name="connsiteY10" fmla="*/ 0 h 154152"/>
                <a:gd name="connsiteX11" fmla="*/ 128645 w 176088"/>
                <a:gd name="connsiteY11" fmla="*/ 9487 h 154152"/>
                <a:gd name="connsiteX12" fmla="*/ 176089 w 176088"/>
                <a:gd name="connsiteY12" fmla="*/ 122949 h 154152"/>
                <a:gd name="connsiteX13" fmla="*/ 149943 w 176088"/>
                <a:gd name="connsiteY13" fmla="*/ 132855 h 154152"/>
                <a:gd name="connsiteX14" fmla="*/ 136446 w 176088"/>
                <a:gd name="connsiteY14" fmla="*/ 71904 h 154152"/>
                <a:gd name="connsiteX15" fmla="*/ 106499 w 176088"/>
                <a:gd name="connsiteY15" fmla="*/ 20031 h 1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6088" h="154152">
                  <a:moveTo>
                    <a:pt x="28889" y="0"/>
                  </a:moveTo>
                  <a:cubicBezTo>
                    <a:pt x="27632" y="10630"/>
                    <a:pt x="27070" y="21346"/>
                    <a:pt x="27203" y="32052"/>
                  </a:cubicBezTo>
                  <a:cubicBezTo>
                    <a:pt x="27184" y="50959"/>
                    <a:pt x="28527" y="69847"/>
                    <a:pt x="31204" y="88573"/>
                  </a:cubicBezTo>
                  <a:cubicBezTo>
                    <a:pt x="34795" y="110500"/>
                    <a:pt x="41539" y="123997"/>
                    <a:pt x="48292" y="123997"/>
                  </a:cubicBezTo>
                  <a:cubicBezTo>
                    <a:pt x="51454" y="123997"/>
                    <a:pt x="54407" y="120834"/>
                    <a:pt x="56941" y="114929"/>
                  </a:cubicBezTo>
                  <a:cubicBezTo>
                    <a:pt x="62284" y="102737"/>
                    <a:pt x="66037" y="89916"/>
                    <a:pt x="68113" y="76762"/>
                  </a:cubicBezTo>
                  <a:cubicBezTo>
                    <a:pt x="74228" y="84096"/>
                    <a:pt x="81325" y="90554"/>
                    <a:pt x="89202" y="95955"/>
                  </a:cubicBezTo>
                  <a:cubicBezTo>
                    <a:pt x="78238" y="137074"/>
                    <a:pt x="66008" y="154153"/>
                    <a:pt x="48082" y="154153"/>
                  </a:cubicBezTo>
                  <a:cubicBezTo>
                    <a:pt x="33947" y="154153"/>
                    <a:pt x="22565" y="143818"/>
                    <a:pt x="14126" y="123577"/>
                  </a:cubicBezTo>
                  <a:cubicBezTo>
                    <a:pt x="5477" y="102489"/>
                    <a:pt x="1686" y="71904"/>
                    <a:pt x="848" y="13497"/>
                  </a:cubicBezTo>
                  <a:cubicBezTo>
                    <a:pt x="867" y="8982"/>
                    <a:pt x="581" y="4477"/>
                    <a:pt x="0" y="0"/>
                  </a:cubicBezTo>
                  <a:close/>
                  <a:moveTo>
                    <a:pt x="128645" y="9487"/>
                  </a:moveTo>
                  <a:cubicBezTo>
                    <a:pt x="155410" y="41739"/>
                    <a:pt x="171936" y="81248"/>
                    <a:pt x="176089" y="122949"/>
                  </a:cubicBezTo>
                  <a:lnTo>
                    <a:pt x="149943" y="132855"/>
                  </a:lnTo>
                  <a:cubicBezTo>
                    <a:pt x="148447" y="111986"/>
                    <a:pt x="143904" y="91459"/>
                    <a:pt x="136446" y="71904"/>
                  </a:cubicBezTo>
                  <a:cubicBezTo>
                    <a:pt x="129359" y="53102"/>
                    <a:pt x="119244" y="35576"/>
                    <a:pt x="106499" y="200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54" name="フリーフォーム: 図形 453">
              <a:extLst>
                <a:ext uri="{FF2B5EF4-FFF2-40B4-BE49-F238E27FC236}">
                  <a16:creationId xmlns:a16="http://schemas.microsoft.com/office/drawing/2014/main" id="{4E36B55E-5112-408D-4DBB-6F5BFBE45047}"/>
                </a:ext>
              </a:extLst>
            </p:cNvPr>
            <p:cNvSpPr/>
            <p:nvPr/>
          </p:nvSpPr>
          <p:spPr>
            <a:xfrm>
              <a:off x="8582739" y="5400207"/>
              <a:ext cx="189176" cy="196129"/>
            </a:xfrm>
            <a:custGeom>
              <a:avLst/>
              <a:gdLst>
                <a:gd name="connsiteX0" fmla="*/ 81410 w 189176"/>
                <a:gd name="connsiteY0" fmla="*/ 13297 h 196129"/>
                <a:gd name="connsiteX1" fmla="*/ 80143 w 189176"/>
                <a:gd name="connsiteY1" fmla="*/ 0 h 196129"/>
                <a:gd name="connsiteX2" fmla="*/ 106080 w 189176"/>
                <a:gd name="connsiteY2" fmla="*/ 0 h 196129"/>
                <a:gd name="connsiteX3" fmla="*/ 104813 w 189176"/>
                <a:gd name="connsiteY3" fmla="*/ 13078 h 196129"/>
                <a:gd name="connsiteX4" fmla="*/ 104813 w 189176"/>
                <a:gd name="connsiteY4" fmla="*/ 15821 h 196129"/>
                <a:gd name="connsiteX5" fmla="*/ 167021 w 189176"/>
                <a:gd name="connsiteY5" fmla="*/ 15821 h 196129"/>
                <a:gd name="connsiteX6" fmla="*/ 189176 w 189176"/>
                <a:gd name="connsiteY6" fmla="*/ 14554 h 196129"/>
                <a:gd name="connsiteX7" fmla="*/ 189176 w 189176"/>
                <a:gd name="connsiteY7" fmla="*/ 35852 h 196129"/>
                <a:gd name="connsiteX8" fmla="*/ 167240 w 189176"/>
                <a:gd name="connsiteY8" fmla="*/ 34795 h 196129"/>
                <a:gd name="connsiteX9" fmla="*/ 21717 w 189176"/>
                <a:gd name="connsiteY9" fmla="*/ 34795 h 196129"/>
                <a:gd name="connsiteX10" fmla="*/ 0 w 189176"/>
                <a:gd name="connsiteY10" fmla="*/ 35852 h 196129"/>
                <a:gd name="connsiteX11" fmla="*/ 0 w 189176"/>
                <a:gd name="connsiteY11" fmla="*/ 14554 h 196129"/>
                <a:gd name="connsiteX12" fmla="*/ 22993 w 189176"/>
                <a:gd name="connsiteY12" fmla="*/ 15821 h 196129"/>
                <a:gd name="connsiteX13" fmla="*/ 81410 w 189176"/>
                <a:gd name="connsiteY13" fmla="*/ 15821 h 196129"/>
                <a:gd name="connsiteX14" fmla="*/ 5905 w 189176"/>
                <a:gd name="connsiteY14" fmla="*/ 116834 h 196129"/>
                <a:gd name="connsiteX15" fmla="*/ 5058 w 189176"/>
                <a:gd name="connsiteY15" fmla="*/ 97641 h 196129"/>
                <a:gd name="connsiteX16" fmla="*/ 26994 w 189176"/>
                <a:gd name="connsiteY16" fmla="*/ 98488 h 196129"/>
                <a:gd name="connsiteX17" fmla="*/ 163659 w 189176"/>
                <a:gd name="connsiteY17" fmla="*/ 98488 h 196129"/>
                <a:gd name="connsiteX18" fmla="*/ 184318 w 189176"/>
                <a:gd name="connsiteY18" fmla="*/ 97641 h 196129"/>
                <a:gd name="connsiteX19" fmla="*/ 183480 w 189176"/>
                <a:gd name="connsiteY19" fmla="*/ 116624 h 196129"/>
                <a:gd name="connsiteX20" fmla="*/ 183480 w 189176"/>
                <a:gd name="connsiteY20" fmla="*/ 170402 h 196129"/>
                <a:gd name="connsiteX21" fmla="*/ 178422 w 189176"/>
                <a:gd name="connsiteY21" fmla="*/ 188538 h 196129"/>
                <a:gd name="connsiteX22" fmla="*/ 153105 w 189176"/>
                <a:gd name="connsiteY22" fmla="*/ 193596 h 196129"/>
                <a:gd name="connsiteX23" fmla="*/ 140875 w 189176"/>
                <a:gd name="connsiteY23" fmla="*/ 193177 h 196129"/>
                <a:gd name="connsiteX24" fmla="*/ 134131 w 189176"/>
                <a:gd name="connsiteY24" fmla="*/ 192967 h 196129"/>
                <a:gd name="connsiteX25" fmla="*/ 129492 w 189176"/>
                <a:gd name="connsiteY25" fmla="*/ 171879 h 196129"/>
                <a:gd name="connsiteX26" fmla="*/ 156057 w 189176"/>
                <a:gd name="connsiteY26" fmla="*/ 173774 h 196129"/>
                <a:gd name="connsiteX27" fmla="*/ 161125 w 189176"/>
                <a:gd name="connsiteY27" fmla="*/ 169345 h 196129"/>
                <a:gd name="connsiteX28" fmla="*/ 161125 w 189176"/>
                <a:gd name="connsiteY28" fmla="*/ 116834 h 196129"/>
                <a:gd name="connsiteX29" fmla="*/ 28260 w 189176"/>
                <a:gd name="connsiteY29" fmla="*/ 116834 h 196129"/>
                <a:gd name="connsiteX30" fmla="*/ 28260 w 189176"/>
                <a:gd name="connsiteY30" fmla="*/ 172926 h 196129"/>
                <a:gd name="connsiteX31" fmla="*/ 29527 w 189176"/>
                <a:gd name="connsiteY31" fmla="*/ 196129 h 196129"/>
                <a:gd name="connsiteX32" fmla="*/ 4639 w 189176"/>
                <a:gd name="connsiteY32" fmla="*/ 196129 h 196129"/>
                <a:gd name="connsiteX33" fmla="*/ 5905 w 189176"/>
                <a:gd name="connsiteY33" fmla="*/ 172926 h 196129"/>
                <a:gd name="connsiteX34" fmla="*/ 32052 w 189176"/>
                <a:gd name="connsiteY34" fmla="*/ 57579 h 196129"/>
                <a:gd name="connsiteX35" fmla="*/ 31423 w 189176"/>
                <a:gd name="connsiteY35" fmla="*/ 42186 h 196129"/>
                <a:gd name="connsiteX36" fmla="*/ 51883 w 189176"/>
                <a:gd name="connsiteY36" fmla="*/ 43024 h 196129"/>
                <a:gd name="connsiteX37" fmla="*/ 139608 w 189176"/>
                <a:gd name="connsiteY37" fmla="*/ 43024 h 196129"/>
                <a:gd name="connsiteX38" fmla="*/ 158382 w 189176"/>
                <a:gd name="connsiteY38" fmla="*/ 42186 h 196129"/>
                <a:gd name="connsiteX39" fmla="*/ 157753 w 189176"/>
                <a:gd name="connsiteY39" fmla="*/ 57579 h 196129"/>
                <a:gd name="connsiteX40" fmla="*/ 157753 w 189176"/>
                <a:gd name="connsiteY40" fmla="*/ 75705 h 196129"/>
                <a:gd name="connsiteX41" fmla="*/ 158382 w 189176"/>
                <a:gd name="connsiteY41" fmla="*/ 91316 h 196129"/>
                <a:gd name="connsiteX42" fmla="*/ 138560 w 189176"/>
                <a:gd name="connsiteY42" fmla="*/ 90469 h 196129"/>
                <a:gd name="connsiteX43" fmla="*/ 51254 w 189176"/>
                <a:gd name="connsiteY43" fmla="*/ 90469 h 196129"/>
                <a:gd name="connsiteX44" fmla="*/ 31423 w 189176"/>
                <a:gd name="connsiteY44" fmla="*/ 91316 h 196129"/>
                <a:gd name="connsiteX45" fmla="*/ 32061 w 189176"/>
                <a:gd name="connsiteY45" fmla="*/ 75705 h 196129"/>
                <a:gd name="connsiteX46" fmla="*/ 139608 w 189176"/>
                <a:gd name="connsiteY46" fmla="*/ 155848 h 196129"/>
                <a:gd name="connsiteX47" fmla="*/ 140246 w 189176"/>
                <a:gd name="connsiteY47" fmla="*/ 169983 h 196129"/>
                <a:gd name="connsiteX48" fmla="*/ 122739 w 189176"/>
                <a:gd name="connsiteY48" fmla="*/ 169345 h 196129"/>
                <a:gd name="connsiteX49" fmla="*/ 69599 w 189176"/>
                <a:gd name="connsiteY49" fmla="*/ 169345 h 196129"/>
                <a:gd name="connsiteX50" fmla="*/ 69599 w 189176"/>
                <a:gd name="connsiteY50" fmla="*/ 179889 h 196129"/>
                <a:gd name="connsiteX51" fmla="*/ 47882 w 189176"/>
                <a:gd name="connsiteY51" fmla="*/ 179889 h 196129"/>
                <a:gd name="connsiteX52" fmla="*/ 48711 w 189176"/>
                <a:gd name="connsiteY52" fmla="*/ 162811 h 196129"/>
                <a:gd name="connsiteX53" fmla="*/ 48711 w 189176"/>
                <a:gd name="connsiteY53" fmla="*/ 138351 h 196129"/>
                <a:gd name="connsiteX54" fmla="*/ 48082 w 189176"/>
                <a:gd name="connsiteY54" fmla="*/ 124435 h 196129"/>
                <a:gd name="connsiteX55" fmla="*/ 65170 w 189176"/>
                <a:gd name="connsiteY55" fmla="*/ 125063 h 196129"/>
                <a:gd name="connsiteX56" fmla="*/ 122949 w 189176"/>
                <a:gd name="connsiteY56" fmla="*/ 125063 h 196129"/>
                <a:gd name="connsiteX57" fmla="*/ 140246 w 189176"/>
                <a:gd name="connsiteY57" fmla="*/ 124435 h 196129"/>
                <a:gd name="connsiteX58" fmla="*/ 139608 w 189176"/>
                <a:gd name="connsiteY58" fmla="*/ 137932 h 196129"/>
                <a:gd name="connsiteX59" fmla="*/ 53987 w 189176"/>
                <a:gd name="connsiteY59" fmla="*/ 72971 h 196129"/>
                <a:gd name="connsiteX60" fmla="*/ 135607 w 189176"/>
                <a:gd name="connsiteY60" fmla="*/ 72971 h 196129"/>
                <a:gd name="connsiteX61" fmla="*/ 135607 w 189176"/>
                <a:gd name="connsiteY61" fmla="*/ 60112 h 196129"/>
                <a:gd name="connsiteX62" fmla="*/ 53987 w 189176"/>
                <a:gd name="connsiteY62" fmla="*/ 60112 h 196129"/>
                <a:gd name="connsiteX63" fmla="*/ 69599 w 189176"/>
                <a:gd name="connsiteY63" fmla="*/ 152686 h 196129"/>
                <a:gd name="connsiteX64" fmla="*/ 119367 w 189176"/>
                <a:gd name="connsiteY64" fmla="*/ 152686 h 196129"/>
                <a:gd name="connsiteX65" fmla="*/ 119367 w 189176"/>
                <a:gd name="connsiteY65" fmla="*/ 141094 h 196129"/>
                <a:gd name="connsiteX66" fmla="*/ 69599 w 189176"/>
                <a:gd name="connsiteY66" fmla="*/ 141094 h 19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89176" h="196129">
                  <a:moveTo>
                    <a:pt x="81410" y="13297"/>
                  </a:moveTo>
                  <a:cubicBezTo>
                    <a:pt x="81439" y="8830"/>
                    <a:pt x="81010" y="4382"/>
                    <a:pt x="80143" y="0"/>
                  </a:cubicBezTo>
                  <a:lnTo>
                    <a:pt x="106080" y="0"/>
                  </a:lnTo>
                  <a:cubicBezTo>
                    <a:pt x="105232" y="4306"/>
                    <a:pt x="104813" y="8687"/>
                    <a:pt x="104813" y="13078"/>
                  </a:cubicBezTo>
                  <a:lnTo>
                    <a:pt x="104813" y="15821"/>
                  </a:lnTo>
                  <a:lnTo>
                    <a:pt x="167021" y="15821"/>
                  </a:lnTo>
                  <a:cubicBezTo>
                    <a:pt x="174431" y="15897"/>
                    <a:pt x="181823" y="15478"/>
                    <a:pt x="189176" y="14554"/>
                  </a:cubicBezTo>
                  <a:lnTo>
                    <a:pt x="189176" y="35852"/>
                  </a:lnTo>
                  <a:cubicBezTo>
                    <a:pt x="181889" y="35014"/>
                    <a:pt x="174564" y="34662"/>
                    <a:pt x="167240" y="34795"/>
                  </a:cubicBezTo>
                  <a:lnTo>
                    <a:pt x="21717" y="34795"/>
                  </a:lnTo>
                  <a:cubicBezTo>
                    <a:pt x="14468" y="34671"/>
                    <a:pt x="7211" y="35014"/>
                    <a:pt x="0" y="35852"/>
                  </a:cubicBezTo>
                  <a:lnTo>
                    <a:pt x="0" y="14554"/>
                  </a:lnTo>
                  <a:cubicBezTo>
                    <a:pt x="7629" y="15488"/>
                    <a:pt x="15307" y="15916"/>
                    <a:pt x="22993" y="15821"/>
                  </a:cubicBezTo>
                  <a:lnTo>
                    <a:pt x="81410" y="15821"/>
                  </a:lnTo>
                  <a:close/>
                  <a:moveTo>
                    <a:pt x="5905" y="116834"/>
                  </a:moveTo>
                  <a:cubicBezTo>
                    <a:pt x="5953" y="110423"/>
                    <a:pt x="5677" y="104023"/>
                    <a:pt x="5058" y="97641"/>
                  </a:cubicBezTo>
                  <a:cubicBezTo>
                    <a:pt x="11811" y="98279"/>
                    <a:pt x="17926" y="98488"/>
                    <a:pt x="26994" y="98488"/>
                  </a:cubicBezTo>
                  <a:lnTo>
                    <a:pt x="163659" y="98488"/>
                  </a:lnTo>
                  <a:cubicBezTo>
                    <a:pt x="170555" y="98631"/>
                    <a:pt x="177451" y="98346"/>
                    <a:pt x="184318" y="97641"/>
                  </a:cubicBezTo>
                  <a:cubicBezTo>
                    <a:pt x="183699" y="103956"/>
                    <a:pt x="183423" y="110290"/>
                    <a:pt x="183480" y="116624"/>
                  </a:cubicBezTo>
                  <a:lnTo>
                    <a:pt x="183480" y="170402"/>
                  </a:lnTo>
                  <a:cubicBezTo>
                    <a:pt x="183480" y="180947"/>
                    <a:pt x="182423" y="184956"/>
                    <a:pt x="178422" y="188538"/>
                  </a:cubicBezTo>
                  <a:cubicBezTo>
                    <a:pt x="174193" y="192339"/>
                    <a:pt x="167869" y="193596"/>
                    <a:pt x="153105" y="193596"/>
                  </a:cubicBezTo>
                  <a:cubicBezTo>
                    <a:pt x="148685" y="193596"/>
                    <a:pt x="147628" y="193596"/>
                    <a:pt x="140875" y="193177"/>
                  </a:cubicBezTo>
                  <a:cubicBezTo>
                    <a:pt x="137503" y="192967"/>
                    <a:pt x="137503" y="192967"/>
                    <a:pt x="134131" y="192967"/>
                  </a:cubicBezTo>
                  <a:cubicBezTo>
                    <a:pt x="134207" y="185681"/>
                    <a:pt x="132616" y="178470"/>
                    <a:pt x="129492" y="171879"/>
                  </a:cubicBezTo>
                  <a:cubicBezTo>
                    <a:pt x="141094" y="173146"/>
                    <a:pt x="150162" y="173774"/>
                    <a:pt x="156057" y="173774"/>
                  </a:cubicBezTo>
                  <a:cubicBezTo>
                    <a:pt x="160068" y="173774"/>
                    <a:pt x="161125" y="172726"/>
                    <a:pt x="161125" y="169345"/>
                  </a:cubicBezTo>
                  <a:lnTo>
                    <a:pt x="161125" y="116834"/>
                  </a:lnTo>
                  <a:lnTo>
                    <a:pt x="28260" y="116834"/>
                  </a:lnTo>
                  <a:lnTo>
                    <a:pt x="28260" y="172926"/>
                  </a:lnTo>
                  <a:cubicBezTo>
                    <a:pt x="28060" y="180689"/>
                    <a:pt x="28480" y="188443"/>
                    <a:pt x="29527" y="196129"/>
                  </a:cubicBezTo>
                  <a:lnTo>
                    <a:pt x="4639" y="196129"/>
                  </a:lnTo>
                  <a:cubicBezTo>
                    <a:pt x="5658" y="188443"/>
                    <a:pt x="6077" y="180689"/>
                    <a:pt x="5905" y="172926"/>
                  </a:cubicBezTo>
                  <a:close/>
                  <a:moveTo>
                    <a:pt x="32052" y="57579"/>
                  </a:moveTo>
                  <a:cubicBezTo>
                    <a:pt x="32052" y="50825"/>
                    <a:pt x="31852" y="47244"/>
                    <a:pt x="31423" y="42186"/>
                  </a:cubicBezTo>
                  <a:cubicBezTo>
                    <a:pt x="38224" y="42853"/>
                    <a:pt x="45053" y="43129"/>
                    <a:pt x="51883" y="43024"/>
                  </a:cubicBezTo>
                  <a:lnTo>
                    <a:pt x="139608" y="43024"/>
                  </a:lnTo>
                  <a:cubicBezTo>
                    <a:pt x="145885" y="43120"/>
                    <a:pt x="152152" y="42844"/>
                    <a:pt x="158382" y="42186"/>
                  </a:cubicBezTo>
                  <a:cubicBezTo>
                    <a:pt x="157962" y="47663"/>
                    <a:pt x="157753" y="50825"/>
                    <a:pt x="157753" y="57579"/>
                  </a:cubicBezTo>
                  <a:lnTo>
                    <a:pt x="157753" y="75705"/>
                  </a:lnTo>
                  <a:cubicBezTo>
                    <a:pt x="157686" y="80915"/>
                    <a:pt x="157896" y="86125"/>
                    <a:pt x="158382" y="91316"/>
                  </a:cubicBezTo>
                  <a:cubicBezTo>
                    <a:pt x="151800" y="90640"/>
                    <a:pt x="145180" y="90354"/>
                    <a:pt x="138560" y="90469"/>
                  </a:cubicBezTo>
                  <a:lnTo>
                    <a:pt x="51254" y="90469"/>
                  </a:lnTo>
                  <a:cubicBezTo>
                    <a:pt x="44634" y="90392"/>
                    <a:pt x="38014" y="90669"/>
                    <a:pt x="31423" y="91316"/>
                  </a:cubicBezTo>
                  <a:cubicBezTo>
                    <a:pt x="31909" y="86125"/>
                    <a:pt x="32118" y="80915"/>
                    <a:pt x="32061" y="75705"/>
                  </a:cubicBezTo>
                  <a:close/>
                  <a:moveTo>
                    <a:pt x="139608" y="155848"/>
                  </a:moveTo>
                  <a:cubicBezTo>
                    <a:pt x="139560" y="160572"/>
                    <a:pt x="139770" y="165287"/>
                    <a:pt x="140246" y="169983"/>
                  </a:cubicBezTo>
                  <a:cubicBezTo>
                    <a:pt x="136236" y="169555"/>
                    <a:pt x="128435" y="169345"/>
                    <a:pt x="122739" y="169345"/>
                  </a:cubicBezTo>
                  <a:lnTo>
                    <a:pt x="69599" y="169345"/>
                  </a:lnTo>
                  <a:lnTo>
                    <a:pt x="69599" y="179889"/>
                  </a:lnTo>
                  <a:lnTo>
                    <a:pt x="47882" y="179889"/>
                  </a:lnTo>
                  <a:cubicBezTo>
                    <a:pt x="48596" y="174222"/>
                    <a:pt x="48873" y="168516"/>
                    <a:pt x="48711" y="162811"/>
                  </a:cubicBezTo>
                  <a:lnTo>
                    <a:pt x="48711" y="138351"/>
                  </a:lnTo>
                  <a:cubicBezTo>
                    <a:pt x="48768" y="133703"/>
                    <a:pt x="48549" y="129054"/>
                    <a:pt x="48082" y="124435"/>
                  </a:cubicBezTo>
                  <a:cubicBezTo>
                    <a:pt x="52940" y="124854"/>
                    <a:pt x="57369" y="125063"/>
                    <a:pt x="65170" y="125063"/>
                  </a:cubicBezTo>
                  <a:lnTo>
                    <a:pt x="122949" y="125063"/>
                  </a:lnTo>
                  <a:cubicBezTo>
                    <a:pt x="130969" y="125063"/>
                    <a:pt x="133921" y="124854"/>
                    <a:pt x="140246" y="124435"/>
                  </a:cubicBezTo>
                  <a:cubicBezTo>
                    <a:pt x="139770" y="128911"/>
                    <a:pt x="139551" y="133417"/>
                    <a:pt x="139608" y="137932"/>
                  </a:cubicBezTo>
                  <a:close/>
                  <a:moveTo>
                    <a:pt x="53987" y="72971"/>
                  </a:moveTo>
                  <a:lnTo>
                    <a:pt x="135607" y="72971"/>
                  </a:lnTo>
                  <a:lnTo>
                    <a:pt x="135607" y="60112"/>
                  </a:lnTo>
                  <a:lnTo>
                    <a:pt x="53987" y="60112"/>
                  </a:lnTo>
                  <a:close/>
                  <a:moveTo>
                    <a:pt x="69599" y="152686"/>
                  </a:moveTo>
                  <a:lnTo>
                    <a:pt x="119367" y="152686"/>
                  </a:lnTo>
                  <a:lnTo>
                    <a:pt x="119367" y="141094"/>
                  </a:lnTo>
                  <a:lnTo>
                    <a:pt x="69599" y="14109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55" name="フリーフォーム: 図形 454">
              <a:extLst>
                <a:ext uri="{FF2B5EF4-FFF2-40B4-BE49-F238E27FC236}">
                  <a16:creationId xmlns:a16="http://schemas.microsoft.com/office/drawing/2014/main" id="{7AE24A1A-A2D0-3548-9BFC-8657383CDBED}"/>
                </a:ext>
              </a:extLst>
            </p:cNvPr>
            <p:cNvSpPr/>
            <p:nvPr/>
          </p:nvSpPr>
          <p:spPr>
            <a:xfrm>
              <a:off x="8805405" y="5423410"/>
              <a:ext cx="176088" cy="154152"/>
            </a:xfrm>
            <a:custGeom>
              <a:avLst/>
              <a:gdLst>
                <a:gd name="connsiteX0" fmla="*/ 28889 w 176088"/>
                <a:gd name="connsiteY0" fmla="*/ 0 h 154152"/>
                <a:gd name="connsiteX1" fmla="*/ 27213 w 176088"/>
                <a:gd name="connsiteY1" fmla="*/ 32052 h 154152"/>
                <a:gd name="connsiteX2" fmla="*/ 31213 w 176088"/>
                <a:gd name="connsiteY2" fmla="*/ 88573 h 154152"/>
                <a:gd name="connsiteX3" fmla="*/ 48292 w 176088"/>
                <a:gd name="connsiteY3" fmla="*/ 123997 h 154152"/>
                <a:gd name="connsiteX4" fmla="*/ 56940 w 176088"/>
                <a:gd name="connsiteY4" fmla="*/ 114929 h 154152"/>
                <a:gd name="connsiteX5" fmla="*/ 68123 w 176088"/>
                <a:gd name="connsiteY5" fmla="*/ 76762 h 154152"/>
                <a:gd name="connsiteX6" fmla="*/ 89202 w 176088"/>
                <a:gd name="connsiteY6" fmla="*/ 95955 h 154152"/>
                <a:gd name="connsiteX7" fmla="*/ 48082 w 176088"/>
                <a:gd name="connsiteY7" fmla="*/ 154153 h 154152"/>
                <a:gd name="connsiteX8" fmla="*/ 14135 w 176088"/>
                <a:gd name="connsiteY8" fmla="*/ 123577 h 154152"/>
                <a:gd name="connsiteX9" fmla="*/ 848 w 176088"/>
                <a:gd name="connsiteY9" fmla="*/ 13497 h 154152"/>
                <a:gd name="connsiteX10" fmla="*/ 0 w 176088"/>
                <a:gd name="connsiteY10" fmla="*/ 0 h 154152"/>
                <a:gd name="connsiteX11" fmla="*/ 128644 w 176088"/>
                <a:gd name="connsiteY11" fmla="*/ 9487 h 154152"/>
                <a:gd name="connsiteX12" fmla="*/ 176089 w 176088"/>
                <a:gd name="connsiteY12" fmla="*/ 122949 h 154152"/>
                <a:gd name="connsiteX13" fmla="*/ 149943 w 176088"/>
                <a:gd name="connsiteY13" fmla="*/ 132855 h 154152"/>
                <a:gd name="connsiteX14" fmla="*/ 136445 w 176088"/>
                <a:gd name="connsiteY14" fmla="*/ 71904 h 154152"/>
                <a:gd name="connsiteX15" fmla="*/ 106499 w 176088"/>
                <a:gd name="connsiteY15" fmla="*/ 20031 h 1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6088" h="154152">
                  <a:moveTo>
                    <a:pt x="28889" y="0"/>
                  </a:moveTo>
                  <a:cubicBezTo>
                    <a:pt x="27632" y="10630"/>
                    <a:pt x="27070" y="21346"/>
                    <a:pt x="27213" y="32052"/>
                  </a:cubicBezTo>
                  <a:cubicBezTo>
                    <a:pt x="27184" y="50959"/>
                    <a:pt x="28527" y="69847"/>
                    <a:pt x="31213" y="88573"/>
                  </a:cubicBezTo>
                  <a:cubicBezTo>
                    <a:pt x="34794" y="110500"/>
                    <a:pt x="41548" y="123997"/>
                    <a:pt x="48292" y="123997"/>
                  </a:cubicBezTo>
                  <a:cubicBezTo>
                    <a:pt x="51454" y="123997"/>
                    <a:pt x="54407" y="120834"/>
                    <a:pt x="56940" y="114929"/>
                  </a:cubicBezTo>
                  <a:cubicBezTo>
                    <a:pt x="62284" y="102737"/>
                    <a:pt x="66046" y="89916"/>
                    <a:pt x="68123" y="76762"/>
                  </a:cubicBezTo>
                  <a:cubicBezTo>
                    <a:pt x="74228" y="84096"/>
                    <a:pt x="81324" y="90554"/>
                    <a:pt x="89202" y="95955"/>
                  </a:cubicBezTo>
                  <a:cubicBezTo>
                    <a:pt x="78238" y="137074"/>
                    <a:pt x="66008" y="154153"/>
                    <a:pt x="48082" y="154153"/>
                  </a:cubicBezTo>
                  <a:cubicBezTo>
                    <a:pt x="33957" y="154153"/>
                    <a:pt x="22564" y="143818"/>
                    <a:pt x="14135" y="123577"/>
                  </a:cubicBezTo>
                  <a:cubicBezTo>
                    <a:pt x="5476" y="102489"/>
                    <a:pt x="1686" y="71904"/>
                    <a:pt x="848" y="13497"/>
                  </a:cubicBezTo>
                  <a:cubicBezTo>
                    <a:pt x="867" y="8982"/>
                    <a:pt x="581" y="4477"/>
                    <a:pt x="0" y="0"/>
                  </a:cubicBezTo>
                  <a:close/>
                  <a:moveTo>
                    <a:pt x="128644" y="9487"/>
                  </a:moveTo>
                  <a:cubicBezTo>
                    <a:pt x="155410" y="41739"/>
                    <a:pt x="171935" y="81248"/>
                    <a:pt x="176089" y="122949"/>
                  </a:cubicBezTo>
                  <a:lnTo>
                    <a:pt x="149943" y="132855"/>
                  </a:lnTo>
                  <a:cubicBezTo>
                    <a:pt x="148447" y="111986"/>
                    <a:pt x="143903" y="91459"/>
                    <a:pt x="136445" y="71904"/>
                  </a:cubicBezTo>
                  <a:cubicBezTo>
                    <a:pt x="129368" y="53092"/>
                    <a:pt x="119243" y="35576"/>
                    <a:pt x="106499" y="200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56" name="フリーフォーム: 図形 455">
              <a:extLst>
                <a:ext uri="{FF2B5EF4-FFF2-40B4-BE49-F238E27FC236}">
                  <a16:creationId xmlns:a16="http://schemas.microsoft.com/office/drawing/2014/main" id="{CCC2DFB9-B498-832F-C9D7-9D7F637075B6}"/>
                </a:ext>
              </a:extLst>
            </p:cNvPr>
            <p:cNvSpPr/>
            <p:nvPr/>
          </p:nvSpPr>
          <p:spPr>
            <a:xfrm>
              <a:off x="4509067" y="5823641"/>
              <a:ext cx="138531" cy="142560"/>
            </a:xfrm>
            <a:custGeom>
              <a:avLst/>
              <a:gdLst>
                <a:gd name="connsiteX0" fmla="*/ 771 w 138531"/>
                <a:gd name="connsiteY0" fmla="*/ 22917 h 142560"/>
                <a:gd name="connsiteX1" fmla="*/ 152 w 138531"/>
                <a:gd name="connsiteY1" fmla="*/ 7277 h 142560"/>
                <a:gd name="connsiteX2" fmla="*/ 11763 w 138531"/>
                <a:gd name="connsiteY2" fmla="*/ 7896 h 142560"/>
                <a:gd name="connsiteX3" fmla="*/ 33747 w 138531"/>
                <a:gd name="connsiteY3" fmla="*/ 7896 h 142560"/>
                <a:gd name="connsiteX4" fmla="*/ 45968 w 138531"/>
                <a:gd name="connsiteY4" fmla="*/ 7277 h 142560"/>
                <a:gd name="connsiteX5" fmla="*/ 45501 w 138531"/>
                <a:gd name="connsiteY5" fmla="*/ 19660 h 142560"/>
                <a:gd name="connsiteX6" fmla="*/ 45501 w 138531"/>
                <a:gd name="connsiteY6" fmla="*/ 113776 h 142560"/>
                <a:gd name="connsiteX7" fmla="*/ 45968 w 138531"/>
                <a:gd name="connsiteY7" fmla="*/ 126311 h 142560"/>
                <a:gd name="connsiteX8" fmla="*/ 30642 w 138531"/>
                <a:gd name="connsiteY8" fmla="*/ 126311 h 142560"/>
                <a:gd name="connsiteX9" fmla="*/ 30642 w 138531"/>
                <a:gd name="connsiteY9" fmla="*/ 118253 h 142560"/>
                <a:gd name="connsiteX10" fmla="*/ 15631 w 138531"/>
                <a:gd name="connsiteY10" fmla="*/ 118253 h 142560"/>
                <a:gd name="connsiteX11" fmla="*/ 15631 w 138531"/>
                <a:gd name="connsiteY11" fmla="*/ 133121 h 142560"/>
                <a:gd name="connsiteX12" fmla="*/ 0 w 138531"/>
                <a:gd name="connsiteY12" fmla="*/ 133121 h 142560"/>
                <a:gd name="connsiteX13" fmla="*/ 771 w 138531"/>
                <a:gd name="connsiteY13" fmla="*/ 114700 h 142560"/>
                <a:gd name="connsiteX14" fmla="*/ 15783 w 138531"/>
                <a:gd name="connsiteY14" fmla="*/ 55102 h 142560"/>
                <a:gd name="connsiteX15" fmla="*/ 30804 w 138531"/>
                <a:gd name="connsiteY15" fmla="*/ 55102 h 142560"/>
                <a:gd name="connsiteX16" fmla="*/ 30804 w 138531"/>
                <a:gd name="connsiteY16" fmla="*/ 23222 h 142560"/>
                <a:gd name="connsiteX17" fmla="*/ 15783 w 138531"/>
                <a:gd name="connsiteY17" fmla="*/ 23222 h 142560"/>
                <a:gd name="connsiteX18" fmla="*/ 15783 w 138531"/>
                <a:gd name="connsiteY18" fmla="*/ 102937 h 142560"/>
                <a:gd name="connsiteX19" fmla="*/ 30804 w 138531"/>
                <a:gd name="connsiteY19" fmla="*/ 102937 h 142560"/>
                <a:gd name="connsiteX20" fmla="*/ 30804 w 138531"/>
                <a:gd name="connsiteY20" fmla="*/ 69504 h 142560"/>
                <a:gd name="connsiteX21" fmla="*/ 15783 w 138531"/>
                <a:gd name="connsiteY21" fmla="*/ 69504 h 142560"/>
                <a:gd name="connsiteX22" fmla="*/ 117634 w 138531"/>
                <a:gd name="connsiteY22" fmla="*/ 13468 h 142560"/>
                <a:gd name="connsiteX23" fmla="*/ 134512 w 138531"/>
                <a:gd name="connsiteY23" fmla="*/ 12687 h 142560"/>
                <a:gd name="connsiteX24" fmla="*/ 134512 w 138531"/>
                <a:gd name="connsiteY24" fmla="*/ 28794 h 142560"/>
                <a:gd name="connsiteX25" fmla="*/ 118872 w 138531"/>
                <a:gd name="connsiteY25" fmla="*/ 28022 h 142560"/>
                <a:gd name="connsiteX26" fmla="*/ 107423 w 138531"/>
                <a:gd name="connsiteY26" fmla="*/ 28022 h 142560"/>
                <a:gd name="connsiteX27" fmla="*/ 122130 w 138531"/>
                <a:gd name="connsiteY27" fmla="*/ 32661 h 142560"/>
                <a:gd name="connsiteX28" fmla="*/ 114071 w 138531"/>
                <a:gd name="connsiteY28" fmla="*/ 51235 h 142560"/>
                <a:gd name="connsiteX29" fmla="*/ 122739 w 138531"/>
                <a:gd name="connsiteY29" fmla="*/ 51235 h 142560"/>
                <a:gd name="connsiteX30" fmla="*/ 138532 w 138531"/>
                <a:gd name="connsiteY30" fmla="*/ 50463 h 142560"/>
                <a:gd name="connsiteX31" fmla="*/ 138532 w 138531"/>
                <a:gd name="connsiteY31" fmla="*/ 67018 h 142560"/>
                <a:gd name="connsiteX32" fmla="*/ 121968 w 138531"/>
                <a:gd name="connsiteY32" fmla="*/ 66246 h 142560"/>
                <a:gd name="connsiteX33" fmla="*/ 65313 w 138531"/>
                <a:gd name="connsiteY33" fmla="*/ 66246 h 142560"/>
                <a:gd name="connsiteX34" fmla="*/ 48759 w 138531"/>
                <a:gd name="connsiteY34" fmla="*/ 67018 h 142560"/>
                <a:gd name="connsiteX35" fmla="*/ 48759 w 138531"/>
                <a:gd name="connsiteY35" fmla="*/ 50463 h 142560"/>
                <a:gd name="connsiteX36" fmla="*/ 63770 w 138531"/>
                <a:gd name="connsiteY36" fmla="*/ 51235 h 142560"/>
                <a:gd name="connsiteX37" fmla="*/ 68571 w 138531"/>
                <a:gd name="connsiteY37" fmla="*/ 51235 h 142560"/>
                <a:gd name="connsiteX38" fmla="*/ 61760 w 138531"/>
                <a:gd name="connsiteY38" fmla="*/ 32661 h 142560"/>
                <a:gd name="connsiteX39" fmla="*/ 74609 w 138531"/>
                <a:gd name="connsiteY39" fmla="*/ 28022 h 142560"/>
                <a:gd name="connsiteX40" fmla="*/ 67637 w 138531"/>
                <a:gd name="connsiteY40" fmla="*/ 28022 h 142560"/>
                <a:gd name="connsiteX41" fmla="*/ 52007 w 138531"/>
                <a:gd name="connsiteY41" fmla="*/ 28794 h 142560"/>
                <a:gd name="connsiteX42" fmla="*/ 52007 w 138531"/>
                <a:gd name="connsiteY42" fmla="*/ 12687 h 142560"/>
                <a:gd name="connsiteX43" fmla="*/ 68723 w 138531"/>
                <a:gd name="connsiteY43" fmla="*/ 13468 h 142560"/>
                <a:gd name="connsiteX44" fmla="*/ 82963 w 138531"/>
                <a:gd name="connsiteY44" fmla="*/ 13468 h 142560"/>
                <a:gd name="connsiteX45" fmla="*/ 82963 w 138531"/>
                <a:gd name="connsiteY45" fmla="*/ 10839 h 142560"/>
                <a:gd name="connsiteX46" fmla="*/ 82182 w 138531"/>
                <a:gd name="connsiteY46" fmla="*/ 0 h 142560"/>
                <a:gd name="connsiteX47" fmla="*/ 100451 w 138531"/>
                <a:gd name="connsiteY47" fmla="*/ 0 h 142560"/>
                <a:gd name="connsiteX48" fmla="*/ 99679 w 138531"/>
                <a:gd name="connsiteY48" fmla="*/ 10525 h 142560"/>
                <a:gd name="connsiteX49" fmla="*/ 99679 w 138531"/>
                <a:gd name="connsiteY49" fmla="*/ 13468 h 142560"/>
                <a:gd name="connsiteX50" fmla="*/ 56655 w 138531"/>
                <a:gd name="connsiteY50" fmla="*/ 86220 h 142560"/>
                <a:gd name="connsiteX51" fmla="*/ 56188 w 138531"/>
                <a:gd name="connsiteY51" fmla="*/ 73057 h 142560"/>
                <a:gd name="connsiteX52" fmla="*/ 70114 w 138531"/>
                <a:gd name="connsiteY52" fmla="*/ 73685 h 142560"/>
                <a:gd name="connsiteX53" fmla="*/ 114538 w 138531"/>
                <a:gd name="connsiteY53" fmla="*/ 73685 h 142560"/>
                <a:gd name="connsiteX54" fmla="*/ 128778 w 138531"/>
                <a:gd name="connsiteY54" fmla="*/ 73057 h 142560"/>
                <a:gd name="connsiteX55" fmla="*/ 128168 w 138531"/>
                <a:gd name="connsiteY55" fmla="*/ 86525 h 142560"/>
                <a:gd name="connsiteX56" fmla="*/ 128168 w 138531"/>
                <a:gd name="connsiteY56" fmla="*/ 124758 h 142560"/>
                <a:gd name="connsiteX57" fmla="*/ 129083 w 138531"/>
                <a:gd name="connsiteY57" fmla="*/ 142399 h 142560"/>
                <a:gd name="connsiteX58" fmla="*/ 112224 w 138531"/>
                <a:gd name="connsiteY58" fmla="*/ 142399 h 142560"/>
                <a:gd name="connsiteX59" fmla="*/ 112224 w 138531"/>
                <a:gd name="connsiteY59" fmla="*/ 135750 h 142560"/>
                <a:gd name="connsiteX60" fmla="*/ 72276 w 138531"/>
                <a:gd name="connsiteY60" fmla="*/ 135750 h 142560"/>
                <a:gd name="connsiteX61" fmla="*/ 72276 w 138531"/>
                <a:gd name="connsiteY61" fmla="*/ 142560 h 142560"/>
                <a:gd name="connsiteX62" fmla="*/ 55874 w 138531"/>
                <a:gd name="connsiteY62" fmla="*/ 142560 h 142560"/>
                <a:gd name="connsiteX63" fmla="*/ 56655 w 138531"/>
                <a:gd name="connsiteY63" fmla="*/ 124920 h 142560"/>
                <a:gd name="connsiteX64" fmla="*/ 97822 w 138531"/>
                <a:gd name="connsiteY64" fmla="*/ 51235 h 142560"/>
                <a:gd name="connsiteX65" fmla="*/ 106794 w 138531"/>
                <a:gd name="connsiteY65" fmla="*/ 28022 h 142560"/>
                <a:gd name="connsiteX66" fmla="*/ 76000 w 138531"/>
                <a:gd name="connsiteY66" fmla="*/ 28022 h 142560"/>
                <a:gd name="connsiteX67" fmla="*/ 83420 w 138531"/>
                <a:gd name="connsiteY67" fmla="*/ 47063 h 142560"/>
                <a:gd name="connsiteX68" fmla="*/ 71047 w 138531"/>
                <a:gd name="connsiteY68" fmla="*/ 51235 h 142560"/>
                <a:gd name="connsiteX69" fmla="*/ 72276 w 138531"/>
                <a:gd name="connsiteY69" fmla="*/ 97517 h 142560"/>
                <a:gd name="connsiteX70" fmla="*/ 112224 w 138531"/>
                <a:gd name="connsiteY70" fmla="*/ 97517 h 142560"/>
                <a:gd name="connsiteX71" fmla="*/ 112224 w 138531"/>
                <a:gd name="connsiteY71" fmla="*/ 87297 h 142560"/>
                <a:gd name="connsiteX72" fmla="*/ 72276 w 138531"/>
                <a:gd name="connsiteY72" fmla="*/ 87297 h 142560"/>
                <a:gd name="connsiteX73" fmla="*/ 72276 w 138531"/>
                <a:gd name="connsiteY73" fmla="*/ 121510 h 142560"/>
                <a:gd name="connsiteX74" fmla="*/ 112224 w 138531"/>
                <a:gd name="connsiteY74" fmla="*/ 121510 h 142560"/>
                <a:gd name="connsiteX75" fmla="*/ 112224 w 138531"/>
                <a:gd name="connsiteY75" fmla="*/ 110671 h 142560"/>
                <a:gd name="connsiteX76" fmla="*/ 72276 w 138531"/>
                <a:gd name="connsiteY76" fmla="*/ 110671 h 142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138531" h="142560">
                  <a:moveTo>
                    <a:pt x="771" y="22917"/>
                  </a:moveTo>
                  <a:cubicBezTo>
                    <a:pt x="829" y="17697"/>
                    <a:pt x="629" y="12478"/>
                    <a:pt x="152" y="7277"/>
                  </a:cubicBezTo>
                  <a:cubicBezTo>
                    <a:pt x="4000" y="7753"/>
                    <a:pt x="7887" y="7963"/>
                    <a:pt x="11763" y="7896"/>
                  </a:cubicBezTo>
                  <a:lnTo>
                    <a:pt x="33747" y="7896"/>
                  </a:lnTo>
                  <a:cubicBezTo>
                    <a:pt x="37824" y="8001"/>
                    <a:pt x="41910" y="7791"/>
                    <a:pt x="45968" y="7277"/>
                  </a:cubicBezTo>
                  <a:cubicBezTo>
                    <a:pt x="45663" y="11449"/>
                    <a:pt x="45501" y="14554"/>
                    <a:pt x="45501" y="19660"/>
                  </a:cubicBezTo>
                  <a:lnTo>
                    <a:pt x="45501" y="113776"/>
                  </a:lnTo>
                  <a:cubicBezTo>
                    <a:pt x="45501" y="119491"/>
                    <a:pt x="45663" y="122129"/>
                    <a:pt x="45968" y="126311"/>
                  </a:cubicBezTo>
                  <a:lnTo>
                    <a:pt x="30642" y="126311"/>
                  </a:lnTo>
                  <a:lnTo>
                    <a:pt x="30642" y="118253"/>
                  </a:lnTo>
                  <a:lnTo>
                    <a:pt x="15631" y="118253"/>
                  </a:lnTo>
                  <a:lnTo>
                    <a:pt x="15631" y="133121"/>
                  </a:lnTo>
                  <a:lnTo>
                    <a:pt x="0" y="133121"/>
                  </a:lnTo>
                  <a:cubicBezTo>
                    <a:pt x="648" y="127006"/>
                    <a:pt x="905" y="120853"/>
                    <a:pt x="771" y="114700"/>
                  </a:cubicBezTo>
                  <a:close/>
                  <a:moveTo>
                    <a:pt x="15783" y="55102"/>
                  </a:moveTo>
                  <a:lnTo>
                    <a:pt x="30804" y="55102"/>
                  </a:lnTo>
                  <a:lnTo>
                    <a:pt x="30804" y="23222"/>
                  </a:lnTo>
                  <a:lnTo>
                    <a:pt x="15783" y="23222"/>
                  </a:lnTo>
                  <a:close/>
                  <a:moveTo>
                    <a:pt x="15783" y="102937"/>
                  </a:moveTo>
                  <a:lnTo>
                    <a:pt x="30804" y="102937"/>
                  </a:lnTo>
                  <a:lnTo>
                    <a:pt x="30804" y="69504"/>
                  </a:lnTo>
                  <a:lnTo>
                    <a:pt x="15783" y="69504"/>
                  </a:lnTo>
                  <a:close/>
                  <a:moveTo>
                    <a:pt x="117634" y="13468"/>
                  </a:moveTo>
                  <a:cubicBezTo>
                    <a:pt x="123273" y="13592"/>
                    <a:pt x="128911" y="13325"/>
                    <a:pt x="134512" y="12687"/>
                  </a:cubicBezTo>
                  <a:lnTo>
                    <a:pt x="134512" y="28794"/>
                  </a:lnTo>
                  <a:cubicBezTo>
                    <a:pt x="129330" y="28108"/>
                    <a:pt x="124101" y="27842"/>
                    <a:pt x="118872" y="28022"/>
                  </a:cubicBezTo>
                  <a:lnTo>
                    <a:pt x="107423" y="28022"/>
                  </a:lnTo>
                  <a:lnTo>
                    <a:pt x="122130" y="32661"/>
                  </a:lnTo>
                  <a:cubicBezTo>
                    <a:pt x="118710" y="41329"/>
                    <a:pt x="116710" y="45968"/>
                    <a:pt x="114071" y="51235"/>
                  </a:cubicBezTo>
                  <a:lnTo>
                    <a:pt x="122739" y="51235"/>
                  </a:lnTo>
                  <a:cubicBezTo>
                    <a:pt x="128016" y="51359"/>
                    <a:pt x="133293" y="51102"/>
                    <a:pt x="138532" y="50463"/>
                  </a:cubicBezTo>
                  <a:lnTo>
                    <a:pt x="138532" y="67018"/>
                  </a:lnTo>
                  <a:cubicBezTo>
                    <a:pt x="133036" y="66380"/>
                    <a:pt x="127502" y="66122"/>
                    <a:pt x="121968" y="66246"/>
                  </a:cubicBezTo>
                  <a:lnTo>
                    <a:pt x="65313" y="66246"/>
                  </a:lnTo>
                  <a:cubicBezTo>
                    <a:pt x="59789" y="66218"/>
                    <a:pt x="54254" y="66475"/>
                    <a:pt x="48759" y="67018"/>
                  </a:cubicBezTo>
                  <a:lnTo>
                    <a:pt x="48759" y="50463"/>
                  </a:lnTo>
                  <a:cubicBezTo>
                    <a:pt x="53397" y="50930"/>
                    <a:pt x="58503" y="51235"/>
                    <a:pt x="63770" y="51235"/>
                  </a:cubicBezTo>
                  <a:lnTo>
                    <a:pt x="68571" y="51235"/>
                  </a:lnTo>
                  <a:cubicBezTo>
                    <a:pt x="67046" y="44796"/>
                    <a:pt x="64760" y="38557"/>
                    <a:pt x="61760" y="32661"/>
                  </a:cubicBezTo>
                  <a:lnTo>
                    <a:pt x="74609" y="28022"/>
                  </a:lnTo>
                  <a:lnTo>
                    <a:pt x="67637" y="28022"/>
                  </a:lnTo>
                  <a:cubicBezTo>
                    <a:pt x="62417" y="27870"/>
                    <a:pt x="57188" y="28127"/>
                    <a:pt x="52007" y="28794"/>
                  </a:cubicBezTo>
                  <a:lnTo>
                    <a:pt x="52007" y="12687"/>
                  </a:lnTo>
                  <a:cubicBezTo>
                    <a:pt x="57550" y="13325"/>
                    <a:pt x="63141" y="13583"/>
                    <a:pt x="68723" y="13468"/>
                  </a:cubicBezTo>
                  <a:lnTo>
                    <a:pt x="82963" y="13468"/>
                  </a:lnTo>
                  <a:lnTo>
                    <a:pt x="82963" y="10839"/>
                  </a:lnTo>
                  <a:cubicBezTo>
                    <a:pt x="83029" y="7210"/>
                    <a:pt x="82772" y="3581"/>
                    <a:pt x="82182" y="0"/>
                  </a:cubicBezTo>
                  <a:lnTo>
                    <a:pt x="100451" y="0"/>
                  </a:lnTo>
                  <a:cubicBezTo>
                    <a:pt x="99851" y="3477"/>
                    <a:pt x="99593" y="7001"/>
                    <a:pt x="99679" y="10525"/>
                  </a:cubicBezTo>
                  <a:lnTo>
                    <a:pt x="99679" y="13468"/>
                  </a:lnTo>
                  <a:close/>
                  <a:moveTo>
                    <a:pt x="56655" y="86220"/>
                  </a:moveTo>
                  <a:cubicBezTo>
                    <a:pt x="56655" y="80334"/>
                    <a:pt x="56493" y="76924"/>
                    <a:pt x="56188" y="73057"/>
                  </a:cubicBezTo>
                  <a:cubicBezTo>
                    <a:pt x="60808" y="73571"/>
                    <a:pt x="65465" y="73781"/>
                    <a:pt x="70114" y="73685"/>
                  </a:cubicBezTo>
                  <a:lnTo>
                    <a:pt x="114538" y="73685"/>
                  </a:lnTo>
                  <a:cubicBezTo>
                    <a:pt x="119291" y="73800"/>
                    <a:pt x="124054" y="73600"/>
                    <a:pt x="128778" y="73057"/>
                  </a:cubicBezTo>
                  <a:cubicBezTo>
                    <a:pt x="128264" y="77524"/>
                    <a:pt x="128054" y="82029"/>
                    <a:pt x="128168" y="86525"/>
                  </a:cubicBezTo>
                  <a:lnTo>
                    <a:pt x="128168" y="124758"/>
                  </a:lnTo>
                  <a:cubicBezTo>
                    <a:pt x="127987" y="130654"/>
                    <a:pt x="128292" y="136560"/>
                    <a:pt x="129083" y="142399"/>
                  </a:cubicBezTo>
                  <a:lnTo>
                    <a:pt x="112224" y="142399"/>
                  </a:lnTo>
                  <a:lnTo>
                    <a:pt x="112224" y="135750"/>
                  </a:lnTo>
                  <a:lnTo>
                    <a:pt x="72276" y="135750"/>
                  </a:lnTo>
                  <a:lnTo>
                    <a:pt x="72276" y="142560"/>
                  </a:lnTo>
                  <a:lnTo>
                    <a:pt x="55874" y="142560"/>
                  </a:lnTo>
                  <a:cubicBezTo>
                    <a:pt x="56559" y="136703"/>
                    <a:pt x="56817" y="130807"/>
                    <a:pt x="56655" y="124920"/>
                  </a:cubicBezTo>
                  <a:close/>
                  <a:moveTo>
                    <a:pt x="97822" y="51235"/>
                  </a:moveTo>
                  <a:cubicBezTo>
                    <a:pt x="101775" y="43901"/>
                    <a:pt x="104794" y="36100"/>
                    <a:pt x="106794" y="28022"/>
                  </a:cubicBezTo>
                  <a:lnTo>
                    <a:pt x="76000" y="28022"/>
                  </a:lnTo>
                  <a:cubicBezTo>
                    <a:pt x="79086" y="34109"/>
                    <a:pt x="81572" y="40491"/>
                    <a:pt x="83420" y="47063"/>
                  </a:cubicBezTo>
                  <a:lnTo>
                    <a:pt x="71047" y="51235"/>
                  </a:lnTo>
                  <a:close/>
                  <a:moveTo>
                    <a:pt x="72276" y="97517"/>
                  </a:moveTo>
                  <a:lnTo>
                    <a:pt x="112224" y="97517"/>
                  </a:lnTo>
                  <a:lnTo>
                    <a:pt x="112224" y="87297"/>
                  </a:lnTo>
                  <a:lnTo>
                    <a:pt x="72276" y="87297"/>
                  </a:lnTo>
                  <a:close/>
                  <a:moveTo>
                    <a:pt x="72276" y="121510"/>
                  </a:moveTo>
                  <a:lnTo>
                    <a:pt x="112224" y="121510"/>
                  </a:lnTo>
                  <a:lnTo>
                    <a:pt x="112224" y="110671"/>
                  </a:lnTo>
                  <a:lnTo>
                    <a:pt x="72276" y="110671"/>
                  </a:ln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57" name="フリーフォーム: 図形 456">
              <a:extLst>
                <a:ext uri="{FF2B5EF4-FFF2-40B4-BE49-F238E27FC236}">
                  <a16:creationId xmlns:a16="http://schemas.microsoft.com/office/drawing/2014/main" id="{E882E093-5C1D-78E5-4176-626ADCB7F54D}"/>
                </a:ext>
              </a:extLst>
            </p:cNvPr>
            <p:cNvSpPr/>
            <p:nvPr/>
          </p:nvSpPr>
          <p:spPr>
            <a:xfrm>
              <a:off x="4669259" y="5839891"/>
              <a:ext cx="129235" cy="113147"/>
            </a:xfrm>
            <a:custGeom>
              <a:avLst/>
              <a:gdLst>
                <a:gd name="connsiteX0" fmla="*/ 21203 w 129235"/>
                <a:gd name="connsiteY0" fmla="*/ 0 h 113147"/>
                <a:gd name="connsiteX1" fmla="*/ 19964 w 129235"/>
                <a:gd name="connsiteY1" fmla="*/ 23536 h 113147"/>
                <a:gd name="connsiteX2" fmla="*/ 22898 w 129235"/>
                <a:gd name="connsiteY2" fmla="*/ 65018 h 113147"/>
                <a:gd name="connsiteX3" fmla="*/ 35442 w 129235"/>
                <a:gd name="connsiteY3" fmla="*/ 91021 h 113147"/>
                <a:gd name="connsiteX4" fmla="*/ 41796 w 129235"/>
                <a:gd name="connsiteY4" fmla="*/ 84363 h 113147"/>
                <a:gd name="connsiteX5" fmla="*/ 49987 w 129235"/>
                <a:gd name="connsiteY5" fmla="*/ 56340 h 113147"/>
                <a:gd name="connsiteX6" fmla="*/ 65475 w 129235"/>
                <a:gd name="connsiteY6" fmla="*/ 70437 h 113147"/>
                <a:gd name="connsiteX7" fmla="*/ 35290 w 129235"/>
                <a:gd name="connsiteY7" fmla="*/ 113147 h 113147"/>
                <a:gd name="connsiteX8" fmla="*/ 10363 w 129235"/>
                <a:gd name="connsiteY8" fmla="*/ 90716 h 113147"/>
                <a:gd name="connsiteX9" fmla="*/ 610 w 129235"/>
                <a:gd name="connsiteY9" fmla="*/ 9906 h 113147"/>
                <a:gd name="connsiteX10" fmla="*/ 0 w 129235"/>
                <a:gd name="connsiteY10" fmla="*/ 0 h 113147"/>
                <a:gd name="connsiteX11" fmla="*/ 94412 w 129235"/>
                <a:gd name="connsiteY11" fmla="*/ 6972 h 113147"/>
                <a:gd name="connsiteX12" fmla="*/ 129235 w 129235"/>
                <a:gd name="connsiteY12" fmla="*/ 90249 h 113147"/>
                <a:gd name="connsiteX13" fmla="*/ 110052 w 129235"/>
                <a:gd name="connsiteY13" fmla="*/ 97527 h 113147"/>
                <a:gd name="connsiteX14" fmla="*/ 100146 w 129235"/>
                <a:gd name="connsiteY14" fmla="*/ 52787 h 113147"/>
                <a:gd name="connsiteX15" fmla="*/ 78162 w 129235"/>
                <a:gd name="connsiteY15" fmla="*/ 14707 h 113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235" h="113147">
                  <a:moveTo>
                    <a:pt x="21203" y="0"/>
                  </a:moveTo>
                  <a:cubicBezTo>
                    <a:pt x="20269" y="7811"/>
                    <a:pt x="19860" y="15678"/>
                    <a:pt x="19964" y="23536"/>
                  </a:cubicBezTo>
                  <a:cubicBezTo>
                    <a:pt x="19945" y="37414"/>
                    <a:pt x="20926" y="51273"/>
                    <a:pt x="22898" y="65018"/>
                  </a:cubicBezTo>
                  <a:cubicBezTo>
                    <a:pt x="25537" y="81115"/>
                    <a:pt x="30489" y="91021"/>
                    <a:pt x="35442" y="91021"/>
                  </a:cubicBezTo>
                  <a:cubicBezTo>
                    <a:pt x="37767" y="91021"/>
                    <a:pt x="39929" y="88697"/>
                    <a:pt x="41796" y="84363"/>
                  </a:cubicBezTo>
                  <a:cubicBezTo>
                    <a:pt x="45710" y="75409"/>
                    <a:pt x="48463" y="65999"/>
                    <a:pt x="49987" y="56340"/>
                  </a:cubicBezTo>
                  <a:cubicBezTo>
                    <a:pt x="54483" y="61731"/>
                    <a:pt x="59693" y="66475"/>
                    <a:pt x="65475" y="70437"/>
                  </a:cubicBezTo>
                  <a:cubicBezTo>
                    <a:pt x="57417" y="100622"/>
                    <a:pt x="48444" y="113147"/>
                    <a:pt x="35290" y="113147"/>
                  </a:cubicBezTo>
                  <a:cubicBezTo>
                    <a:pt x="24917" y="113147"/>
                    <a:pt x="16554" y="105566"/>
                    <a:pt x="10363" y="90716"/>
                  </a:cubicBezTo>
                  <a:cubicBezTo>
                    <a:pt x="4020" y="75229"/>
                    <a:pt x="1238" y="52787"/>
                    <a:pt x="610" y="9906"/>
                  </a:cubicBezTo>
                  <a:cubicBezTo>
                    <a:pt x="629" y="6601"/>
                    <a:pt x="419" y="3286"/>
                    <a:pt x="0" y="0"/>
                  </a:cubicBezTo>
                  <a:close/>
                  <a:moveTo>
                    <a:pt x="94412" y="6972"/>
                  </a:moveTo>
                  <a:cubicBezTo>
                    <a:pt x="114062" y="30632"/>
                    <a:pt x="126187" y="59636"/>
                    <a:pt x="129235" y="90249"/>
                  </a:cubicBezTo>
                  <a:lnTo>
                    <a:pt x="110052" y="97527"/>
                  </a:lnTo>
                  <a:cubicBezTo>
                    <a:pt x="108947" y="82210"/>
                    <a:pt x="105613" y="67132"/>
                    <a:pt x="100146" y="52787"/>
                  </a:cubicBezTo>
                  <a:cubicBezTo>
                    <a:pt x="94945" y="38986"/>
                    <a:pt x="87516" y="26118"/>
                    <a:pt x="78162" y="14707"/>
                  </a:cubicBez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58" name="フリーフォーム: 図形 457">
              <a:extLst>
                <a:ext uri="{FF2B5EF4-FFF2-40B4-BE49-F238E27FC236}">
                  <a16:creationId xmlns:a16="http://schemas.microsoft.com/office/drawing/2014/main" id="{3BD6F5DC-5776-1442-645A-D6F9E6DFD79F}"/>
                </a:ext>
              </a:extLst>
            </p:cNvPr>
            <p:cNvSpPr/>
            <p:nvPr/>
          </p:nvSpPr>
          <p:spPr>
            <a:xfrm>
              <a:off x="8652595" y="5829518"/>
              <a:ext cx="132350" cy="137759"/>
            </a:xfrm>
            <a:custGeom>
              <a:avLst/>
              <a:gdLst>
                <a:gd name="connsiteX0" fmla="*/ 934 w 132350"/>
                <a:gd name="connsiteY0" fmla="*/ 19669 h 137759"/>
                <a:gd name="connsiteX1" fmla="*/ 315 w 132350"/>
                <a:gd name="connsiteY1" fmla="*/ 3724 h 137759"/>
                <a:gd name="connsiteX2" fmla="*/ 17193 w 132350"/>
                <a:gd name="connsiteY2" fmla="*/ 4191 h 137759"/>
                <a:gd name="connsiteX3" fmla="*/ 41643 w 132350"/>
                <a:gd name="connsiteY3" fmla="*/ 4191 h 137759"/>
                <a:gd name="connsiteX4" fmla="*/ 54959 w 132350"/>
                <a:gd name="connsiteY4" fmla="*/ 3724 h 137759"/>
                <a:gd name="connsiteX5" fmla="*/ 54493 w 132350"/>
                <a:gd name="connsiteY5" fmla="*/ 17812 h 137759"/>
                <a:gd name="connsiteX6" fmla="*/ 54493 w 132350"/>
                <a:gd name="connsiteY6" fmla="*/ 88087 h 137759"/>
                <a:gd name="connsiteX7" fmla="*/ 54797 w 132350"/>
                <a:gd name="connsiteY7" fmla="*/ 103870 h 137759"/>
                <a:gd name="connsiteX8" fmla="*/ 38852 w 132350"/>
                <a:gd name="connsiteY8" fmla="*/ 103870 h 137759"/>
                <a:gd name="connsiteX9" fmla="*/ 38852 w 132350"/>
                <a:gd name="connsiteY9" fmla="*/ 98136 h 137759"/>
                <a:gd name="connsiteX10" fmla="*/ 17031 w 132350"/>
                <a:gd name="connsiteY10" fmla="*/ 98136 h 137759"/>
                <a:gd name="connsiteX11" fmla="*/ 17031 w 132350"/>
                <a:gd name="connsiteY11" fmla="*/ 109594 h 137759"/>
                <a:gd name="connsiteX12" fmla="*/ 0 w 132350"/>
                <a:gd name="connsiteY12" fmla="*/ 109594 h 137759"/>
                <a:gd name="connsiteX13" fmla="*/ 934 w 132350"/>
                <a:gd name="connsiteY13" fmla="*/ 91183 h 137759"/>
                <a:gd name="connsiteX14" fmla="*/ 16879 w 132350"/>
                <a:gd name="connsiteY14" fmla="*/ 42729 h 137759"/>
                <a:gd name="connsiteX15" fmla="*/ 38852 w 132350"/>
                <a:gd name="connsiteY15" fmla="*/ 42729 h 137759"/>
                <a:gd name="connsiteX16" fmla="*/ 38852 w 132350"/>
                <a:gd name="connsiteY16" fmla="*/ 19355 h 137759"/>
                <a:gd name="connsiteX17" fmla="*/ 16879 w 132350"/>
                <a:gd name="connsiteY17" fmla="*/ 19355 h 137759"/>
                <a:gd name="connsiteX18" fmla="*/ 16879 w 132350"/>
                <a:gd name="connsiteY18" fmla="*/ 83286 h 137759"/>
                <a:gd name="connsiteX19" fmla="*/ 38852 w 132350"/>
                <a:gd name="connsiteY19" fmla="*/ 83286 h 137759"/>
                <a:gd name="connsiteX20" fmla="*/ 38852 w 132350"/>
                <a:gd name="connsiteY20" fmla="*/ 57131 h 137759"/>
                <a:gd name="connsiteX21" fmla="*/ 16879 w 132350"/>
                <a:gd name="connsiteY21" fmla="*/ 57131 h 137759"/>
                <a:gd name="connsiteX22" fmla="*/ 79105 w 132350"/>
                <a:gd name="connsiteY22" fmla="*/ 87620 h 137759"/>
                <a:gd name="connsiteX23" fmla="*/ 71047 w 132350"/>
                <a:gd name="connsiteY23" fmla="*/ 112538 h 137759"/>
                <a:gd name="connsiteX24" fmla="*/ 51864 w 132350"/>
                <a:gd name="connsiteY24" fmla="*/ 137760 h 137759"/>
                <a:gd name="connsiteX25" fmla="*/ 38243 w 132350"/>
                <a:gd name="connsiteY25" fmla="*/ 125225 h 137759"/>
                <a:gd name="connsiteX26" fmla="*/ 60370 w 132350"/>
                <a:gd name="connsiteY26" fmla="*/ 94431 h 137759"/>
                <a:gd name="connsiteX27" fmla="*/ 66104 w 132350"/>
                <a:gd name="connsiteY27" fmla="*/ 38548 h 137759"/>
                <a:gd name="connsiteX28" fmla="*/ 65008 w 132350"/>
                <a:gd name="connsiteY28" fmla="*/ 0 h 137759"/>
                <a:gd name="connsiteX29" fmla="*/ 82201 w 132350"/>
                <a:gd name="connsiteY29" fmla="*/ 628 h 137759"/>
                <a:gd name="connsiteX30" fmla="*/ 115634 w 132350"/>
                <a:gd name="connsiteY30" fmla="*/ 628 h 137759"/>
                <a:gd name="connsiteX31" fmla="*/ 132350 w 132350"/>
                <a:gd name="connsiteY31" fmla="*/ 0 h 137759"/>
                <a:gd name="connsiteX32" fmla="*/ 131731 w 132350"/>
                <a:gd name="connsiteY32" fmla="*/ 17040 h 137759"/>
                <a:gd name="connsiteX33" fmla="*/ 131731 w 132350"/>
                <a:gd name="connsiteY33" fmla="*/ 117805 h 137759"/>
                <a:gd name="connsiteX34" fmla="*/ 109128 w 132350"/>
                <a:gd name="connsiteY34" fmla="*/ 135131 h 137759"/>
                <a:gd name="connsiteX35" fmla="*/ 96745 w 132350"/>
                <a:gd name="connsiteY35" fmla="*/ 134826 h 137759"/>
                <a:gd name="connsiteX36" fmla="*/ 92573 w 132350"/>
                <a:gd name="connsiteY36" fmla="*/ 117338 h 137759"/>
                <a:gd name="connsiteX37" fmla="*/ 108509 w 132350"/>
                <a:gd name="connsiteY37" fmla="*/ 119043 h 137759"/>
                <a:gd name="connsiteX38" fmla="*/ 115005 w 132350"/>
                <a:gd name="connsiteY38" fmla="*/ 114243 h 137759"/>
                <a:gd name="connsiteX39" fmla="*/ 115005 w 132350"/>
                <a:gd name="connsiteY39" fmla="*/ 87620 h 137759"/>
                <a:gd name="connsiteX40" fmla="*/ 82353 w 132350"/>
                <a:gd name="connsiteY40" fmla="*/ 50930 h 137759"/>
                <a:gd name="connsiteX41" fmla="*/ 80953 w 132350"/>
                <a:gd name="connsiteY41" fmla="*/ 72447 h 137759"/>
                <a:gd name="connsiteX42" fmla="*/ 115005 w 132350"/>
                <a:gd name="connsiteY42" fmla="*/ 72447 h 137759"/>
                <a:gd name="connsiteX43" fmla="*/ 115005 w 132350"/>
                <a:gd name="connsiteY43" fmla="*/ 50930 h 137759"/>
                <a:gd name="connsiteX44" fmla="*/ 115005 w 132350"/>
                <a:gd name="connsiteY44" fmla="*/ 16107 h 137759"/>
                <a:gd name="connsiteX45" fmla="*/ 82658 w 132350"/>
                <a:gd name="connsiteY45" fmla="*/ 16107 h 137759"/>
                <a:gd name="connsiteX46" fmla="*/ 82658 w 132350"/>
                <a:gd name="connsiteY46" fmla="*/ 36385 h 137759"/>
                <a:gd name="connsiteX47" fmla="*/ 115005 w 132350"/>
                <a:gd name="connsiteY47" fmla="*/ 36385 h 137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32350" h="137759">
                  <a:moveTo>
                    <a:pt x="934" y="19669"/>
                  </a:moveTo>
                  <a:cubicBezTo>
                    <a:pt x="1019" y="14344"/>
                    <a:pt x="810" y="9020"/>
                    <a:pt x="315" y="3724"/>
                  </a:cubicBezTo>
                  <a:cubicBezTo>
                    <a:pt x="4649" y="4029"/>
                    <a:pt x="8363" y="4191"/>
                    <a:pt x="17193" y="4191"/>
                  </a:cubicBezTo>
                  <a:lnTo>
                    <a:pt x="41643" y="4191"/>
                  </a:lnTo>
                  <a:cubicBezTo>
                    <a:pt x="47987" y="4191"/>
                    <a:pt x="50930" y="4029"/>
                    <a:pt x="54959" y="3724"/>
                  </a:cubicBezTo>
                  <a:cubicBezTo>
                    <a:pt x="54645" y="7439"/>
                    <a:pt x="54493" y="10535"/>
                    <a:pt x="54493" y="17812"/>
                  </a:cubicBezTo>
                  <a:lnTo>
                    <a:pt x="54493" y="88087"/>
                  </a:lnTo>
                  <a:cubicBezTo>
                    <a:pt x="54493" y="96441"/>
                    <a:pt x="54645" y="100460"/>
                    <a:pt x="54797" y="103870"/>
                  </a:cubicBezTo>
                  <a:lnTo>
                    <a:pt x="38852" y="103870"/>
                  </a:lnTo>
                  <a:lnTo>
                    <a:pt x="38852" y="98136"/>
                  </a:lnTo>
                  <a:lnTo>
                    <a:pt x="17031" y="98136"/>
                  </a:lnTo>
                  <a:lnTo>
                    <a:pt x="17031" y="109594"/>
                  </a:lnTo>
                  <a:lnTo>
                    <a:pt x="0" y="109594"/>
                  </a:lnTo>
                  <a:cubicBezTo>
                    <a:pt x="695" y="103479"/>
                    <a:pt x="1010" y="97336"/>
                    <a:pt x="934" y="91183"/>
                  </a:cubicBezTo>
                  <a:close/>
                  <a:moveTo>
                    <a:pt x="16879" y="42729"/>
                  </a:moveTo>
                  <a:lnTo>
                    <a:pt x="38852" y="42729"/>
                  </a:lnTo>
                  <a:lnTo>
                    <a:pt x="38852" y="19355"/>
                  </a:lnTo>
                  <a:lnTo>
                    <a:pt x="16879" y="19355"/>
                  </a:lnTo>
                  <a:close/>
                  <a:moveTo>
                    <a:pt x="16879" y="83286"/>
                  </a:moveTo>
                  <a:lnTo>
                    <a:pt x="38852" y="83286"/>
                  </a:lnTo>
                  <a:lnTo>
                    <a:pt x="38852" y="57131"/>
                  </a:lnTo>
                  <a:lnTo>
                    <a:pt x="16879" y="57131"/>
                  </a:lnTo>
                  <a:close/>
                  <a:moveTo>
                    <a:pt x="79105" y="87620"/>
                  </a:moveTo>
                  <a:cubicBezTo>
                    <a:pt x="77505" y="96231"/>
                    <a:pt x="74790" y="104613"/>
                    <a:pt x="71047" y="112538"/>
                  </a:cubicBezTo>
                  <a:cubicBezTo>
                    <a:pt x="66551" y="122234"/>
                    <a:pt x="59998" y="130835"/>
                    <a:pt x="51864" y="137760"/>
                  </a:cubicBezTo>
                  <a:cubicBezTo>
                    <a:pt x="48159" y="132750"/>
                    <a:pt x="43539" y="128502"/>
                    <a:pt x="38243" y="125225"/>
                  </a:cubicBezTo>
                  <a:cubicBezTo>
                    <a:pt x="48882" y="117748"/>
                    <a:pt x="56683" y="106899"/>
                    <a:pt x="60370" y="94431"/>
                  </a:cubicBezTo>
                  <a:cubicBezTo>
                    <a:pt x="65218" y="76219"/>
                    <a:pt x="67151" y="57360"/>
                    <a:pt x="66104" y="38548"/>
                  </a:cubicBezTo>
                  <a:cubicBezTo>
                    <a:pt x="66104" y="17964"/>
                    <a:pt x="65789" y="6505"/>
                    <a:pt x="65008" y="0"/>
                  </a:cubicBezTo>
                  <a:cubicBezTo>
                    <a:pt x="70723" y="495"/>
                    <a:pt x="76467" y="705"/>
                    <a:pt x="82201" y="628"/>
                  </a:cubicBezTo>
                  <a:lnTo>
                    <a:pt x="115634" y="628"/>
                  </a:lnTo>
                  <a:cubicBezTo>
                    <a:pt x="121215" y="733"/>
                    <a:pt x="126788" y="533"/>
                    <a:pt x="132350" y="0"/>
                  </a:cubicBezTo>
                  <a:cubicBezTo>
                    <a:pt x="131816" y="5667"/>
                    <a:pt x="131607" y="11354"/>
                    <a:pt x="131731" y="17040"/>
                  </a:cubicBezTo>
                  <a:lnTo>
                    <a:pt x="131731" y="117805"/>
                  </a:lnTo>
                  <a:cubicBezTo>
                    <a:pt x="131731" y="131578"/>
                    <a:pt x="127082" y="135131"/>
                    <a:pt x="109128" y="135131"/>
                  </a:cubicBezTo>
                  <a:cubicBezTo>
                    <a:pt x="106499" y="135131"/>
                    <a:pt x="100927" y="134979"/>
                    <a:pt x="96745" y="134826"/>
                  </a:cubicBezTo>
                  <a:cubicBezTo>
                    <a:pt x="96364" y="128797"/>
                    <a:pt x="94955" y="122882"/>
                    <a:pt x="92573" y="117338"/>
                  </a:cubicBezTo>
                  <a:cubicBezTo>
                    <a:pt x="97831" y="118320"/>
                    <a:pt x="103156" y="118891"/>
                    <a:pt x="108509" y="119043"/>
                  </a:cubicBezTo>
                  <a:cubicBezTo>
                    <a:pt x="113929" y="119043"/>
                    <a:pt x="115005" y="118262"/>
                    <a:pt x="115005" y="114243"/>
                  </a:cubicBezTo>
                  <a:lnTo>
                    <a:pt x="115005" y="87620"/>
                  </a:lnTo>
                  <a:close/>
                  <a:moveTo>
                    <a:pt x="82353" y="50930"/>
                  </a:moveTo>
                  <a:cubicBezTo>
                    <a:pt x="82201" y="58360"/>
                    <a:pt x="81734" y="65018"/>
                    <a:pt x="80953" y="72447"/>
                  </a:cubicBezTo>
                  <a:lnTo>
                    <a:pt x="115005" y="72447"/>
                  </a:lnTo>
                  <a:lnTo>
                    <a:pt x="115005" y="50930"/>
                  </a:lnTo>
                  <a:close/>
                  <a:moveTo>
                    <a:pt x="115005" y="16107"/>
                  </a:moveTo>
                  <a:lnTo>
                    <a:pt x="82658" y="16107"/>
                  </a:lnTo>
                  <a:lnTo>
                    <a:pt x="82658" y="36385"/>
                  </a:lnTo>
                  <a:lnTo>
                    <a:pt x="115005" y="36385"/>
                  </a:ln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59" name="フリーフォーム: 図形 458">
              <a:extLst>
                <a:ext uri="{FF2B5EF4-FFF2-40B4-BE49-F238E27FC236}">
                  <a16:creationId xmlns:a16="http://schemas.microsoft.com/office/drawing/2014/main" id="{3C8F5D69-3312-A673-5842-118D8AB87E51}"/>
                </a:ext>
              </a:extLst>
            </p:cNvPr>
            <p:cNvSpPr/>
            <p:nvPr/>
          </p:nvSpPr>
          <p:spPr>
            <a:xfrm>
              <a:off x="8809386" y="5831071"/>
              <a:ext cx="123826" cy="129514"/>
            </a:xfrm>
            <a:custGeom>
              <a:avLst/>
              <a:gdLst>
                <a:gd name="connsiteX0" fmla="*/ 47835 w 123826"/>
                <a:gd name="connsiteY0" fmla="*/ 58664 h 129514"/>
                <a:gd name="connsiteX1" fmla="*/ 80334 w 123826"/>
                <a:gd name="connsiteY1" fmla="*/ 51549 h 129514"/>
                <a:gd name="connsiteX2" fmla="*/ 123825 w 123826"/>
                <a:gd name="connsiteY2" fmla="*/ 86373 h 129514"/>
                <a:gd name="connsiteX3" fmla="*/ 102775 w 123826"/>
                <a:gd name="connsiteY3" fmla="*/ 120587 h 129514"/>
                <a:gd name="connsiteX4" fmla="*/ 65313 w 123826"/>
                <a:gd name="connsiteY4" fmla="*/ 129397 h 129514"/>
                <a:gd name="connsiteX5" fmla="*/ 35290 w 123826"/>
                <a:gd name="connsiteY5" fmla="*/ 122282 h 129514"/>
                <a:gd name="connsiteX6" fmla="*/ 26004 w 123826"/>
                <a:gd name="connsiteY6" fmla="*/ 104480 h 129514"/>
                <a:gd name="connsiteX7" fmla="*/ 52635 w 123826"/>
                <a:gd name="connsiteY7" fmla="*/ 82344 h 129514"/>
                <a:gd name="connsiteX8" fmla="*/ 79400 w 123826"/>
                <a:gd name="connsiteY8" fmla="*/ 95040 h 129514"/>
                <a:gd name="connsiteX9" fmla="*/ 86525 w 123826"/>
                <a:gd name="connsiteY9" fmla="*/ 108976 h 129514"/>
                <a:gd name="connsiteX10" fmla="*/ 104947 w 123826"/>
                <a:gd name="connsiteY10" fmla="*/ 86535 h 129514"/>
                <a:gd name="connsiteX11" fmla="*/ 74295 w 123826"/>
                <a:gd name="connsiteY11" fmla="*/ 66561 h 129514"/>
                <a:gd name="connsiteX12" fmla="*/ 10526 w 123826"/>
                <a:gd name="connsiteY12" fmla="*/ 92564 h 129514"/>
                <a:gd name="connsiteX13" fmla="*/ 0 w 123826"/>
                <a:gd name="connsiteY13" fmla="*/ 75847 h 129514"/>
                <a:gd name="connsiteX14" fmla="*/ 21822 w 123826"/>
                <a:gd name="connsiteY14" fmla="*/ 61293 h 129514"/>
                <a:gd name="connsiteX15" fmla="*/ 68104 w 123826"/>
                <a:gd name="connsiteY15" fmla="*/ 21050 h 129514"/>
                <a:gd name="connsiteX16" fmla="*/ 70885 w 123826"/>
                <a:gd name="connsiteY16" fmla="*/ 18259 h 129514"/>
                <a:gd name="connsiteX17" fmla="*/ 70733 w 123826"/>
                <a:gd name="connsiteY17" fmla="*/ 18117 h 129514"/>
                <a:gd name="connsiteX18" fmla="*/ 26927 w 123826"/>
                <a:gd name="connsiteY18" fmla="*/ 20736 h 129514"/>
                <a:gd name="connsiteX19" fmla="*/ 19498 w 123826"/>
                <a:gd name="connsiteY19" fmla="*/ 21517 h 129514"/>
                <a:gd name="connsiteX20" fmla="*/ 18726 w 123826"/>
                <a:gd name="connsiteY20" fmla="*/ 2943 h 129514"/>
                <a:gd name="connsiteX21" fmla="*/ 36995 w 123826"/>
                <a:gd name="connsiteY21" fmla="*/ 3877 h 129514"/>
                <a:gd name="connsiteX22" fmla="*/ 84049 w 123826"/>
                <a:gd name="connsiteY22" fmla="*/ 2010 h 129514"/>
                <a:gd name="connsiteX23" fmla="*/ 93640 w 123826"/>
                <a:gd name="connsiteY23" fmla="*/ 0 h 129514"/>
                <a:gd name="connsiteX24" fmla="*/ 103241 w 123826"/>
                <a:gd name="connsiteY24" fmla="*/ 13621 h 129514"/>
                <a:gd name="connsiteX25" fmla="*/ 95193 w 123826"/>
                <a:gd name="connsiteY25" fmla="*/ 19964 h 129514"/>
                <a:gd name="connsiteX26" fmla="*/ 70885 w 123826"/>
                <a:gd name="connsiteY26" fmla="*/ 41643 h 129514"/>
                <a:gd name="connsiteX27" fmla="*/ 53864 w 123826"/>
                <a:gd name="connsiteY27" fmla="*/ 54331 h 129514"/>
                <a:gd name="connsiteX28" fmla="*/ 47511 w 123826"/>
                <a:gd name="connsiteY28" fmla="*/ 58350 h 129514"/>
                <a:gd name="connsiteX29" fmla="*/ 52474 w 123826"/>
                <a:gd name="connsiteY29" fmla="*/ 97212 h 129514"/>
                <a:gd name="connsiteX30" fmla="*/ 43339 w 123826"/>
                <a:gd name="connsiteY30" fmla="*/ 104327 h 129514"/>
                <a:gd name="connsiteX31" fmla="*/ 61760 w 123826"/>
                <a:gd name="connsiteY31" fmla="*/ 114081 h 129514"/>
                <a:gd name="connsiteX32" fmla="*/ 69809 w 123826"/>
                <a:gd name="connsiteY32" fmla="*/ 113462 h 129514"/>
                <a:gd name="connsiteX33" fmla="*/ 52474 w 123826"/>
                <a:gd name="connsiteY33" fmla="*/ 97212 h 12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3826" h="129514">
                  <a:moveTo>
                    <a:pt x="47835" y="58664"/>
                  </a:moveTo>
                  <a:cubicBezTo>
                    <a:pt x="57998" y="53902"/>
                    <a:pt x="69104" y="51473"/>
                    <a:pt x="80334" y="51549"/>
                  </a:cubicBezTo>
                  <a:cubicBezTo>
                    <a:pt x="106804" y="51549"/>
                    <a:pt x="123825" y="65161"/>
                    <a:pt x="123825" y="86373"/>
                  </a:cubicBezTo>
                  <a:cubicBezTo>
                    <a:pt x="123940" y="100870"/>
                    <a:pt x="115767" y="114157"/>
                    <a:pt x="102775" y="120587"/>
                  </a:cubicBezTo>
                  <a:cubicBezTo>
                    <a:pt x="91240" y="126663"/>
                    <a:pt x="78353" y="129692"/>
                    <a:pt x="65313" y="129397"/>
                  </a:cubicBezTo>
                  <a:cubicBezTo>
                    <a:pt x="54816" y="130102"/>
                    <a:pt x="44358" y="127616"/>
                    <a:pt x="35290" y="122282"/>
                  </a:cubicBezTo>
                  <a:cubicBezTo>
                    <a:pt x="29518" y="118186"/>
                    <a:pt x="26061" y="111566"/>
                    <a:pt x="26004" y="104480"/>
                  </a:cubicBezTo>
                  <a:cubicBezTo>
                    <a:pt x="26004" y="91640"/>
                    <a:pt x="37148" y="82344"/>
                    <a:pt x="52635" y="82344"/>
                  </a:cubicBezTo>
                  <a:cubicBezTo>
                    <a:pt x="63046" y="82153"/>
                    <a:pt x="72952" y="86858"/>
                    <a:pt x="79400" y="95040"/>
                  </a:cubicBezTo>
                  <a:cubicBezTo>
                    <a:pt x="82639" y="99193"/>
                    <a:pt x="85049" y="103918"/>
                    <a:pt x="86525" y="108976"/>
                  </a:cubicBezTo>
                  <a:cubicBezTo>
                    <a:pt x="99374" y="104175"/>
                    <a:pt x="104947" y="97517"/>
                    <a:pt x="104947" y="86535"/>
                  </a:cubicBezTo>
                  <a:cubicBezTo>
                    <a:pt x="104947" y="74457"/>
                    <a:pt x="93031" y="66561"/>
                    <a:pt x="74295" y="66561"/>
                  </a:cubicBezTo>
                  <a:cubicBezTo>
                    <a:pt x="50540" y="66980"/>
                    <a:pt x="27794" y="76257"/>
                    <a:pt x="10526" y="92564"/>
                  </a:cubicBezTo>
                  <a:lnTo>
                    <a:pt x="0" y="75847"/>
                  </a:lnTo>
                  <a:cubicBezTo>
                    <a:pt x="7715" y="71695"/>
                    <a:pt x="15021" y="66818"/>
                    <a:pt x="21822" y="61293"/>
                  </a:cubicBezTo>
                  <a:cubicBezTo>
                    <a:pt x="38033" y="48806"/>
                    <a:pt x="53493" y="35376"/>
                    <a:pt x="68104" y="21050"/>
                  </a:cubicBezTo>
                  <a:cubicBezTo>
                    <a:pt x="68418" y="20736"/>
                    <a:pt x="69961" y="19193"/>
                    <a:pt x="70885" y="18259"/>
                  </a:cubicBezTo>
                  <a:lnTo>
                    <a:pt x="70733" y="18117"/>
                  </a:lnTo>
                  <a:cubicBezTo>
                    <a:pt x="64856" y="18888"/>
                    <a:pt x="54950" y="19498"/>
                    <a:pt x="26927" y="20736"/>
                  </a:cubicBezTo>
                  <a:cubicBezTo>
                    <a:pt x="24432" y="20822"/>
                    <a:pt x="21955" y="21088"/>
                    <a:pt x="19498" y="21517"/>
                  </a:cubicBezTo>
                  <a:lnTo>
                    <a:pt x="18726" y="2943"/>
                  </a:lnTo>
                  <a:cubicBezTo>
                    <a:pt x="24784" y="3648"/>
                    <a:pt x="30889" y="3962"/>
                    <a:pt x="36995" y="3877"/>
                  </a:cubicBezTo>
                  <a:cubicBezTo>
                    <a:pt x="50149" y="3877"/>
                    <a:pt x="69028" y="3095"/>
                    <a:pt x="84049" y="2010"/>
                  </a:cubicBezTo>
                  <a:cubicBezTo>
                    <a:pt x="87354" y="2048"/>
                    <a:pt x="90631" y="1362"/>
                    <a:pt x="93640" y="0"/>
                  </a:cubicBezTo>
                  <a:lnTo>
                    <a:pt x="103241" y="13621"/>
                  </a:lnTo>
                  <a:cubicBezTo>
                    <a:pt x="100251" y="15307"/>
                    <a:pt x="97536" y="17450"/>
                    <a:pt x="95193" y="19964"/>
                  </a:cubicBezTo>
                  <a:cubicBezTo>
                    <a:pt x="87459" y="27089"/>
                    <a:pt x="76152" y="37147"/>
                    <a:pt x="70885" y="41643"/>
                  </a:cubicBezTo>
                  <a:cubicBezTo>
                    <a:pt x="68104" y="43967"/>
                    <a:pt x="56960" y="52321"/>
                    <a:pt x="53864" y="54331"/>
                  </a:cubicBezTo>
                  <a:cubicBezTo>
                    <a:pt x="51835" y="55797"/>
                    <a:pt x="49711" y="57140"/>
                    <a:pt x="47511" y="58350"/>
                  </a:cubicBezTo>
                  <a:close/>
                  <a:moveTo>
                    <a:pt x="52474" y="97212"/>
                  </a:moveTo>
                  <a:cubicBezTo>
                    <a:pt x="46901" y="97212"/>
                    <a:pt x="43339" y="99993"/>
                    <a:pt x="43339" y="104327"/>
                  </a:cubicBezTo>
                  <a:cubicBezTo>
                    <a:pt x="43339" y="110519"/>
                    <a:pt x="50302" y="114081"/>
                    <a:pt x="61760" y="114081"/>
                  </a:cubicBezTo>
                  <a:cubicBezTo>
                    <a:pt x="64456" y="114138"/>
                    <a:pt x="67151" y="113929"/>
                    <a:pt x="69809" y="113462"/>
                  </a:cubicBezTo>
                  <a:cubicBezTo>
                    <a:pt x="67018" y="102784"/>
                    <a:pt x="61141" y="97212"/>
                    <a:pt x="52474" y="97212"/>
                  </a:cubicBez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60" name="フリーフォーム: 図形 459">
              <a:extLst>
                <a:ext uri="{FF2B5EF4-FFF2-40B4-BE49-F238E27FC236}">
                  <a16:creationId xmlns:a16="http://schemas.microsoft.com/office/drawing/2014/main" id="{709BDC11-8E14-DB8C-1A2D-C55093A57120}"/>
                </a:ext>
              </a:extLst>
            </p:cNvPr>
            <p:cNvSpPr/>
            <p:nvPr/>
          </p:nvSpPr>
          <p:spPr>
            <a:xfrm>
              <a:off x="8967253" y="5839891"/>
              <a:ext cx="129244" cy="113147"/>
            </a:xfrm>
            <a:custGeom>
              <a:avLst/>
              <a:gdLst>
                <a:gd name="connsiteX0" fmla="*/ 21202 w 129244"/>
                <a:gd name="connsiteY0" fmla="*/ 0 h 113147"/>
                <a:gd name="connsiteX1" fmla="*/ 19964 w 129244"/>
                <a:gd name="connsiteY1" fmla="*/ 23536 h 113147"/>
                <a:gd name="connsiteX2" fmla="*/ 22907 w 129244"/>
                <a:gd name="connsiteY2" fmla="*/ 65018 h 113147"/>
                <a:gd name="connsiteX3" fmla="*/ 35442 w 129244"/>
                <a:gd name="connsiteY3" fmla="*/ 91021 h 113147"/>
                <a:gd name="connsiteX4" fmla="*/ 41796 w 129244"/>
                <a:gd name="connsiteY4" fmla="*/ 84363 h 113147"/>
                <a:gd name="connsiteX5" fmla="*/ 49987 w 129244"/>
                <a:gd name="connsiteY5" fmla="*/ 56340 h 113147"/>
                <a:gd name="connsiteX6" fmla="*/ 65474 w 129244"/>
                <a:gd name="connsiteY6" fmla="*/ 70437 h 113147"/>
                <a:gd name="connsiteX7" fmla="*/ 35290 w 129244"/>
                <a:gd name="connsiteY7" fmla="*/ 113147 h 113147"/>
                <a:gd name="connsiteX8" fmla="*/ 10363 w 129244"/>
                <a:gd name="connsiteY8" fmla="*/ 90716 h 113147"/>
                <a:gd name="connsiteX9" fmla="*/ 619 w 129244"/>
                <a:gd name="connsiteY9" fmla="*/ 9906 h 113147"/>
                <a:gd name="connsiteX10" fmla="*/ 0 w 129244"/>
                <a:gd name="connsiteY10" fmla="*/ 0 h 113147"/>
                <a:gd name="connsiteX11" fmla="*/ 94412 w 129244"/>
                <a:gd name="connsiteY11" fmla="*/ 6972 h 113147"/>
                <a:gd name="connsiteX12" fmla="*/ 129244 w 129244"/>
                <a:gd name="connsiteY12" fmla="*/ 90249 h 113147"/>
                <a:gd name="connsiteX13" fmla="*/ 110051 w 129244"/>
                <a:gd name="connsiteY13" fmla="*/ 97527 h 113147"/>
                <a:gd name="connsiteX14" fmla="*/ 100146 w 129244"/>
                <a:gd name="connsiteY14" fmla="*/ 52787 h 113147"/>
                <a:gd name="connsiteX15" fmla="*/ 78162 w 129244"/>
                <a:gd name="connsiteY15" fmla="*/ 14707 h 113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244" h="113147">
                  <a:moveTo>
                    <a:pt x="21202" y="0"/>
                  </a:moveTo>
                  <a:cubicBezTo>
                    <a:pt x="20278" y="7811"/>
                    <a:pt x="19859" y="15678"/>
                    <a:pt x="19964" y="23536"/>
                  </a:cubicBezTo>
                  <a:cubicBezTo>
                    <a:pt x="19945" y="37414"/>
                    <a:pt x="20936" y="51273"/>
                    <a:pt x="22907" y="65018"/>
                  </a:cubicBezTo>
                  <a:cubicBezTo>
                    <a:pt x="25536" y="81115"/>
                    <a:pt x="30499" y="91021"/>
                    <a:pt x="35442" y="91021"/>
                  </a:cubicBezTo>
                  <a:cubicBezTo>
                    <a:pt x="37766" y="91021"/>
                    <a:pt x="39938" y="88697"/>
                    <a:pt x="41796" y="84363"/>
                  </a:cubicBezTo>
                  <a:cubicBezTo>
                    <a:pt x="45710" y="75409"/>
                    <a:pt x="48473" y="65999"/>
                    <a:pt x="49987" y="56340"/>
                  </a:cubicBezTo>
                  <a:cubicBezTo>
                    <a:pt x="54483" y="61731"/>
                    <a:pt x="59693" y="66475"/>
                    <a:pt x="65474" y="70437"/>
                  </a:cubicBezTo>
                  <a:cubicBezTo>
                    <a:pt x="57426" y="100622"/>
                    <a:pt x="48444" y="113147"/>
                    <a:pt x="35290" y="113147"/>
                  </a:cubicBezTo>
                  <a:cubicBezTo>
                    <a:pt x="24927" y="113147"/>
                    <a:pt x="16564" y="105566"/>
                    <a:pt x="10363" y="90716"/>
                  </a:cubicBezTo>
                  <a:cubicBezTo>
                    <a:pt x="4020" y="75229"/>
                    <a:pt x="1238" y="52787"/>
                    <a:pt x="619" y="9906"/>
                  </a:cubicBezTo>
                  <a:cubicBezTo>
                    <a:pt x="628" y="6601"/>
                    <a:pt x="419" y="3286"/>
                    <a:pt x="0" y="0"/>
                  </a:cubicBezTo>
                  <a:close/>
                  <a:moveTo>
                    <a:pt x="94412" y="6972"/>
                  </a:moveTo>
                  <a:cubicBezTo>
                    <a:pt x="114071" y="30632"/>
                    <a:pt x="126196" y="59636"/>
                    <a:pt x="129244" y="90249"/>
                  </a:cubicBezTo>
                  <a:lnTo>
                    <a:pt x="110051" y="97527"/>
                  </a:lnTo>
                  <a:cubicBezTo>
                    <a:pt x="108956" y="82210"/>
                    <a:pt x="105613" y="67132"/>
                    <a:pt x="100146" y="52787"/>
                  </a:cubicBezTo>
                  <a:cubicBezTo>
                    <a:pt x="94955" y="38976"/>
                    <a:pt x="87525" y="26118"/>
                    <a:pt x="78162" y="14707"/>
                  </a:cubicBez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70" name="フリーフォーム: 図形 469">
              <a:extLst>
                <a:ext uri="{FF2B5EF4-FFF2-40B4-BE49-F238E27FC236}">
                  <a16:creationId xmlns:a16="http://schemas.microsoft.com/office/drawing/2014/main" id="{03D73FF4-FF17-C6A0-FA42-A01F2BE4FFF2}"/>
                </a:ext>
              </a:extLst>
            </p:cNvPr>
            <p:cNvSpPr/>
            <p:nvPr/>
          </p:nvSpPr>
          <p:spPr>
            <a:xfrm>
              <a:off x="4481426" y="2679886"/>
              <a:ext cx="2263320" cy="9525"/>
            </a:xfrm>
            <a:custGeom>
              <a:avLst/>
              <a:gdLst>
                <a:gd name="connsiteX0" fmla="*/ 0 w 2263320"/>
                <a:gd name="connsiteY0" fmla="*/ 0 h 9525"/>
                <a:gd name="connsiteX1" fmla="*/ 2263321 w 226332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63320" h="9525">
                  <a:moveTo>
                    <a:pt x="0" y="0"/>
                  </a:moveTo>
                  <a:lnTo>
                    <a:pt x="2263321" y="0"/>
                  </a:lnTo>
                </a:path>
              </a:pathLst>
            </a:custGeom>
            <a:ln w="13500" cap="flat">
              <a:solidFill>
                <a:srgbClr val="A8A8A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71" name="フリーフォーム: 図形 470">
              <a:extLst>
                <a:ext uri="{FF2B5EF4-FFF2-40B4-BE49-F238E27FC236}">
                  <a16:creationId xmlns:a16="http://schemas.microsoft.com/office/drawing/2014/main" id="{49917201-811F-6AF7-653B-4EAB67997A46}"/>
                </a:ext>
              </a:extLst>
            </p:cNvPr>
            <p:cNvSpPr/>
            <p:nvPr/>
          </p:nvSpPr>
          <p:spPr>
            <a:xfrm>
              <a:off x="6844245" y="2679886"/>
              <a:ext cx="2256720" cy="9525"/>
            </a:xfrm>
            <a:custGeom>
              <a:avLst/>
              <a:gdLst>
                <a:gd name="connsiteX0" fmla="*/ 0 w 2256720"/>
                <a:gd name="connsiteY0" fmla="*/ 0 h 9525"/>
                <a:gd name="connsiteX1" fmla="*/ 2256720 w 225672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6720" h="9525">
                  <a:moveTo>
                    <a:pt x="0" y="0"/>
                  </a:moveTo>
                  <a:lnTo>
                    <a:pt x="2256720" y="0"/>
                  </a:lnTo>
                </a:path>
              </a:pathLst>
            </a:custGeom>
            <a:ln w="13500" cap="flat">
              <a:solidFill>
                <a:srgbClr val="A8A8A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72" name="フリーフォーム: 図形 471">
              <a:extLst>
                <a:ext uri="{FF2B5EF4-FFF2-40B4-BE49-F238E27FC236}">
                  <a16:creationId xmlns:a16="http://schemas.microsoft.com/office/drawing/2014/main" id="{58C9CB42-D603-D561-5C00-3888A1B752E5}"/>
                </a:ext>
              </a:extLst>
            </p:cNvPr>
            <p:cNvSpPr/>
            <p:nvPr/>
          </p:nvSpPr>
          <p:spPr>
            <a:xfrm>
              <a:off x="3436069" y="2169603"/>
              <a:ext cx="238618" cy="235322"/>
            </a:xfrm>
            <a:custGeom>
              <a:avLst/>
              <a:gdLst>
                <a:gd name="connsiteX0" fmla="*/ 178649 w 238618"/>
                <a:gd name="connsiteY0" fmla="*/ 207243 h 235322"/>
                <a:gd name="connsiteX1" fmla="*/ 209262 w 238618"/>
                <a:gd name="connsiteY1" fmla="*/ 174344 h 235322"/>
                <a:gd name="connsiteX2" fmla="*/ 238618 w 238618"/>
                <a:gd name="connsiteY2" fmla="*/ 185221 h 235322"/>
                <a:gd name="connsiteX3" fmla="*/ 180926 w 238618"/>
                <a:gd name="connsiteY3" fmla="*/ 235323 h 235322"/>
                <a:gd name="connsiteX4" fmla="*/ 94897 w 238618"/>
                <a:gd name="connsiteY4" fmla="*/ 235323 h 235322"/>
                <a:gd name="connsiteX5" fmla="*/ 32649 w 238618"/>
                <a:gd name="connsiteY5" fmla="*/ 188765 h 235322"/>
                <a:gd name="connsiteX6" fmla="*/ 32649 w 238618"/>
                <a:gd name="connsiteY6" fmla="*/ 93115 h 235322"/>
                <a:gd name="connsiteX7" fmla="*/ 21767 w 238618"/>
                <a:gd name="connsiteY7" fmla="*/ 101716 h 235322"/>
                <a:gd name="connsiteX8" fmla="*/ 0 w 238618"/>
                <a:gd name="connsiteY8" fmla="*/ 79456 h 235322"/>
                <a:gd name="connsiteX9" fmla="*/ 72628 w 238618"/>
                <a:gd name="connsiteY9" fmla="*/ 0 h 235322"/>
                <a:gd name="connsiteX10" fmla="*/ 105268 w 238618"/>
                <a:gd name="connsiteY10" fmla="*/ 6326 h 235322"/>
                <a:gd name="connsiteX11" fmla="*/ 97678 w 238618"/>
                <a:gd name="connsiteY11" fmla="*/ 18474 h 235322"/>
                <a:gd name="connsiteX12" fmla="*/ 146759 w 238618"/>
                <a:gd name="connsiteY12" fmla="*/ 18474 h 235322"/>
                <a:gd name="connsiteX13" fmla="*/ 152589 w 238618"/>
                <a:gd name="connsiteY13" fmla="*/ 16702 h 235322"/>
                <a:gd name="connsiteX14" fmla="*/ 172829 w 238618"/>
                <a:gd name="connsiteY14" fmla="*/ 30107 h 235322"/>
                <a:gd name="connsiteX15" fmla="*/ 151569 w 238618"/>
                <a:gd name="connsiteY15" fmla="*/ 65540 h 235322"/>
                <a:gd name="connsiteX16" fmla="*/ 217616 w 238618"/>
                <a:gd name="connsiteY16" fmla="*/ 65540 h 235322"/>
                <a:gd name="connsiteX17" fmla="*/ 217616 w 238618"/>
                <a:gd name="connsiteY17" fmla="*/ 162704 h 235322"/>
                <a:gd name="connsiteX18" fmla="*/ 186745 w 238618"/>
                <a:gd name="connsiteY18" fmla="*/ 162704 h 235322"/>
                <a:gd name="connsiteX19" fmla="*/ 186745 w 238618"/>
                <a:gd name="connsiteY19" fmla="*/ 152579 h 235322"/>
                <a:gd name="connsiteX20" fmla="*/ 63010 w 238618"/>
                <a:gd name="connsiteY20" fmla="*/ 152579 h 235322"/>
                <a:gd name="connsiteX21" fmla="*/ 63010 w 238618"/>
                <a:gd name="connsiteY21" fmla="*/ 188517 h 235322"/>
                <a:gd name="connsiteX22" fmla="*/ 94637 w 238618"/>
                <a:gd name="connsiteY22" fmla="*/ 207243 h 235322"/>
                <a:gd name="connsiteX23" fmla="*/ 79707 w 238618"/>
                <a:gd name="connsiteY23" fmla="*/ 44280 h 235322"/>
                <a:gd name="connsiteX24" fmla="*/ 61745 w 238618"/>
                <a:gd name="connsiteY24" fmla="*/ 65540 h 235322"/>
                <a:gd name="connsiteX25" fmla="*/ 116402 w 238618"/>
                <a:gd name="connsiteY25" fmla="*/ 65540 h 235322"/>
                <a:gd name="connsiteX26" fmla="*/ 130317 w 238618"/>
                <a:gd name="connsiteY26" fmla="*/ 44280 h 235322"/>
                <a:gd name="connsiteX27" fmla="*/ 63010 w 238618"/>
                <a:gd name="connsiteY27" fmla="*/ 125757 h 235322"/>
                <a:gd name="connsiteX28" fmla="*/ 108050 w 238618"/>
                <a:gd name="connsiteY28" fmla="*/ 125757 h 235322"/>
                <a:gd name="connsiteX29" fmla="*/ 108050 w 238618"/>
                <a:gd name="connsiteY29" fmla="*/ 92610 h 235322"/>
                <a:gd name="connsiteX30" fmla="*/ 63010 w 238618"/>
                <a:gd name="connsiteY30" fmla="*/ 92610 h 235322"/>
                <a:gd name="connsiteX31" fmla="*/ 186745 w 238618"/>
                <a:gd name="connsiteY31" fmla="*/ 92610 h 235322"/>
                <a:gd name="connsiteX32" fmla="*/ 137908 w 238618"/>
                <a:gd name="connsiteY32" fmla="*/ 92610 h 235322"/>
                <a:gd name="connsiteX33" fmla="*/ 137908 w 238618"/>
                <a:gd name="connsiteY33" fmla="*/ 125757 h 235322"/>
                <a:gd name="connsiteX34" fmla="*/ 186745 w 238618"/>
                <a:gd name="connsiteY34" fmla="*/ 125757 h 235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38618" h="235322">
                  <a:moveTo>
                    <a:pt x="178649" y="207243"/>
                  </a:moveTo>
                  <a:cubicBezTo>
                    <a:pt x="201928" y="207243"/>
                    <a:pt x="205976" y="202176"/>
                    <a:pt x="209262" y="174344"/>
                  </a:cubicBezTo>
                  <a:cubicBezTo>
                    <a:pt x="218483" y="179335"/>
                    <a:pt x="228370" y="183002"/>
                    <a:pt x="238618" y="185221"/>
                  </a:cubicBezTo>
                  <a:cubicBezTo>
                    <a:pt x="233303" y="223931"/>
                    <a:pt x="222426" y="235323"/>
                    <a:pt x="180926" y="235323"/>
                  </a:cubicBezTo>
                  <a:lnTo>
                    <a:pt x="94897" y="235323"/>
                  </a:lnTo>
                  <a:cubicBezTo>
                    <a:pt x="46815" y="235323"/>
                    <a:pt x="32649" y="225960"/>
                    <a:pt x="32649" y="188765"/>
                  </a:cubicBezTo>
                  <a:lnTo>
                    <a:pt x="32649" y="93115"/>
                  </a:lnTo>
                  <a:cubicBezTo>
                    <a:pt x="29106" y="96153"/>
                    <a:pt x="25561" y="98934"/>
                    <a:pt x="21767" y="101716"/>
                  </a:cubicBezTo>
                  <a:cubicBezTo>
                    <a:pt x="15636" y="93276"/>
                    <a:pt x="8304" y="85771"/>
                    <a:pt x="0" y="79456"/>
                  </a:cubicBezTo>
                  <a:cubicBezTo>
                    <a:pt x="30294" y="59253"/>
                    <a:pt x="55220" y="31983"/>
                    <a:pt x="72628" y="0"/>
                  </a:cubicBezTo>
                  <a:lnTo>
                    <a:pt x="105268" y="6326"/>
                  </a:lnTo>
                  <a:cubicBezTo>
                    <a:pt x="102739" y="10377"/>
                    <a:pt x="100459" y="14423"/>
                    <a:pt x="97678" y="18474"/>
                  </a:cubicBezTo>
                  <a:lnTo>
                    <a:pt x="146759" y="18474"/>
                  </a:lnTo>
                  <a:lnTo>
                    <a:pt x="152589" y="16702"/>
                  </a:lnTo>
                  <a:lnTo>
                    <a:pt x="172829" y="30107"/>
                  </a:lnTo>
                  <a:cubicBezTo>
                    <a:pt x="166495" y="42356"/>
                    <a:pt x="159399" y="54186"/>
                    <a:pt x="151569" y="65540"/>
                  </a:cubicBezTo>
                  <a:lnTo>
                    <a:pt x="217616" y="65540"/>
                  </a:lnTo>
                  <a:lnTo>
                    <a:pt x="217616" y="162704"/>
                  </a:lnTo>
                  <a:lnTo>
                    <a:pt x="186745" y="162704"/>
                  </a:lnTo>
                  <a:lnTo>
                    <a:pt x="186745" y="152579"/>
                  </a:lnTo>
                  <a:lnTo>
                    <a:pt x="63010" y="152579"/>
                  </a:lnTo>
                  <a:lnTo>
                    <a:pt x="63010" y="188517"/>
                  </a:lnTo>
                  <a:cubicBezTo>
                    <a:pt x="63010" y="204709"/>
                    <a:pt x="67317" y="207243"/>
                    <a:pt x="94637" y="207243"/>
                  </a:cubicBezTo>
                  <a:close/>
                  <a:moveTo>
                    <a:pt x="79707" y="44280"/>
                  </a:moveTo>
                  <a:cubicBezTo>
                    <a:pt x="74145" y="51366"/>
                    <a:pt x="68070" y="58701"/>
                    <a:pt x="61745" y="65540"/>
                  </a:cubicBezTo>
                  <a:lnTo>
                    <a:pt x="116402" y="65540"/>
                  </a:lnTo>
                  <a:cubicBezTo>
                    <a:pt x="121449" y="58729"/>
                    <a:pt x="126095" y="51633"/>
                    <a:pt x="130317" y="44280"/>
                  </a:cubicBezTo>
                  <a:close/>
                  <a:moveTo>
                    <a:pt x="63010" y="125757"/>
                  </a:moveTo>
                  <a:lnTo>
                    <a:pt x="108050" y="125757"/>
                  </a:lnTo>
                  <a:lnTo>
                    <a:pt x="108050" y="92610"/>
                  </a:lnTo>
                  <a:lnTo>
                    <a:pt x="63010" y="92610"/>
                  </a:lnTo>
                  <a:close/>
                  <a:moveTo>
                    <a:pt x="186745" y="92610"/>
                  </a:moveTo>
                  <a:lnTo>
                    <a:pt x="137908" y="92610"/>
                  </a:lnTo>
                  <a:lnTo>
                    <a:pt x="137908" y="125757"/>
                  </a:lnTo>
                  <a:lnTo>
                    <a:pt x="186745" y="12575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73" name="フリーフォーム: 図形 472">
              <a:extLst>
                <a:ext uri="{FF2B5EF4-FFF2-40B4-BE49-F238E27FC236}">
                  <a16:creationId xmlns:a16="http://schemas.microsoft.com/office/drawing/2014/main" id="{42911943-8C5A-9BAD-36FA-A3C1BD692801}"/>
                </a:ext>
              </a:extLst>
            </p:cNvPr>
            <p:cNvSpPr/>
            <p:nvPr/>
          </p:nvSpPr>
          <p:spPr>
            <a:xfrm>
              <a:off x="3689098" y="2170867"/>
              <a:ext cx="230771" cy="236086"/>
            </a:xfrm>
            <a:custGeom>
              <a:avLst/>
              <a:gdLst>
                <a:gd name="connsiteX0" fmla="*/ 71609 w 230771"/>
                <a:gd name="connsiteY0" fmla="*/ 95650 h 236086"/>
                <a:gd name="connsiteX1" fmla="*/ 107032 w 230771"/>
                <a:gd name="connsiteY1" fmla="*/ 137655 h 236086"/>
                <a:gd name="connsiteX2" fmla="*/ 89830 w 230771"/>
                <a:gd name="connsiteY2" fmla="*/ 162192 h 236086"/>
                <a:gd name="connsiteX3" fmla="*/ 71609 w 230771"/>
                <a:gd name="connsiteY3" fmla="*/ 130816 h 236086"/>
                <a:gd name="connsiteX4" fmla="*/ 71609 w 230771"/>
                <a:gd name="connsiteY4" fmla="*/ 236087 h 236086"/>
                <a:gd name="connsiteX5" fmla="*/ 42767 w 230771"/>
                <a:gd name="connsiteY5" fmla="*/ 236087 h 236086"/>
                <a:gd name="connsiteX6" fmla="*/ 42767 w 230771"/>
                <a:gd name="connsiteY6" fmla="*/ 136131 h 236086"/>
                <a:gd name="connsiteX7" fmla="*/ 14173 w 230771"/>
                <a:gd name="connsiteY7" fmla="*/ 193072 h 236086"/>
                <a:gd name="connsiteX8" fmla="*/ 0 w 230771"/>
                <a:gd name="connsiteY8" fmla="*/ 164725 h 236086"/>
                <a:gd name="connsiteX9" fmla="*/ 39224 w 230771"/>
                <a:gd name="connsiteY9" fmla="*/ 80210 h 236086"/>
                <a:gd name="connsiteX10" fmla="*/ 6582 w 230771"/>
                <a:gd name="connsiteY10" fmla="*/ 80210 h 236086"/>
                <a:gd name="connsiteX11" fmla="*/ 6582 w 230771"/>
                <a:gd name="connsiteY11" fmla="*/ 51873 h 236086"/>
                <a:gd name="connsiteX12" fmla="*/ 42767 w 230771"/>
                <a:gd name="connsiteY12" fmla="*/ 51873 h 236086"/>
                <a:gd name="connsiteX13" fmla="*/ 42767 w 230771"/>
                <a:gd name="connsiteY13" fmla="*/ 0 h 236086"/>
                <a:gd name="connsiteX14" fmla="*/ 71609 w 230771"/>
                <a:gd name="connsiteY14" fmla="*/ 0 h 236086"/>
                <a:gd name="connsiteX15" fmla="*/ 71609 w 230771"/>
                <a:gd name="connsiteY15" fmla="*/ 51873 h 236086"/>
                <a:gd name="connsiteX16" fmla="*/ 103232 w 230771"/>
                <a:gd name="connsiteY16" fmla="*/ 51873 h 236086"/>
                <a:gd name="connsiteX17" fmla="*/ 103232 w 230771"/>
                <a:gd name="connsiteY17" fmla="*/ 80210 h 236086"/>
                <a:gd name="connsiteX18" fmla="*/ 71609 w 230771"/>
                <a:gd name="connsiteY18" fmla="*/ 80210 h 236086"/>
                <a:gd name="connsiteX19" fmla="*/ 230772 w 230771"/>
                <a:gd name="connsiteY19" fmla="*/ 13665 h 236086"/>
                <a:gd name="connsiteX20" fmla="*/ 230772 w 230771"/>
                <a:gd name="connsiteY20" fmla="*/ 232543 h 236086"/>
                <a:gd name="connsiteX21" fmla="*/ 200406 w 230771"/>
                <a:gd name="connsiteY21" fmla="*/ 232543 h 236086"/>
                <a:gd name="connsiteX22" fmla="*/ 200406 w 230771"/>
                <a:gd name="connsiteY22" fmla="*/ 219637 h 236086"/>
                <a:gd name="connsiteX23" fmla="*/ 140951 w 230771"/>
                <a:gd name="connsiteY23" fmla="*/ 219637 h 236086"/>
                <a:gd name="connsiteX24" fmla="*/ 140951 w 230771"/>
                <a:gd name="connsiteY24" fmla="*/ 234058 h 236086"/>
                <a:gd name="connsiteX25" fmla="*/ 112090 w 230771"/>
                <a:gd name="connsiteY25" fmla="*/ 234058 h 236086"/>
                <a:gd name="connsiteX26" fmla="*/ 112090 w 230771"/>
                <a:gd name="connsiteY26" fmla="*/ 13665 h 236086"/>
                <a:gd name="connsiteX27" fmla="*/ 140951 w 230771"/>
                <a:gd name="connsiteY27" fmla="*/ 42005 h 236086"/>
                <a:gd name="connsiteX28" fmla="*/ 140951 w 230771"/>
                <a:gd name="connsiteY28" fmla="*/ 73381 h 236086"/>
                <a:gd name="connsiteX29" fmla="*/ 200406 w 230771"/>
                <a:gd name="connsiteY29" fmla="*/ 73381 h 236086"/>
                <a:gd name="connsiteX30" fmla="*/ 200406 w 230771"/>
                <a:gd name="connsiteY30" fmla="*/ 42005 h 236086"/>
                <a:gd name="connsiteX31" fmla="*/ 140951 w 230771"/>
                <a:gd name="connsiteY31" fmla="*/ 100451 h 236086"/>
                <a:gd name="connsiteX32" fmla="*/ 140951 w 230771"/>
                <a:gd name="connsiteY32" fmla="*/ 132588 h 236086"/>
                <a:gd name="connsiteX33" fmla="*/ 200406 w 230771"/>
                <a:gd name="connsiteY33" fmla="*/ 132588 h 236086"/>
                <a:gd name="connsiteX34" fmla="*/ 200406 w 230771"/>
                <a:gd name="connsiteY34" fmla="*/ 100451 h 236086"/>
                <a:gd name="connsiteX35" fmla="*/ 200406 w 230771"/>
                <a:gd name="connsiteY35" fmla="*/ 192310 h 236086"/>
                <a:gd name="connsiteX36" fmla="*/ 200406 w 230771"/>
                <a:gd name="connsiteY36" fmla="*/ 159925 h 236086"/>
                <a:gd name="connsiteX37" fmla="*/ 140951 w 230771"/>
                <a:gd name="connsiteY37" fmla="*/ 159925 h 236086"/>
                <a:gd name="connsiteX38" fmla="*/ 140951 w 230771"/>
                <a:gd name="connsiteY38" fmla="*/ 192310 h 236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30771" h="236086">
                  <a:moveTo>
                    <a:pt x="71609" y="95650"/>
                  </a:moveTo>
                  <a:cubicBezTo>
                    <a:pt x="80467" y="105261"/>
                    <a:pt x="101975" y="131331"/>
                    <a:pt x="107032" y="137655"/>
                  </a:cubicBezTo>
                  <a:lnTo>
                    <a:pt x="89830" y="162192"/>
                  </a:lnTo>
                  <a:cubicBezTo>
                    <a:pt x="86039" y="154095"/>
                    <a:pt x="78696" y="142208"/>
                    <a:pt x="71609" y="130816"/>
                  </a:cubicBezTo>
                  <a:lnTo>
                    <a:pt x="71609" y="236087"/>
                  </a:lnTo>
                  <a:lnTo>
                    <a:pt x="42767" y="236087"/>
                  </a:lnTo>
                  <a:lnTo>
                    <a:pt x="42767" y="136131"/>
                  </a:lnTo>
                  <a:cubicBezTo>
                    <a:pt x="36090" y="156410"/>
                    <a:pt x="26451" y="175603"/>
                    <a:pt x="14173" y="193072"/>
                  </a:cubicBezTo>
                  <a:cubicBezTo>
                    <a:pt x="10477" y="183137"/>
                    <a:pt x="5725" y="173641"/>
                    <a:pt x="0" y="164725"/>
                  </a:cubicBezTo>
                  <a:cubicBezTo>
                    <a:pt x="18336" y="139313"/>
                    <a:pt x="31642" y="110623"/>
                    <a:pt x="39224" y="80210"/>
                  </a:cubicBezTo>
                  <a:lnTo>
                    <a:pt x="6582" y="80210"/>
                  </a:lnTo>
                  <a:lnTo>
                    <a:pt x="6582" y="51873"/>
                  </a:lnTo>
                  <a:lnTo>
                    <a:pt x="42767" y="51873"/>
                  </a:lnTo>
                  <a:lnTo>
                    <a:pt x="42767" y="0"/>
                  </a:lnTo>
                  <a:lnTo>
                    <a:pt x="71609" y="0"/>
                  </a:lnTo>
                  <a:lnTo>
                    <a:pt x="71609" y="51873"/>
                  </a:lnTo>
                  <a:lnTo>
                    <a:pt x="103232" y="51873"/>
                  </a:lnTo>
                  <a:lnTo>
                    <a:pt x="103232" y="80210"/>
                  </a:lnTo>
                  <a:lnTo>
                    <a:pt x="71609" y="80210"/>
                  </a:lnTo>
                  <a:close/>
                  <a:moveTo>
                    <a:pt x="230772" y="13665"/>
                  </a:moveTo>
                  <a:lnTo>
                    <a:pt x="230772" y="232543"/>
                  </a:lnTo>
                  <a:lnTo>
                    <a:pt x="200406" y="232543"/>
                  </a:lnTo>
                  <a:lnTo>
                    <a:pt x="200406" y="219637"/>
                  </a:lnTo>
                  <a:lnTo>
                    <a:pt x="140951" y="219637"/>
                  </a:lnTo>
                  <a:lnTo>
                    <a:pt x="140951" y="234058"/>
                  </a:lnTo>
                  <a:lnTo>
                    <a:pt x="112090" y="234058"/>
                  </a:lnTo>
                  <a:lnTo>
                    <a:pt x="112090" y="13665"/>
                  </a:lnTo>
                  <a:close/>
                  <a:moveTo>
                    <a:pt x="140951" y="42005"/>
                  </a:moveTo>
                  <a:lnTo>
                    <a:pt x="140951" y="73381"/>
                  </a:lnTo>
                  <a:lnTo>
                    <a:pt x="200406" y="73381"/>
                  </a:lnTo>
                  <a:lnTo>
                    <a:pt x="200406" y="42005"/>
                  </a:lnTo>
                  <a:close/>
                  <a:moveTo>
                    <a:pt x="140951" y="100451"/>
                  </a:moveTo>
                  <a:lnTo>
                    <a:pt x="140951" y="132588"/>
                  </a:lnTo>
                  <a:lnTo>
                    <a:pt x="200406" y="132588"/>
                  </a:lnTo>
                  <a:lnTo>
                    <a:pt x="200406" y="100451"/>
                  </a:lnTo>
                  <a:close/>
                  <a:moveTo>
                    <a:pt x="200406" y="192310"/>
                  </a:moveTo>
                  <a:lnTo>
                    <a:pt x="200406" y="159925"/>
                  </a:lnTo>
                  <a:lnTo>
                    <a:pt x="140951" y="159925"/>
                  </a:lnTo>
                  <a:lnTo>
                    <a:pt x="140951" y="19231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74" name="フリーフォーム: 図形 473">
              <a:extLst>
                <a:ext uri="{FF2B5EF4-FFF2-40B4-BE49-F238E27FC236}">
                  <a16:creationId xmlns:a16="http://schemas.microsoft.com/office/drawing/2014/main" id="{541D956A-3D6D-C52D-2E28-F35FA6E3E072}"/>
                </a:ext>
              </a:extLst>
            </p:cNvPr>
            <p:cNvSpPr/>
            <p:nvPr/>
          </p:nvSpPr>
          <p:spPr>
            <a:xfrm>
              <a:off x="3435315" y="3755040"/>
              <a:ext cx="242915" cy="234057"/>
            </a:xfrm>
            <a:custGeom>
              <a:avLst/>
              <a:gdLst>
                <a:gd name="connsiteX0" fmla="*/ 103241 w 242915"/>
                <a:gd name="connsiteY0" fmla="*/ 140179 h 234057"/>
                <a:gd name="connsiteX1" fmla="*/ 139426 w 242915"/>
                <a:gd name="connsiteY1" fmla="*/ 178137 h 234057"/>
                <a:gd name="connsiteX2" fmla="*/ 119435 w 242915"/>
                <a:gd name="connsiteY2" fmla="*/ 198377 h 234057"/>
                <a:gd name="connsiteX3" fmla="*/ 90590 w 242915"/>
                <a:gd name="connsiteY3" fmla="*/ 163706 h 234057"/>
                <a:gd name="connsiteX4" fmla="*/ 90590 w 242915"/>
                <a:gd name="connsiteY4" fmla="*/ 233296 h 234057"/>
                <a:gd name="connsiteX5" fmla="*/ 61485 w 242915"/>
                <a:gd name="connsiteY5" fmla="*/ 233296 h 234057"/>
                <a:gd name="connsiteX6" fmla="*/ 61485 w 242915"/>
                <a:gd name="connsiteY6" fmla="*/ 174345 h 234057"/>
                <a:gd name="connsiteX7" fmla="*/ 17961 w 242915"/>
                <a:gd name="connsiteY7" fmla="*/ 219380 h 234057"/>
                <a:gd name="connsiteX8" fmla="*/ 0 w 242915"/>
                <a:gd name="connsiteY8" fmla="*/ 192557 h 234057"/>
                <a:gd name="connsiteX9" fmla="*/ 52127 w 242915"/>
                <a:gd name="connsiteY9" fmla="*/ 140179 h 234057"/>
                <a:gd name="connsiteX10" fmla="*/ 8855 w 242915"/>
                <a:gd name="connsiteY10" fmla="*/ 140179 h 234057"/>
                <a:gd name="connsiteX11" fmla="*/ 8855 w 242915"/>
                <a:gd name="connsiteY11" fmla="*/ 113109 h 234057"/>
                <a:gd name="connsiteX12" fmla="*/ 61484 w 242915"/>
                <a:gd name="connsiteY12" fmla="*/ 113109 h 234057"/>
                <a:gd name="connsiteX13" fmla="*/ 61484 w 242915"/>
                <a:gd name="connsiteY13" fmla="*/ 90840 h 234057"/>
                <a:gd name="connsiteX14" fmla="*/ 90589 w 242915"/>
                <a:gd name="connsiteY14" fmla="*/ 90840 h 234057"/>
                <a:gd name="connsiteX15" fmla="*/ 90589 w 242915"/>
                <a:gd name="connsiteY15" fmla="*/ 113109 h 234057"/>
                <a:gd name="connsiteX16" fmla="*/ 137396 w 242915"/>
                <a:gd name="connsiteY16" fmla="*/ 113109 h 234057"/>
                <a:gd name="connsiteX17" fmla="*/ 137396 w 242915"/>
                <a:gd name="connsiteY17" fmla="*/ 140179 h 234057"/>
                <a:gd name="connsiteX18" fmla="*/ 142455 w 242915"/>
                <a:gd name="connsiteY18" fmla="*/ 25298 h 234057"/>
                <a:gd name="connsiteX19" fmla="*/ 11385 w 242915"/>
                <a:gd name="connsiteY19" fmla="*/ 43520 h 234057"/>
                <a:gd name="connsiteX20" fmla="*/ 3544 w 242915"/>
                <a:gd name="connsiteY20" fmla="*/ 18726 h 234057"/>
                <a:gd name="connsiteX21" fmla="*/ 124495 w 242915"/>
                <a:gd name="connsiteY21" fmla="*/ 0 h 234057"/>
                <a:gd name="connsiteX22" fmla="*/ 29859 w 242915"/>
                <a:gd name="connsiteY22" fmla="*/ 98679 h 234057"/>
                <a:gd name="connsiteX23" fmla="*/ 8605 w 242915"/>
                <a:gd name="connsiteY23" fmla="*/ 58703 h 234057"/>
                <a:gd name="connsiteX24" fmla="*/ 30612 w 242915"/>
                <a:gd name="connsiteY24" fmla="*/ 49082 h 234057"/>
                <a:gd name="connsiteX25" fmla="*/ 53392 w 242915"/>
                <a:gd name="connsiteY25" fmla="*/ 87049 h 234057"/>
                <a:gd name="connsiteX26" fmla="*/ 77177 w 242915"/>
                <a:gd name="connsiteY26" fmla="*/ 42253 h 234057"/>
                <a:gd name="connsiteX27" fmla="*/ 94385 w 242915"/>
                <a:gd name="connsiteY27" fmla="*/ 79191 h 234057"/>
                <a:gd name="connsiteX28" fmla="*/ 69587 w 242915"/>
                <a:gd name="connsiteY28" fmla="*/ 88049 h 234057"/>
                <a:gd name="connsiteX29" fmla="*/ 53894 w 242915"/>
                <a:gd name="connsiteY29" fmla="*/ 49587 h 234057"/>
                <a:gd name="connsiteX30" fmla="*/ 143217 w 242915"/>
                <a:gd name="connsiteY30" fmla="*/ 49844 h 234057"/>
                <a:gd name="connsiteX31" fmla="*/ 142455 w 242915"/>
                <a:gd name="connsiteY31" fmla="*/ 51111 h 234057"/>
                <a:gd name="connsiteX32" fmla="*/ 202177 w 242915"/>
                <a:gd name="connsiteY32" fmla="*/ 1514 h 234057"/>
                <a:gd name="connsiteX33" fmla="*/ 232028 w 242915"/>
                <a:gd name="connsiteY33" fmla="*/ 13916 h 234057"/>
                <a:gd name="connsiteX34" fmla="*/ 162962 w 242915"/>
                <a:gd name="connsiteY34" fmla="*/ 74895 h 234057"/>
                <a:gd name="connsiteX35" fmla="*/ 141702 w 242915"/>
                <a:gd name="connsiteY35" fmla="*/ 52883 h 234057"/>
                <a:gd name="connsiteX36" fmla="*/ 117407 w 242915"/>
                <a:gd name="connsiteY36" fmla="*/ 97412 h 234057"/>
                <a:gd name="connsiteX37" fmla="*/ 94385 w 242915"/>
                <a:gd name="connsiteY37" fmla="*/ 90583 h 234057"/>
                <a:gd name="connsiteX38" fmla="*/ 113612 w 242915"/>
                <a:gd name="connsiteY38" fmla="*/ 42510 h 234057"/>
                <a:gd name="connsiteX39" fmla="*/ 242915 w 242915"/>
                <a:gd name="connsiteY39" fmla="*/ 152828 h 234057"/>
                <a:gd name="connsiteX40" fmla="*/ 150046 w 242915"/>
                <a:gd name="connsiteY40" fmla="*/ 234058 h 234057"/>
                <a:gd name="connsiteX41" fmla="*/ 128290 w 242915"/>
                <a:gd name="connsiteY41" fmla="*/ 207997 h 234057"/>
                <a:gd name="connsiteX42" fmla="*/ 212807 w 242915"/>
                <a:gd name="connsiteY42" fmla="*/ 140684 h 234057"/>
                <a:gd name="connsiteX43" fmla="*/ 236591 w 242915"/>
                <a:gd name="connsiteY43" fmla="*/ 83248 h 234057"/>
                <a:gd name="connsiteX44" fmla="*/ 164724 w 242915"/>
                <a:gd name="connsiteY44" fmla="*/ 144732 h 234057"/>
                <a:gd name="connsiteX45" fmla="*/ 142455 w 242915"/>
                <a:gd name="connsiteY45" fmla="*/ 122463 h 234057"/>
                <a:gd name="connsiteX46" fmla="*/ 206987 w 242915"/>
                <a:gd name="connsiteY46" fmla="*/ 70847 h 234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42915" h="234057">
                  <a:moveTo>
                    <a:pt x="103241" y="140179"/>
                  </a:moveTo>
                  <a:cubicBezTo>
                    <a:pt x="116992" y="151104"/>
                    <a:pt x="129169" y="163878"/>
                    <a:pt x="139426" y="178137"/>
                  </a:cubicBezTo>
                  <a:lnTo>
                    <a:pt x="119435" y="198377"/>
                  </a:lnTo>
                  <a:cubicBezTo>
                    <a:pt x="111362" y="185623"/>
                    <a:pt x="101667" y="173964"/>
                    <a:pt x="90590" y="163706"/>
                  </a:cubicBezTo>
                  <a:lnTo>
                    <a:pt x="90590" y="233296"/>
                  </a:lnTo>
                  <a:lnTo>
                    <a:pt x="61485" y="233296"/>
                  </a:lnTo>
                  <a:lnTo>
                    <a:pt x="61485" y="174345"/>
                  </a:lnTo>
                  <a:cubicBezTo>
                    <a:pt x="48951" y="191148"/>
                    <a:pt x="34325" y="206283"/>
                    <a:pt x="17961" y="219380"/>
                  </a:cubicBezTo>
                  <a:cubicBezTo>
                    <a:pt x="13165" y="209693"/>
                    <a:pt x="7128" y="200682"/>
                    <a:pt x="0" y="192557"/>
                  </a:cubicBezTo>
                  <a:cubicBezTo>
                    <a:pt x="20749" y="178813"/>
                    <a:pt x="38485" y="160991"/>
                    <a:pt x="52127" y="140179"/>
                  </a:cubicBezTo>
                  <a:lnTo>
                    <a:pt x="8855" y="140179"/>
                  </a:lnTo>
                  <a:lnTo>
                    <a:pt x="8855" y="113109"/>
                  </a:lnTo>
                  <a:lnTo>
                    <a:pt x="61484" y="113109"/>
                  </a:lnTo>
                  <a:lnTo>
                    <a:pt x="61484" y="90840"/>
                  </a:lnTo>
                  <a:lnTo>
                    <a:pt x="90589" y="90840"/>
                  </a:lnTo>
                  <a:lnTo>
                    <a:pt x="90589" y="113109"/>
                  </a:lnTo>
                  <a:lnTo>
                    <a:pt x="137396" y="113109"/>
                  </a:lnTo>
                  <a:lnTo>
                    <a:pt x="137396" y="140179"/>
                  </a:lnTo>
                  <a:close/>
                  <a:moveTo>
                    <a:pt x="142455" y="25298"/>
                  </a:moveTo>
                  <a:cubicBezTo>
                    <a:pt x="99321" y="34852"/>
                    <a:pt x="55491" y="40938"/>
                    <a:pt x="11385" y="43520"/>
                  </a:cubicBezTo>
                  <a:cubicBezTo>
                    <a:pt x="9925" y="34928"/>
                    <a:pt x="7287" y="26584"/>
                    <a:pt x="3544" y="18726"/>
                  </a:cubicBezTo>
                  <a:cubicBezTo>
                    <a:pt x="44281" y="15592"/>
                    <a:pt x="84717" y="9325"/>
                    <a:pt x="124495" y="0"/>
                  </a:cubicBezTo>
                  <a:close/>
                  <a:moveTo>
                    <a:pt x="29859" y="98679"/>
                  </a:moveTo>
                  <a:cubicBezTo>
                    <a:pt x="25037" y="84268"/>
                    <a:pt x="17855" y="70761"/>
                    <a:pt x="8605" y="58703"/>
                  </a:cubicBezTo>
                  <a:lnTo>
                    <a:pt x="30612" y="49082"/>
                  </a:lnTo>
                  <a:cubicBezTo>
                    <a:pt x="40241" y="60398"/>
                    <a:pt x="47937" y="73228"/>
                    <a:pt x="53392" y="87049"/>
                  </a:cubicBezTo>
                  <a:close/>
                  <a:moveTo>
                    <a:pt x="77177" y="42253"/>
                  </a:moveTo>
                  <a:cubicBezTo>
                    <a:pt x="84519" y="53749"/>
                    <a:pt x="90306" y="66170"/>
                    <a:pt x="94385" y="79191"/>
                  </a:cubicBezTo>
                  <a:lnTo>
                    <a:pt x="69587" y="88049"/>
                  </a:lnTo>
                  <a:cubicBezTo>
                    <a:pt x="66317" y="74514"/>
                    <a:pt x="61027" y="61550"/>
                    <a:pt x="53894" y="49587"/>
                  </a:cubicBezTo>
                  <a:close/>
                  <a:moveTo>
                    <a:pt x="143217" y="49844"/>
                  </a:moveTo>
                  <a:lnTo>
                    <a:pt x="142455" y="51111"/>
                  </a:lnTo>
                  <a:cubicBezTo>
                    <a:pt x="165763" y="39167"/>
                    <a:pt x="186156" y="22231"/>
                    <a:pt x="202177" y="1514"/>
                  </a:cubicBezTo>
                  <a:lnTo>
                    <a:pt x="232028" y="13916"/>
                  </a:lnTo>
                  <a:cubicBezTo>
                    <a:pt x="213092" y="38443"/>
                    <a:pt x="189651" y="59141"/>
                    <a:pt x="162962" y="74895"/>
                  </a:cubicBezTo>
                  <a:cubicBezTo>
                    <a:pt x="156876" y="66646"/>
                    <a:pt x="149732" y="59246"/>
                    <a:pt x="141702" y="52883"/>
                  </a:cubicBezTo>
                  <a:cubicBezTo>
                    <a:pt x="133350" y="69075"/>
                    <a:pt x="124496" y="86287"/>
                    <a:pt x="117407" y="97412"/>
                  </a:cubicBezTo>
                  <a:lnTo>
                    <a:pt x="94385" y="90583"/>
                  </a:lnTo>
                  <a:cubicBezTo>
                    <a:pt x="102305" y="75200"/>
                    <a:pt x="108743" y="59102"/>
                    <a:pt x="113612" y="42510"/>
                  </a:cubicBezTo>
                  <a:close/>
                  <a:moveTo>
                    <a:pt x="242915" y="152828"/>
                  </a:moveTo>
                  <a:cubicBezTo>
                    <a:pt x="220312" y="188185"/>
                    <a:pt x="188099" y="216360"/>
                    <a:pt x="150046" y="234058"/>
                  </a:cubicBezTo>
                  <a:cubicBezTo>
                    <a:pt x="144036" y="224409"/>
                    <a:pt x="136715" y="215636"/>
                    <a:pt x="128290" y="207997"/>
                  </a:cubicBezTo>
                  <a:cubicBezTo>
                    <a:pt x="161943" y="194329"/>
                    <a:pt x="195595" y="170288"/>
                    <a:pt x="212807" y="140684"/>
                  </a:cubicBezTo>
                  <a:close/>
                  <a:moveTo>
                    <a:pt x="236591" y="83248"/>
                  </a:moveTo>
                  <a:cubicBezTo>
                    <a:pt x="216607" y="107975"/>
                    <a:pt x="192242" y="128816"/>
                    <a:pt x="164724" y="144732"/>
                  </a:cubicBezTo>
                  <a:cubicBezTo>
                    <a:pt x="158419" y="136274"/>
                    <a:pt x="150923" y="128768"/>
                    <a:pt x="142455" y="122463"/>
                  </a:cubicBezTo>
                  <a:cubicBezTo>
                    <a:pt x="167391" y="110042"/>
                    <a:pt x="189385" y="92440"/>
                    <a:pt x="206987" y="7084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75" name="フリーフォーム: 図形 474">
              <a:extLst>
                <a:ext uri="{FF2B5EF4-FFF2-40B4-BE49-F238E27FC236}">
                  <a16:creationId xmlns:a16="http://schemas.microsoft.com/office/drawing/2014/main" id="{856585CD-B242-ED28-48CB-A88EE14F37AE}"/>
                </a:ext>
              </a:extLst>
            </p:cNvPr>
            <p:cNvSpPr/>
            <p:nvPr/>
          </p:nvSpPr>
          <p:spPr>
            <a:xfrm>
              <a:off x="3689603" y="3753011"/>
              <a:ext cx="238867" cy="236839"/>
            </a:xfrm>
            <a:custGeom>
              <a:avLst/>
              <a:gdLst>
                <a:gd name="connsiteX0" fmla="*/ 51368 w 238867"/>
                <a:gd name="connsiteY0" fmla="*/ 93374 h 236839"/>
                <a:gd name="connsiteX1" fmla="*/ 24555 w 238867"/>
                <a:gd name="connsiteY1" fmla="*/ 235325 h 236839"/>
                <a:gd name="connsiteX2" fmla="*/ 0 w 238867"/>
                <a:gd name="connsiteY2" fmla="*/ 218885 h 236839"/>
                <a:gd name="connsiteX3" fmla="*/ 22527 w 238867"/>
                <a:gd name="connsiteY3" fmla="*/ 93374 h 236839"/>
                <a:gd name="connsiteX4" fmla="*/ 22527 w 238867"/>
                <a:gd name="connsiteY4" fmla="*/ 22517 h 236839"/>
                <a:gd name="connsiteX5" fmla="*/ 112605 w 238867"/>
                <a:gd name="connsiteY5" fmla="*/ 22517 h 236839"/>
                <a:gd name="connsiteX6" fmla="*/ 112605 w 238867"/>
                <a:gd name="connsiteY6" fmla="*/ 0 h 236839"/>
                <a:gd name="connsiteX7" fmla="*/ 143980 w 238867"/>
                <a:gd name="connsiteY7" fmla="*/ 0 h 236839"/>
                <a:gd name="connsiteX8" fmla="*/ 143980 w 238867"/>
                <a:gd name="connsiteY8" fmla="*/ 22517 h 236839"/>
                <a:gd name="connsiteX9" fmla="*/ 233810 w 238867"/>
                <a:gd name="connsiteY9" fmla="*/ 22517 h 236839"/>
                <a:gd name="connsiteX10" fmla="*/ 233810 w 238867"/>
                <a:gd name="connsiteY10" fmla="*/ 49349 h 236839"/>
                <a:gd name="connsiteX11" fmla="*/ 51368 w 238867"/>
                <a:gd name="connsiteY11" fmla="*/ 49349 h 236839"/>
                <a:gd name="connsiteX12" fmla="*/ 219885 w 238867"/>
                <a:gd name="connsiteY12" fmla="*/ 152076 h 236839"/>
                <a:gd name="connsiteX13" fmla="*/ 176622 w 238867"/>
                <a:gd name="connsiteY13" fmla="*/ 200158 h 236839"/>
                <a:gd name="connsiteX14" fmla="*/ 238868 w 238867"/>
                <a:gd name="connsiteY14" fmla="*/ 211036 h 236839"/>
                <a:gd name="connsiteX15" fmla="*/ 221151 w 238867"/>
                <a:gd name="connsiteY15" fmla="*/ 236839 h 236839"/>
                <a:gd name="connsiteX16" fmla="*/ 144237 w 238867"/>
                <a:gd name="connsiteY16" fmla="*/ 216856 h 236839"/>
                <a:gd name="connsiteX17" fmla="*/ 60989 w 238867"/>
                <a:gd name="connsiteY17" fmla="*/ 236591 h 236839"/>
                <a:gd name="connsiteX18" fmla="*/ 48835 w 238867"/>
                <a:gd name="connsiteY18" fmla="*/ 211293 h 236839"/>
                <a:gd name="connsiteX19" fmla="*/ 114376 w 238867"/>
                <a:gd name="connsiteY19" fmla="*/ 199901 h 236839"/>
                <a:gd name="connsiteX20" fmla="*/ 85268 w 238867"/>
                <a:gd name="connsiteY20" fmla="*/ 171812 h 236839"/>
                <a:gd name="connsiteX21" fmla="*/ 97174 w 238867"/>
                <a:gd name="connsiteY21" fmla="*/ 167516 h 236839"/>
                <a:gd name="connsiteX22" fmla="*/ 59474 w 238867"/>
                <a:gd name="connsiteY22" fmla="*/ 167516 h 236839"/>
                <a:gd name="connsiteX23" fmla="*/ 59474 w 238867"/>
                <a:gd name="connsiteY23" fmla="*/ 143980 h 236839"/>
                <a:gd name="connsiteX24" fmla="*/ 195853 w 238867"/>
                <a:gd name="connsiteY24" fmla="*/ 143980 h 236839"/>
                <a:gd name="connsiteX25" fmla="*/ 201158 w 238867"/>
                <a:gd name="connsiteY25" fmla="*/ 142713 h 236839"/>
                <a:gd name="connsiteX26" fmla="*/ 91859 w 238867"/>
                <a:gd name="connsiteY26" fmla="*/ 133864 h 236839"/>
                <a:gd name="connsiteX27" fmla="*/ 91859 w 238867"/>
                <a:gd name="connsiteY27" fmla="*/ 94383 h 236839"/>
                <a:gd name="connsiteX28" fmla="*/ 57693 w 238867"/>
                <a:gd name="connsiteY28" fmla="*/ 94383 h 236839"/>
                <a:gd name="connsiteX29" fmla="*/ 57693 w 238867"/>
                <a:gd name="connsiteY29" fmla="*/ 70599 h 236839"/>
                <a:gd name="connsiteX30" fmla="*/ 91859 w 238867"/>
                <a:gd name="connsiteY30" fmla="*/ 70599 h 236839"/>
                <a:gd name="connsiteX31" fmla="*/ 91859 w 238867"/>
                <a:gd name="connsiteY31" fmla="*/ 53902 h 236839"/>
                <a:gd name="connsiteX32" fmla="*/ 120196 w 238867"/>
                <a:gd name="connsiteY32" fmla="*/ 53902 h 236839"/>
                <a:gd name="connsiteX33" fmla="*/ 120196 w 238867"/>
                <a:gd name="connsiteY33" fmla="*/ 70599 h 236839"/>
                <a:gd name="connsiteX34" fmla="*/ 166249 w 238867"/>
                <a:gd name="connsiteY34" fmla="*/ 70599 h 236839"/>
                <a:gd name="connsiteX35" fmla="*/ 166249 w 238867"/>
                <a:gd name="connsiteY35" fmla="*/ 53902 h 236839"/>
                <a:gd name="connsiteX36" fmla="*/ 196101 w 238867"/>
                <a:gd name="connsiteY36" fmla="*/ 53902 h 236839"/>
                <a:gd name="connsiteX37" fmla="*/ 196101 w 238867"/>
                <a:gd name="connsiteY37" fmla="*/ 70599 h 236839"/>
                <a:gd name="connsiteX38" fmla="*/ 232543 w 238867"/>
                <a:gd name="connsiteY38" fmla="*/ 70599 h 236839"/>
                <a:gd name="connsiteX39" fmla="*/ 232543 w 238867"/>
                <a:gd name="connsiteY39" fmla="*/ 94383 h 236839"/>
                <a:gd name="connsiteX40" fmla="*/ 196101 w 238867"/>
                <a:gd name="connsiteY40" fmla="*/ 94383 h 236839"/>
                <a:gd name="connsiteX41" fmla="*/ 196101 w 238867"/>
                <a:gd name="connsiteY41" fmla="*/ 133864 h 236839"/>
                <a:gd name="connsiteX42" fmla="*/ 115643 w 238867"/>
                <a:gd name="connsiteY42" fmla="*/ 167516 h 236839"/>
                <a:gd name="connsiteX43" fmla="*/ 145237 w 238867"/>
                <a:gd name="connsiteY43" fmla="*/ 188261 h 236839"/>
                <a:gd name="connsiteX44" fmla="*/ 175612 w 238867"/>
                <a:gd name="connsiteY44" fmla="*/ 167516 h 236839"/>
                <a:gd name="connsiteX45" fmla="*/ 120196 w 238867"/>
                <a:gd name="connsiteY45" fmla="*/ 94383 h 236839"/>
                <a:gd name="connsiteX46" fmla="*/ 120196 w 238867"/>
                <a:gd name="connsiteY46" fmla="*/ 111080 h 236839"/>
                <a:gd name="connsiteX47" fmla="*/ 166249 w 238867"/>
                <a:gd name="connsiteY47" fmla="*/ 111080 h 236839"/>
                <a:gd name="connsiteX48" fmla="*/ 166249 w 238867"/>
                <a:gd name="connsiteY48" fmla="*/ 94383 h 23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38867" h="236839">
                  <a:moveTo>
                    <a:pt x="51368" y="93374"/>
                  </a:moveTo>
                  <a:cubicBezTo>
                    <a:pt x="51368" y="134360"/>
                    <a:pt x="47577" y="196358"/>
                    <a:pt x="24555" y="235325"/>
                  </a:cubicBezTo>
                  <a:cubicBezTo>
                    <a:pt x="17145" y="228762"/>
                    <a:pt x="8887" y="223228"/>
                    <a:pt x="0" y="218885"/>
                  </a:cubicBezTo>
                  <a:cubicBezTo>
                    <a:pt x="21003" y="182947"/>
                    <a:pt x="22527" y="130321"/>
                    <a:pt x="22527" y="93374"/>
                  </a:cubicBezTo>
                  <a:lnTo>
                    <a:pt x="22527" y="22517"/>
                  </a:lnTo>
                  <a:lnTo>
                    <a:pt x="112605" y="22517"/>
                  </a:lnTo>
                  <a:lnTo>
                    <a:pt x="112605" y="0"/>
                  </a:lnTo>
                  <a:lnTo>
                    <a:pt x="143980" y="0"/>
                  </a:lnTo>
                  <a:lnTo>
                    <a:pt x="143980" y="22517"/>
                  </a:lnTo>
                  <a:lnTo>
                    <a:pt x="233810" y="22517"/>
                  </a:lnTo>
                  <a:lnTo>
                    <a:pt x="233810" y="49349"/>
                  </a:lnTo>
                  <a:lnTo>
                    <a:pt x="51368" y="49349"/>
                  </a:lnTo>
                  <a:close/>
                  <a:moveTo>
                    <a:pt x="219885" y="152076"/>
                  </a:moveTo>
                  <a:cubicBezTo>
                    <a:pt x="209969" y="171640"/>
                    <a:pt x="195043" y="188233"/>
                    <a:pt x="176622" y="200158"/>
                  </a:cubicBezTo>
                  <a:cubicBezTo>
                    <a:pt x="196986" y="205740"/>
                    <a:pt x="217827" y="209379"/>
                    <a:pt x="238868" y="211036"/>
                  </a:cubicBezTo>
                  <a:cubicBezTo>
                    <a:pt x="231867" y="218827"/>
                    <a:pt x="225904" y="227505"/>
                    <a:pt x="221151" y="236839"/>
                  </a:cubicBezTo>
                  <a:cubicBezTo>
                    <a:pt x="194662" y="234048"/>
                    <a:pt x="168735" y="227314"/>
                    <a:pt x="144237" y="216856"/>
                  </a:cubicBezTo>
                  <a:cubicBezTo>
                    <a:pt x="117415" y="226886"/>
                    <a:pt x="89449" y="233515"/>
                    <a:pt x="60989" y="236591"/>
                  </a:cubicBezTo>
                  <a:cubicBezTo>
                    <a:pt x="58131" y="227638"/>
                    <a:pt x="54045" y="219123"/>
                    <a:pt x="48835" y="211293"/>
                  </a:cubicBezTo>
                  <a:cubicBezTo>
                    <a:pt x="70999" y="209617"/>
                    <a:pt x="92954" y="205807"/>
                    <a:pt x="114376" y="199901"/>
                  </a:cubicBezTo>
                  <a:cubicBezTo>
                    <a:pt x="103251" y="192138"/>
                    <a:pt x="93421" y="182661"/>
                    <a:pt x="85268" y="171812"/>
                  </a:cubicBezTo>
                  <a:lnTo>
                    <a:pt x="97174" y="167516"/>
                  </a:lnTo>
                  <a:lnTo>
                    <a:pt x="59474" y="167516"/>
                  </a:lnTo>
                  <a:lnTo>
                    <a:pt x="59474" y="143980"/>
                  </a:lnTo>
                  <a:lnTo>
                    <a:pt x="195853" y="143980"/>
                  </a:lnTo>
                  <a:lnTo>
                    <a:pt x="201158" y="142713"/>
                  </a:lnTo>
                  <a:close/>
                  <a:moveTo>
                    <a:pt x="91859" y="133864"/>
                  </a:moveTo>
                  <a:lnTo>
                    <a:pt x="91859" y="94383"/>
                  </a:lnTo>
                  <a:lnTo>
                    <a:pt x="57693" y="94383"/>
                  </a:lnTo>
                  <a:lnTo>
                    <a:pt x="57693" y="70599"/>
                  </a:lnTo>
                  <a:lnTo>
                    <a:pt x="91859" y="70599"/>
                  </a:lnTo>
                  <a:lnTo>
                    <a:pt x="91859" y="53902"/>
                  </a:lnTo>
                  <a:lnTo>
                    <a:pt x="120196" y="53902"/>
                  </a:lnTo>
                  <a:lnTo>
                    <a:pt x="120196" y="70599"/>
                  </a:lnTo>
                  <a:lnTo>
                    <a:pt x="166249" y="70599"/>
                  </a:lnTo>
                  <a:lnTo>
                    <a:pt x="166249" y="53902"/>
                  </a:lnTo>
                  <a:lnTo>
                    <a:pt x="196101" y="53902"/>
                  </a:lnTo>
                  <a:lnTo>
                    <a:pt x="196101" y="70599"/>
                  </a:lnTo>
                  <a:lnTo>
                    <a:pt x="232543" y="70599"/>
                  </a:lnTo>
                  <a:lnTo>
                    <a:pt x="232543" y="94383"/>
                  </a:lnTo>
                  <a:lnTo>
                    <a:pt x="196101" y="94383"/>
                  </a:lnTo>
                  <a:lnTo>
                    <a:pt x="196101" y="133864"/>
                  </a:lnTo>
                  <a:close/>
                  <a:moveTo>
                    <a:pt x="115643" y="167516"/>
                  </a:moveTo>
                  <a:cubicBezTo>
                    <a:pt x="124187" y="176155"/>
                    <a:pt x="134207" y="183175"/>
                    <a:pt x="145237" y="188261"/>
                  </a:cubicBezTo>
                  <a:cubicBezTo>
                    <a:pt x="156410" y="183023"/>
                    <a:pt x="166668" y="176013"/>
                    <a:pt x="175612" y="167516"/>
                  </a:cubicBezTo>
                  <a:close/>
                  <a:moveTo>
                    <a:pt x="120196" y="94383"/>
                  </a:moveTo>
                  <a:lnTo>
                    <a:pt x="120196" y="111080"/>
                  </a:lnTo>
                  <a:lnTo>
                    <a:pt x="166249" y="111080"/>
                  </a:lnTo>
                  <a:lnTo>
                    <a:pt x="166249" y="9438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76" name="フリーフォーム: 図形 475">
              <a:extLst>
                <a:ext uri="{FF2B5EF4-FFF2-40B4-BE49-F238E27FC236}">
                  <a16:creationId xmlns:a16="http://schemas.microsoft.com/office/drawing/2014/main" id="{39587307-37B2-EC9B-ABA0-C4C2DC668275}"/>
                </a:ext>
              </a:extLst>
            </p:cNvPr>
            <p:cNvSpPr/>
            <p:nvPr/>
          </p:nvSpPr>
          <p:spPr>
            <a:xfrm>
              <a:off x="3427390" y="5408780"/>
              <a:ext cx="219645" cy="227980"/>
            </a:xfrm>
            <a:custGeom>
              <a:avLst/>
              <a:gdLst>
                <a:gd name="connsiteX0" fmla="*/ 27840 w 219645"/>
                <a:gd name="connsiteY0" fmla="*/ 158144 h 227980"/>
                <a:gd name="connsiteX1" fmla="*/ 27840 w 219645"/>
                <a:gd name="connsiteY1" fmla="*/ 179899 h 227980"/>
                <a:gd name="connsiteX2" fmla="*/ 0 w 219645"/>
                <a:gd name="connsiteY2" fmla="*/ 179899 h 227980"/>
                <a:gd name="connsiteX3" fmla="*/ 0 w 219645"/>
                <a:gd name="connsiteY3" fmla="*/ 3543 h 227980"/>
                <a:gd name="connsiteX4" fmla="*/ 88310 w 219645"/>
                <a:gd name="connsiteY4" fmla="*/ 3543 h 227980"/>
                <a:gd name="connsiteX5" fmla="*/ 88310 w 219645"/>
                <a:gd name="connsiteY5" fmla="*/ 158144 h 227980"/>
                <a:gd name="connsiteX6" fmla="*/ 27840 w 219645"/>
                <a:gd name="connsiteY6" fmla="*/ 30871 h 227980"/>
                <a:gd name="connsiteX7" fmla="*/ 27840 w 219645"/>
                <a:gd name="connsiteY7" fmla="*/ 66551 h 227980"/>
                <a:gd name="connsiteX8" fmla="*/ 60480 w 219645"/>
                <a:gd name="connsiteY8" fmla="*/ 66551 h 227980"/>
                <a:gd name="connsiteX9" fmla="*/ 60480 w 219645"/>
                <a:gd name="connsiteY9" fmla="*/ 30871 h 227980"/>
                <a:gd name="connsiteX10" fmla="*/ 60480 w 219645"/>
                <a:gd name="connsiteY10" fmla="*/ 130816 h 227980"/>
                <a:gd name="connsiteX11" fmla="*/ 60480 w 219645"/>
                <a:gd name="connsiteY11" fmla="*/ 93364 h 227980"/>
                <a:gd name="connsiteX12" fmla="*/ 27840 w 219645"/>
                <a:gd name="connsiteY12" fmla="*/ 93364 h 227980"/>
                <a:gd name="connsiteX13" fmla="*/ 27840 w 219645"/>
                <a:gd name="connsiteY13" fmla="*/ 130816 h 227980"/>
                <a:gd name="connsiteX14" fmla="*/ 219646 w 219645"/>
                <a:gd name="connsiteY14" fmla="*/ 191548 h 227980"/>
                <a:gd name="connsiteX15" fmla="*/ 206482 w 219645"/>
                <a:gd name="connsiteY15" fmla="*/ 220389 h 227980"/>
                <a:gd name="connsiteX16" fmla="*/ 160943 w 219645"/>
                <a:gd name="connsiteY16" fmla="*/ 225952 h 227980"/>
                <a:gd name="connsiteX17" fmla="*/ 150304 w 219645"/>
                <a:gd name="connsiteY17" fmla="*/ 196863 h 227980"/>
                <a:gd name="connsiteX18" fmla="*/ 183708 w 219645"/>
                <a:gd name="connsiteY18" fmla="*/ 197110 h 227980"/>
                <a:gd name="connsiteX19" fmla="*/ 189785 w 219645"/>
                <a:gd name="connsiteY19" fmla="*/ 191300 h 227980"/>
                <a:gd name="connsiteX20" fmla="*/ 189785 w 219645"/>
                <a:gd name="connsiteY20" fmla="*/ 146761 h 227980"/>
                <a:gd name="connsiteX21" fmla="*/ 130317 w 219645"/>
                <a:gd name="connsiteY21" fmla="*/ 146761 h 227980"/>
                <a:gd name="connsiteX22" fmla="*/ 81985 w 219645"/>
                <a:gd name="connsiteY22" fmla="*/ 227981 h 227980"/>
                <a:gd name="connsiteX23" fmla="*/ 59465 w 219645"/>
                <a:gd name="connsiteY23" fmla="*/ 207997 h 227980"/>
                <a:gd name="connsiteX24" fmla="*/ 105770 w 219645"/>
                <a:gd name="connsiteY24" fmla="*/ 91087 h 227980"/>
                <a:gd name="connsiteX25" fmla="*/ 105770 w 219645"/>
                <a:gd name="connsiteY25" fmla="*/ 0 h 227980"/>
                <a:gd name="connsiteX26" fmla="*/ 219646 w 219645"/>
                <a:gd name="connsiteY26" fmla="*/ 0 h 227980"/>
                <a:gd name="connsiteX27" fmla="*/ 189785 w 219645"/>
                <a:gd name="connsiteY27" fmla="*/ 119681 h 227980"/>
                <a:gd name="connsiteX28" fmla="*/ 189785 w 219645"/>
                <a:gd name="connsiteY28" fmla="*/ 87296 h 227980"/>
                <a:gd name="connsiteX29" fmla="*/ 135378 w 219645"/>
                <a:gd name="connsiteY29" fmla="*/ 87296 h 227980"/>
                <a:gd name="connsiteX30" fmla="*/ 135378 w 219645"/>
                <a:gd name="connsiteY30" fmla="*/ 91087 h 227980"/>
                <a:gd name="connsiteX31" fmla="*/ 134113 w 219645"/>
                <a:gd name="connsiteY31" fmla="*/ 119681 h 227980"/>
                <a:gd name="connsiteX32" fmla="*/ 135378 w 219645"/>
                <a:gd name="connsiteY32" fmla="*/ 27822 h 227980"/>
                <a:gd name="connsiteX33" fmla="*/ 135378 w 219645"/>
                <a:gd name="connsiteY33" fmla="*/ 60217 h 227980"/>
                <a:gd name="connsiteX34" fmla="*/ 189785 w 219645"/>
                <a:gd name="connsiteY34" fmla="*/ 60217 h 227980"/>
                <a:gd name="connsiteX35" fmla="*/ 189785 w 219645"/>
                <a:gd name="connsiteY35" fmla="*/ 27822 h 227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9645" h="227980">
                  <a:moveTo>
                    <a:pt x="27840" y="158144"/>
                  </a:moveTo>
                  <a:lnTo>
                    <a:pt x="27840" y="179899"/>
                  </a:lnTo>
                  <a:lnTo>
                    <a:pt x="0" y="179899"/>
                  </a:lnTo>
                  <a:lnTo>
                    <a:pt x="0" y="3543"/>
                  </a:lnTo>
                  <a:lnTo>
                    <a:pt x="88310" y="3543"/>
                  </a:lnTo>
                  <a:lnTo>
                    <a:pt x="88310" y="158144"/>
                  </a:lnTo>
                  <a:close/>
                  <a:moveTo>
                    <a:pt x="27840" y="30871"/>
                  </a:moveTo>
                  <a:lnTo>
                    <a:pt x="27840" y="66551"/>
                  </a:lnTo>
                  <a:lnTo>
                    <a:pt x="60480" y="66551"/>
                  </a:lnTo>
                  <a:lnTo>
                    <a:pt x="60480" y="30871"/>
                  </a:lnTo>
                  <a:close/>
                  <a:moveTo>
                    <a:pt x="60480" y="130816"/>
                  </a:moveTo>
                  <a:lnTo>
                    <a:pt x="60480" y="93364"/>
                  </a:lnTo>
                  <a:lnTo>
                    <a:pt x="27840" y="93364"/>
                  </a:lnTo>
                  <a:lnTo>
                    <a:pt x="27840" y="130816"/>
                  </a:lnTo>
                  <a:close/>
                  <a:moveTo>
                    <a:pt x="219646" y="191548"/>
                  </a:moveTo>
                  <a:cubicBezTo>
                    <a:pt x="219646" y="207493"/>
                    <a:pt x="216350" y="215579"/>
                    <a:pt x="206482" y="220389"/>
                  </a:cubicBezTo>
                  <a:cubicBezTo>
                    <a:pt x="191842" y="225333"/>
                    <a:pt x="176335" y="227228"/>
                    <a:pt x="160943" y="225952"/>
                  </a:cubicBezTo>
                  <a:cubicBezTo>
                    <a:pt x="158876" y="215779"/>
                    <a:pt x="155295" y="205969"/>
                    <a:pt x="150304" y="196863"/>
                  </a:cubicBezTo>
                  <a:cubicBezTo>
                    <a:pt x="163972" y="197625"/>
                    <a:pt x="179402" y="197367"/>
                    <a:pt x="183708" y="197110"/>
                  </a:cubicBezTo>
                  <a:cubicBezTo>
                    <a:pt x="188270" y="197110"/>
                    <a:pt x="189785" y="195596"/>
                    <a:pt x="189785" y="191300"/>
                  </a:cubicBezTo>
                  <a:lnTo>
                    <a:pt x="189785" y="146761"/>
                  </a:lnTo>
                  <a:lnTo>
                    <a:pt x="130317" y="146761"/>
                  </a:lnTo>
                  <a:cubicBezTo>
                    <a:pt x="125031" y="178965"/>
                    <a:pt x="107766" y="207978"/>
                    <a:pt x="81985" y="227981"/>
                  </a:cubicBezTo>
                  <a:cubicBezTo>
                    <a:pt x="75408" y="220342"/>
                    <a:pt x="67833" y="213617"/>
                    <a:pt x="59465" y="207997"/>
                  </a:cubicBezTo>
                  <a:cubicBezTo>
                    <a:pt x="101975" y="176622"/>
                    <a:pt x="105770" y="129549"/>
                    <a:pt x="105770" y="91087"/>
                  </a:cubicBezTo>
                  <a:lnTo>
                    <a:pt x="105770" y="0"/>
                  </a:lnTo>
                  <a:lnTo>
                    <a:pt x="219646" y="0"/>
                  </a:lnTo>
                  <a:close/>
                  <a:moveTo>
                    <a:pt x="189785" y="119681"/>
                  </a:moveTo>
                  <a:lnTo>
                    <a:pt x="189785" y="87296"/>
                  </a:lnTo>
                  <a:lnTo>
                    <a:pt x="135378" y="87296"/>
                  </a:lnTo>
                  <a:lnTo>
                    <a:pt x="135378" y="91087"/>
                  </a:lnTo>
                  <a:cubicBezTo>
                    <a:pt x="135446" y="100631"/>
                    <a:pt x="135024" y="110176"/>
                    <a:pt x="134113" y="119681"/>
                  </a:cubicBezTo>
                  <a:close/>
                  <a:moveTo>
                    <a:pt x="135378" y="27822"/>
                  </a:moveTo>
                  <a:lnTo>
                    <a:pt x="135378" y="60217"/>
                  </a:lnTo>
                  <a:lnTo>
                    <a:pt x="189785" y="60217"/>
                  </a:lnTo>
                  <a:lnTo>
                    <a:pt x="189785" y="2782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77" name="フリーフォーム: 図形 476">
              <a:extLst>
                <a:ext uri="{FF2B5EF4-FFF2-40B4-BE49-F238E27FC236}">
                  <a16:creationId xmlns:a16="http://schemas.microsoft.com/office/drawing/2014/main" id="{86DE88E4-E228-6667-75E3-1211B379B6DA}"/>
                </a:ext>
              </a:extLst>
            </p:cNvPr>
            <p:cNvSpPr/>
            <p:nvPr/>
          </p:nvSpPr>
          <p:spPr>
            <a:xfrm>
              <a:off x="3668524" y="5398902"/>
              <a:ext cx="238877" cy="236848"/>
            </a:xfrm>
            <a:custGeom>
              <a:avLst/>
              <a:gdLst>
                <a:gd name="connsiteX0" fmla="*/ 51368 w 238877"/>
                <a:gd name="connsiteY0" fmla="*/ 93374 h 236848"/>
                <a:gd name="connsiteX1" fmla="*/ 24555 w 238877"/>
                <a:gd name="connsiteY1" fmla="*/ 235334 h 236848"/>
                <a:gd name="connsiteX2" fmla="*/ 0 w 238877"/>
                <a:gd name="connsiteY2" fmla="*/ 218885 h 236848"/>
                <a:gd name="connsiteX3" fmla="*/ 22527 w 238877"/>
                <a:gd name="connsiteY3" fmla="*/ 93374 h 236848"/>
                <a:gd name="connsiteX4" fmla="*/ 22527 w 238877"/>
                <a:gd name="connsiteY4" fmla="*/ 22527 h 236848"/>
                <a:gd name="connsiteX5" fmla="*/ 112605 w 238877"/>
                <a:gd name="connsiteY5" fmla="*/ 22527 h 236848"/>
                <a:gd name="connsiteX6" fmla="*/ 112605 w 238877"/>
                <a:gd name="connsiteY6" fmla="*/ 0 h 236848"/>
                <a:gd name="connsiteX7" fmla="*/ 143980 w 238877"/>
                <a:gd name="connsiteY7" fmla="*/ 0 h 236848"/>
                <a:gd name="connsiteX8" fmla="*/ 143980 w 238877"/>
                <a:gd name="connsiteY8" fmla="*/ 22527 h 236848"/>
                <a:gd name="connsiteX9" fmla="*/ 233810 w 238877"/>
                <a:gd name="connsiteY9" fmla="*/ 22527 h 236848"/>
                <a:gd name="connsiteX10" fmla="*/ 233810 w 238877"/>
                <a:gd name="connsiteY10" fmla="*/ 49349 h 236848"/>
                <a:gd name="connsiteX11" fmla="*/ 51368 w 238877"/>
                <a:gd name="connsiteY11" fmla="*/ 49349 h 236848"/>
                <a:gd name="connsiteX12" fmla="*/ 219885 w 238877"/>
                <a:gd name="connsiteY12" fmla="*/ 152076 h 236848"/>
                <a:gd name="connsiteX13" fmla="*/ 176622 w 238877"/>
                <a:gd name="connsiteY13" fmla="*/ 200158 h 236848"/>
                <a:gd name="connsiteX14" fmla="*/ 238878 w 238877"/>
                <a:gd name="connsiteY14" fmla="*/ 211046 h 236848"/>
                <a:gd name="connsiteX15" fmla="*/ 221151 w 238877"/>
                <a:gd name="connsiteY15" fmla="*/ 236849 h 236848"/>
                <a:gd name="connsiteX16" fmla="*/ 144237 w 238877"/>
                <a:gd name="connsiteY16" fmla="*/ 216856 h 236848"/>
                <a:gd name="connsiteX17" fmla="*/ 60989 w 238877"/>
                <a:gd name="connsiteY17" fmla="*/ 236592 h 236848"/>
                <a:gd name="connsiteX18" fmla="*/ 48835 w 238877"/>
                <a:gd name="connsiteY18" fmla="*/ 211293 h 236848"/>
                <a:gd name="connsiteX19" fmla="*/ 114376 w 238877"/>
                <a:gd name="connsiteY19" fmla="*/ 199911 h 236848"/>
                <a:gd name="connsiteX20" fmla="*/ 85277 w 238877"/>
                <a:gd name="connsiteY20" fmla="*/ 171821 h 236848"/>
                <a:gd name="connsiteX21" fmla="*/ 97174 w 238877"/>
                <a:gd name="connsiteY21" fmla="*/ 167516 h 236848"/>
                <a:gd name="connsiteX22" fmla="*/ 59474 w 238877"/>
                <a:gd name="connsiteY22" fmla="*/ 167516 h 236848"/>
                <a:gd name="connsiteX23" fmla="*/ 59474 w 238877"/>
                <a:gd name="connsiteY23" fmla="*/ 143989 h 236848"/>
                <a:gd name="connsiteX24" fmla="*/ 195853 w 238877"/>
                <a:gd name="connsiteY24" fmla="*/ 143989 h 236848"/>
                <a:gd name="connsiteX25" fmla="*/ 201168 w 238877"/>
                <a:gd name="connsiteY25" fmla="*/ 142723 h 236848"/>
                <a:gd name="connsiteX26" fmla="*/ 91859 w 238877"/>
                <a:gd name="connsiteY26" fmla="*/ 133865 h 236848"/>
                <a:gd name="connsiteX27" fmla="*/ 91859 w 238877"/>
                <a:gd name="connsiteY27" fmla="*/ 94393 h 236848"/>
                <a:gd name="connsiteX28" fmla="*/ 57693 w 238877"/>
                <a:gd name="connsiteY28" fmla="*/ 94393 h 236848"/>
                <a:gd name="connsiteX29" fmla="*/ 57693 w 238877"/>
                <a:gd name="connsiteY29" fmla="*/ 70609 h 236848"/>
                <a:gd name="connsiteX30" fmla="*/ 91859 w 238877"/>
                <a:gd name="connsiteY30" fmla="*/ 70609 h 236848"/>
                <a:gd name="connsiteX31" fmla="*/ 91859 w 238877"/>
                <a:gd name="connsiteY31" fmla="*/ 53902 h 236848"/>
                <a:gd name="connsiteX32" fmla="*/ 120196 w 238877"/>
                <a:gd name="connsiteY32" fmla="*/ 53902 h 236848"/>
                <a:gd name="connsiteX33" fmla="*/ 120196 w 238877"/>
                <a:gd name="connsiteY33" fmla="*/ 70609 h 236848"/>
                <a:gd name="connsiteX34" fmla="*/ 166249 w 238877"/>
                <a:gd name="connsiteY34" fmla="*/ 70609 h 236848"/>
                <a:gd name="connsiteX35" fmla="*/ 166249 w 238877"/>
                <a:gd name="connsiteY35" fmla="*/ 53902 h 236848"/>
                <a:gd name="connsiteX36" fmla="*/ 196101 w 238877"/>
                <a:gd name="connsiteY36" fmla="*/ 53902 h 236848"/>
                <a:gd name="connsiteX37" fmla="*/ 196101 w 238877"/>
                <a:gd name="connsiteY37" fmla="*/ 70609 h 236848"/>
                <a:gd name="connsiteX38" fmla="*/ 232553 w 238877"/>
                <a:gd name="connsiteY38" fmla="*/ 70609 h 236848"/>
                <a:gd name="connsiteX39" fmla="*/ 232553 w 238877"/>
                <a:gd name="connsiteY39" fmla="*/ 94393 h 236848"/>
                <a:gd name="connsiteX40" fmla="*/ 196101 w 238877"/>
                <a:gd name="connsiteY40" fmla="*/ 94393 h 236848"/>
                <a:gd name="connsiteX41" fmla="*/ 196101 w 238877"/>
                <a:gd name="connsiteY41" fmla="*/ 133865 h 236848"/>
                <a:gd name="connsiteX42" fmla="*/ 115643 w 238877"/>
                <a:gd name="connsiteY42" fmla="*/ 167516 h 236848"/>
                <a:gd name="connsiteX43" fmla="*/ 145247 w 238877"/>
                <a:gd name="connsiteY43" fmla="*/ 188262 h 236848"/>
                <a:gd name="connsiteX44" fmla="*/ 175612 w 238877"/>
                <a:gd name="connsiteY44" fmla="*/ 167516 h 236848"/>
                <a:gd name="connsiteX45" fmla="*/ 120196 w 238877"/>
                <a:gd name="connsiteY45" fmla="*/ 94393 h 236848"/>
                <a:gd name="connsiteX46" fmla="*/ 120196 w 238877"/>
                <a:gd name="connsiteY46" fmla="*/ 111090 h 236848"/>
                <a:gd name="connsiteX47" fmla="*/ 166249 w 238877"/>
                <a:gd name="connsiteY47" fmla="*/ 111090 h 236848"/>
                <a:gd name="connsiteX48" fmla="*/ 166249 w 238877"/>
                <a:gd name="connsiteY48" fmla="*/ 94393 h 23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38877" h="236848">
                  <a:moveTo>
                    <a:pt x="51368" y="93374"/>
                  </a:moveTo>
                  <a:cubicBezTo>
                    <a:pt x="51368" y="134369"/>
                    <a:pt x="47577" y="196367"/>
                    <a:pt x="24555" y="235334"/>
                  </a:cubicBezTo>
                  <a:cubicBezTo>
                    <a:pt x="17145" y="228762"/>
                    <a:pt x="8896" y="223228"/>
                    <a:pt x="0" y="218885"/>
                  </a:cubicBezTo>
                  <a:cubicBezTo>
                    <a:pt x="21012" y="182947"/>
                    <a:pt x="22527" y="130321"/>
                    <a:pt x="22527" y="93374"/>
                  </a:cubicBezTo>
                  <a:lnTo>
                    <a:pt x="22527" y="22527"/>
                  </a:lnTo>
                  <a:lnTo>
                    <a:pt x="112605" y="22527"/>
                  </a:lnTo>
                  <a:lnTo>
                    <a:pt x="112605" y="0"/>
                  </a:lnTo>
                  <a:lnTo>
                    <a:pt x="143980" y="0"/>
                  </a:lnTo>
                  <a:lnTo>
                    <a:pt x="143980" y="22527"/>
                  </a:lnTo>
                  <a:lnTo>
                    <a:pt x="233810" y="22527"/>
                  </a:lnTo>
                  <a:lnTo>
                    <a:pt x="233810" y="49349"/>
                  </a:lnTo>
                  <a:lnTo>
                    <a:pt x="51368" y="49349"/>
                  </a:lnTo>
                  <a:close/>
                  <a:moveTo>
                    <a:pt x="219885" y="152076"/>
                  </a:moveTo>
                  <a:cubicBezTo>
                    <a:pt x="209969" y="171650"/>
                    <a:pt x="195043" y="188233"/>
                    <a:pt x="176622" y="200158"/>
                  </a:cubicBezTo>
                  <a:cubicBezTo>
                    <a:pt x="196987" y="205740"/>
                    <a:pt x="217827" y="209388"/>
                    <a:pt x="238878" y="211046"/>
                  </a:cubicBezTo>
                  <a:cubicBezTo>
                    <a:pt x="231867" y="218827"/>
                    <a:pt x="225905" y="227505"/>
                    <a:pt x="221151" y="236849"/>
                  </a:cubicBezTo>
                  <a:cubicBezTo>
                    <a:pt x="194662" y="234058"/>
                    <a:pt x="168735" y="227314"/>
                    <a:pt x="144237" y="216856"/>
                  </a:cubicBezTo>
                  <a:cubicBezTo>
                    <a:pt x="117424" y="226886"/>
                    <a:pt x="89449" y="233515"/>
                    <a:pt x="60989" y="236592"/>
                  </a:cubicBezTo>
                  <a:cubicBezTo>
                    <a:pt x="58131" y="227638"/>
                    <a:pt x="54045" y="219123"/>
                    <a:pt x="48835" y="211293"/>
                  </a:cubicBezTo>
                  <a:cubicBezTo>
                    <a:pt x="70999" y="209626"/>
                    <a:pt x="92955" y="205816"/>
                    <a:pt x="114376" y="199911"/>
                  </a:cubicBezTo>
                  <a:cubicBezTo>
                    <a:pt x="103251" y="192148"/>
                    <a:pt x="93421" y="182661"/>
                    <a:pt x="85277" y="171821"/>
                  </a:cubicBezTo>
                  <a:lnTo>
                    <a:pt x="97174" y="167516"/>
                  </a:lnTo>
                  <a:lnTo>
                    <a:pt x="59474" y="167516"/>
                  </a:lnTo>
                  <a:lnTo>
                    <a:pt x="59474" y="143989"/>
                  </a:lnTo>
                  <a:lnTo>
                    <a:pt x="195853" y="143989"/>
                  </a:lnTo>
                  <a:lnTo>
                    <a:pt x="201168" y="142723"/>
                  </a:lnTo>
                  <a:close/>
                  <a:moveTo>
                    <a:pt x="91859" y="133865"/>
                  </a:moveTo>
                  <a:lnTo>
                    <a:pt x="91859" y="94393"/>
                  </a:lnTo>
                  <a:lnTo>
                    <a:pt x="57693" y="94393"/>
                  </a:lnTo>
                  <a:lnTo>
                    <a:pt x="57693" y="70609"/>
                  </a:lnTo>
                  <a:lnTo>
                    <a:pt x="91859" y="70609"/>
                  </a:lnTo>
                  <a:lnTo>
                    <a:pt x="91859" y="53902"/>
                  </a:lnTo>
                  <a:lnTo>
                    <a:pt x="120196" y="53902"/>
                  </a:lnTo>
                  <a:lnTo>
                    <a:pt x="120196" y="70609"/>
                  </a:lnTo>
                  <a:lnTo>
                    <a:pt x="166249" y="70609"/>
                  </a:lnTo>
                  <a:lnTo>
                    <a:pt x="166249" y="53902"/>
                  </a:lnTo>
                  <a:lnTo>
                    <a:pt x="196101" y="53902"/>
                  </a:lnTo>
                  <a:lnTo>
                    <a:pt x="196101" y="70609"/>
                  </a:lnTo>
                  <a:lnTo>
                    <a:pt x="232553" y="70609"/>
                  </a:lnTo>
                  <a:lnTo>
                    <a:pt x="232553" y="94393"/>
                  </a:lnTo>
                  <a:lnTo>
                    <a:pt x="196101" y="94393"/>
                  </a:lnTo>
                  <a:lnTo>
                    <a:pt x="196101" y="133865"/>
                  </a:lnTo>
                  <a:close/>
                  <a:moveTo>
                    <a:pt x="115643" y="167516"/>
                  </a:moveTo>
                  <a:cubicBezTo>
                    <a:pt x="124187" y="176156"/>
                    <a:pt x="134207" y="183185"/>
                    <a:pt x="145247" y="188262"/>
                  </a:cubicBezTo>
                  <a:cubicBezTo>
                    <a:pt x="156410" y="183023"/>
                    <a:pt x="166668" y="176022"/>
                    <a:pt x="175612" y="167516"/>
                  </a:cubicBezTo>
                  <a:close/>
                  <a:moveTo>
                    <a:pt x="120196" y="94393"/>
                  </a:moveTo>
                  <a:lnTo>
                    <a:pt x="120196" y="111090"/>
                  </a:lnTo>
                  <a:lnTo>
                    <a:pt x="166249" y="111090"/>
                  </a:lnTo>
                  <a:lnTo>
                    <a:pt x="166249" y="9439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478" name="テキスト ボックス 477">
            <a:extLst>
              <a:ext uri="{FF2B5EF4-FFF2-40B4-BE49-F238E27FC236}">
                <a16:creationId xmlns:a16="http://schemas.microsoft.com/office/drawing/2014/main" id="{B38E5B70-F4A9-0086-3690-F53A39E49F5D}"/>
              </a:ext>
            </a:extLst>
          </p:cNvPr>
          <p:cNvSpPr txBox="1"/>
          <p:nvPr/>
        </p:nvSpPr>
        <p:spPr>
          <a:xfrm>
            <a:off x="7193280" y="6314008"/>
            <a:ext cx="43033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1050" dirty="0"/>
              <a:t>画像引用：</a:t>
            </a:r>
            <a:r>
              <a:rPr kumimoji="1" lang="en-US" altLang="ja-JP" sz="1050" dirty="0"/>
              <a:t>https://tsutawarudesign.com/yomiyasuku.html</a:t>
            </a:r>
            <a:endParaRPr kumimoji="1" lang="ja-JP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61273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85E0CF-731D-D691-7F63-954799566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配色 </a:t>
            </a:r>
            <a:r>
              <a:rPr kumimoji="1" lang="en-US" altLang="ja-JP" dirty="0"/>
              <a:t>– </a:t>
            </a:r>
            <a:r>
              <a:rPr lang="ja-JP" altLang="en-US" dirty="0"/>
              <a:t>彩度と明度の低い色を選ぶ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CC3AB95-CA2D-37D1-291C-B998E406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F961CC-F75C-634C-38F7-DE8B77EA6ADE}"/>
              </a:ext>
            </a:extLst>
          </p:cNvPr>
          <p:cNvSpPr txBox="1"/>
          <p:nvPr/>
        </p:nvSpPr>
        <p:spPr>
          <a:xfrm>
            <a:off x="2132061" y="1993956"/>
            <a:ext cx="25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彩度</a:t>
            </a:r>
            <a:r>
              <a:rPr kumimoji="1" lang="en-US" altLang="ja-JP" dirty="0"/>
              <a:t>&amp;</a:t>
            </a:r>
            <a:r>
              <a:rPr kumimoji="1" lang="ja-JP" altLang="en-US" dirty="0"/>
              <a:t>明度高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DAB4653-13A5-65A3-D4B2-4F41945CC4DB}"/>
              </a:ext>
            </a:extLst>
          </p:cNvPr>
          <p:cNvSpPr txBox="1"/>
          <p:nvPr/>
        </p:nvSpPr>
        <p:spPr>
          <a:xfrm>
            <a:off x="7534113" y="1988526"/>
            <a:ext cx="25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彩度</a:t>
            </a:r>
            <a:r>
              <a:rPr lang="en-US" altLang="ja-JP" dirty="0"/>
              <a:t>&amp;</a:t>
            </a:r>
            <a:r>
              <a:rPr lang="ja-JP" altLang="en-US" dirty="0"/>
              <a:t>明度低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CF857E3-8845-9D14-0F59-9B99384B2CE7}"/>
              </a:ext>
            </a:extLst>
          </p:cNvPr>
          <p:cNvSpPr txBox="1"/>
          <p:nvPr/>
        </p:nvSpPr>
        <p:spPr>
          <a:xfrm>
            <a:off x="7530131" y="1883181"/>
            <a:ext cx="5693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900" dirty="0">
                <a:solidFill>
                  <a:srgbClr val="FF7F11"/>
                </a:solidFill>
              </a:rPr>
              <a:t>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2147BAE-3930-F468-CC6F-E8AC0878DD85}"/>
              </a:ext>
            </a:extLst>
          </p:cNvPr>
          <p:cNvSpPr txBox="1"/>
          <p:nvPr/>
        </p:nvSpPr>
        <p:spPr>
          <a:xfrm>
            <a:off x="2079330" y="1835235"/>
            <a:ext cx="572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600" dirty="0">
                <a:solidFill>
                  <a:schemeClr val="accent1"/>
                </a:solidFill>
              </a:rPr>
              <a:t>×</a:t>
            </a:r>
            <a:endParaRPr kumimoji="1" lang="ja-JP" altLang="en-US" sz="3200" dirty="0">
              <a:solidFill>
                <a:schemeClr val="accent1"/>
              </a:solidFill>
            </a:endParaRPr>
          </a:p>
        </p:txBody>
      </p:sp>
      <p:graphicFrame>
        <p:nvGraphicFramePr>
          <p:cNvPr id="10" name="グラフ 9">
            <a:extLst>
              <a:ext uri="{FF2B5EF4-FFF2-40B4-BE49-F238E27FC236}">
                <a16:creationId xmlns:a16="http://schemas.microsoft.com/office/drawing/2014/main" id="{C018DA37-D57B-604C-AA44-FD1EA2772F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0330834"/>
              </p:ext>
            </p:extLst>
          </p:nvPr>
        </p:nvGraphicFramePr>
        <p:xfrm>
          <a:off x="1520000" y="3615254"/>
          <a:ext cx="3742400" cy="2686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A8BA947-F2D4-3299-B25C-7C981390E83E}"/>
              </a:ext>
            </a:extLst>
          </p:cNvPr>
          <p:cNvSpPr txBox="1"/>
          <p:nvPr/>
        </p:nvSpPr>
        <p:spPr>
          <a:xfrm>
            <a:off x="1602636" y="2536088"/>
            <a:ext cx="3600450" cy="906366"/>
          </a:xfrm>
          <a:prstGeom prst="rect">
            <a:avLst/>
          </a:prstGeom>
          <a:solidFill>
            <a:srgbClr val="0030FE"/>
          </a:solidFill>
        </p:spPr>
        <p:txBody>
          <a:bodyPr wrap="square" lIns="144000" tIns="144000" rIns="144000" bIns="144000" rtlCol="0">
            <a:spAutoFit/>
          </a:bodyPr>
          <a:lstStyle/>
          <a:p>
            <a:pPr algn="ctr"/>
            <a:r>
              <a:rPr kumimoji="1" lang="ja-JP" altLang="en-US" sz="2000" dirty="0">
                <a:solidFill>
                  <a:srgbClr val="FFFFFC"/>
                </a:solidFill>
              </a:rPr>
              <a:t>彩度や明度が高いと</a:t>
            </a:r>
            <a:endParaRPr kumimoji="1" lang="en-US" altLang="ja-JP" sz="2000" dirty="0">
              <a:solidFill>
                <a:srgbClr val="FFFFFC"/>
              </a:solidFill>
            </a:endParaRPr>
          </a:p>
          <a:p>
            <a:pPr algn="ctr"/>
            <a:r>
              <a:rPr kumimoji="1" lang="ja-JP" altLang="en-US" sz="2000" dirty="0">
                <a:solidFill>
                  <a:srgbClr val="FFFFFC"/>
                </a:solidFill>
              </a:rPr>
              <a:t>可読性が下がる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A2FDDE6-42B3-B380-D9FE-77B4C7A05820}"/>
              </a:ext>
            </a:extLst>
          </p:cNvPr>
          <p:cNvSpPr txBox="1"/>
          <p:nvPr/>
        </p:nvSpPr>
        <p:spPr>
          <a:xfrm>
            <a:off x="7004688" y="2528888"/>
            <a:ext cx="3600450" cy="906366"/>
          </a:xfrm>
          <a:prstGeom prst="rect">
            <a:avLst/>
          </a:prstGeom>
          <a:solidFill>
            <a:schemeClr val="accent1"/>
          </a:solidFill>
        </p:spPr>
        <p:txBody>
          <a:bodyPr wrap="square" lIns="144000" tIns="144000" rIns="144000" bIns="144000" rtlCol="0">
            <a:spAutoFit/>
          </a:bodyPr>
          <a:lstStyle/>
          <a:p>
            <a:pPr algn="ctr"/>
            <a:r>
              <a:rPr kumimoji="1" lang="ja-JP" altLang="en-US" sz="2000" dirty="0">
                <a:solidFill>
                  <a:srgbClr val="FFFFFC"/>
                </a:solidFill>
              </a:rPr>
              <a:t>彩度や明度を抑えると</a:t>
            </a:r>
            <a:endParaRPr kumimoji="1" lang="en-US" altLang="ja-JP" sz="2000" dirty="0">
              <a:solidFill>
                <a:srgbClr val="FFFFFC"/>
              </a:solidFill>
            </a:endParaRPr>
          </a:p>
          <a:p>
            <a:pPr algn="ctr"/>
            <a:r>
              <a:rPr kumimoji="1" lang="ja-JP" altLang="en-US" sz="2000" dirty="0">
                <a:solidFill>
                  <a:srgbClr val="FFFFFC"/>
                </a:solidFill>
              </a:rPr>
              <a:t>可読性が上がる</a:t>
            </a:r>
          </a:p>
        </p:txBody>
      </p:sp>
      <p:graphicFrame>
        <p:nvGraphicFramePr>
          <p:cNvPr id="14" name="グラフ 13">
            <a:extLst>
              <a:ext uri="{FF2B5EF4-FFF2-40B4-BE49-F238E27FC236}">
                <a16:creationId xmlns:a16="http://schemas.microsoft.com/office/drawing/2014/main" id="{7597B846-2767-8D51-EA25-0CE6F2603C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1553056"/>
              </p:ext>
            </p:extLst>
          </p:nvPr>
        </p:nvGraphicFramePr>
        <p:xfrm>
          <a:off x="6916913" y="3616137"/>
          <a:ext cx="3742400" cy="2686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5748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85E0CF-731D-D691-7F63-954799566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配色 </a:t>
            </a:r>
            <a:r>
              <a:rPr kumimoji="1" lang="en-US" altLang="ja-JP" dirty="0"/>
              <a:t>– </a:t>
            </a:r>
            <a:r>
              <a:rPr lang="ja-JP" altLang="en-US" dirty="0"/>
              <a:t>色数は最低限に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CC3AB95-CA2D-37D1-291C-B998E406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F961CC-F75C-634C-38F7-DE8B77EA6ADE}"/>
              </a:ext>
            </a:extLst>
          </p:cNvPr>
          <p:cNvSpPr txBox="1"/>
          <p:nvPr/>
        </p:nvSpPr>
        <p:spPr>
          <a:xfrm>
            <a:off x="2132061" y="2159556"/>
            <a:ext cx="25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色数多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DAB4653-13A5-65A3-D4B2-4F41945CC4DB}"/>
              </a:ext>
            </a:extLst>
          </p:cNvPr>
          <p:cNvSpPr txBox="1"/>
          <p:nvPr/>
        </p:nvSpPr>
        <p:spPr>
          <a:xfrm>
            <a:off x="7534113" y="2154126"/>
            <a:ext cx="25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色数少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CF857E3-8845-9D14-0F59-9B99384B2CE7}"/>
              </a:ext>
            </a:extLst>
          </p:cNvPr>
          <p:cNvSpPr txBox="1"/>
          <p:nvPr/>
        </p:nvSpPr>
        <p:spPr>
          <a:xfrm>
            <a:off x="7530131" y="2048781"/>
            <a:ext cx="5693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900" dirty="0">
                <a:solidFill>
                  <a:srgbClr val="FF7F11"/>
                </a:solidFill>
              </a:rPr>
              <a:t>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2147BAE-3930-F468-CC6F-E8AC0878DD85}"/>
              </a:ext>
            </a:extLst>
          </p:cNvPr>
          <p:cNvSpPr txBox="1"/>
          <p:nvPr/>
        </p:nvSpPr>
        <p:spPr>
          <a:xfrm>
            <a:off x="2079330" y="2000835"/>
            <a:ext cx="572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600" dirty="0">
                <a:solidFill>
                  <a:schemeClr val="accent1"/>
                </a:solidFill>
              </a:rPr>
              <a:t>×</a:t>
            </a:r>
            <a:endParaRPr kumimoji="1" lang="ja-JP" altLang="en-US" sz="3200" dirty="0">
              <a:solidFill>
                <a:schemeClr val="accent1"/>
              </a:solidFill>
            </a:endParaRPr>
          </a:p>
        </p:txBody>
      </p:sp>
      <p:graphicFrame>
        <p:nvGraphicFramePr>
          <p:cNvPr id="10" name="グラフ 9">
            <a:extLst>
              <a:ext uri="{FF2B5EF4-FFF2-40B4-BE49-F238E27FC236}">
                <a16:creationId xmlns:a16="http://schemas.microsoft.com/office/drawing/2014/main" id="{C018DA37-D57B-604C-AA44-FD1EA2772F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3692956"/>
              </p:ext>
            </p:extLst>
          </p:nvPr>
        </p:nvGraphicFramePr>
        <p:xfrm>
          <a:off x="1520000" y="2805887"/>
          <a:ext cx="3742400" cy="3229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グラフ 10">
            <a:extLst>
              <a:ext uri="{FF2B5EF4-FFF2-40B4-BE49-F238E27FC236}">
                <a16:creationId xmlns:a16="http://schemas.microsoft.com/office/drawing/2014/main" id="{F1E16387-7C40-E178-86C8-FA79BE97B2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706565"/>
              </p:ext>
            </p:extLst>
          </p:nvPr>
        </p:nvGraphicFramePr>
        <p:xfrm>
          <a:off x="6925138" y="2805886"/>
          <a:ext cx="3742400" cy="3229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68623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47E73D-53B4-A884-154D-2682413E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配色 </a:t>
            </a:r>
            <a:r>
              <a:rPr lang="en-US" altLang="ja-JP" dirty="0"/>
              <a:t>– </a:t>
            </a:r>
            <a:r>
              <a:rPr lang="ja-JP" altLang="en-US" dirty="0"/>
              <a:t>コントラストをつける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BD32E35-1C53-30D1-5F3B-1E1A7F8E0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353D-8239-45A6-9E35-8D07AACDA46F}" type="slidenum">
              <a:rPr kumimoji="1" lang="ja-JP" altLang="en-US" smtClean="0"/>
              <a:t>15</a:t>
            </a:fld>
            <a:endParaRPr kumimoji="1" lang="ja-JP" altLang="en-US"/>
          </a:p>
        </p:txBody>
      </p:sp>
      <p:grpSp>
        <p:nvGrpSpPr>
          <p:cNvPr id="228" name="グループ化 227">
            <a:extLst>
              <a:ext uri="{FF2B5EF4-FFF2-40B4-BE49-F238E27FC236}">
                <a16:creationId xmlns:a16="http://schemas.microsoft.com/office/drawing/2014/main" id="{53E07F86-D864-FDDD-C60A-1B4EBF3D871C}"/>
              </a:ext>
            </a:extLst>
          </p:cNvPr>
          <p:cNvGrpSpPr>
            <a:grpSpLocks noChangeAspect="1"/>
          </p:cNvGrpSpPr>
          <p:nvPr/>
        </p:nvGrpSpPr>
        <p:grpSpPr>
          <a:xfrm>
            <a:off x="6484076" y="1566694"/>
            <a:ext cx="4429030" cy="837714"/>
            <a:chOff x="3106880" y="4943541"/>
            <a:chExt cx="5995145" cy="1133932"/>
          </a:xfrm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26F95FC1-8B64-3184-106F-7534B0324C68}"/>
                </a:ext>
              </a:extLst>
            </p:cNvPr>
            <p:cNvSpPr/>
            <p:nvPr/>
          </p:nvSpPr>
          <p:spPr>
            <a:xfrm>
              <a:off x="3106880" y="4943541"/>
              <a:ext cx="1133935" cy="1133932"/>
            </a:xfrm>
            <a:custGeom>
              <a:avLst/>
              <a:gdLst>
                <a:gd name="connsiteX0" fmla="*/ 1133935 w 1133935"/>
                <a:gd name="connsiteY0" fmla="*/ 566947 h 1133932"/>
                <a:gd name="connsiteX1" fmla="*/ 566979 w 1133935"/>
                <a:gd name="connsiteY1" fmla="*/ 1133932 h 1133932"/>
                <a:gd name="connsiteX2" fmla="*/ 0 w 1133935"/>
                <a:gd name="connsiteY2" fmla="*/ 566976 h 1133932"/>
                <a:gd name="connsiteX3" fmla="*/ 566950 w 1133935"/>
                <a:gd name="connsiteY3" fmla="*/ 0 h 1133932"/>
                <a:gd name="connsiteX4" fmla="*/ 566969 w 1133935"/>
                <a:gd name="connsiteY4" fmla="*/ 0 h 1133932"/>
                <a:gd name="connsiteX5" fmla="*/ 1133935 w 1133935"/>
                <a:gd name="connsiteY5" fmla="*/ 566947 h 1133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3935" h="1133932">
                  <a:moveTo>
                    <a:pt x="1133935" y="566947"/>
                  </a:moveTo>
                  <a:cubicBezTo>
                    <a:pt x="1133935" y="880072"/>
                    <a:pt x="880103" y="1133923"/>
                    <a:pt x="566979" y="1133932"/>
                  </a:cubicBezTo>
                  <a:cubicBezTo>
                    <a:pt x="253853" y="1133932"/>
                    <a:pt x="8" y="880101"/>
                    <a:pt x="0" y="566976"/>
                  </a:cubicBezTo>
                  <a:cubicBezTo>
                    <a:pt x="-8" y="253851"/>
                    <a:pt x="253826" y="10"/>
                    <a:pt x="566950" y="0"/>
                  </a:cubicBezTo>
                  <a:cubicBezTo>
                    <a:pt x="566960" y="0"/>
                    <a:pt x="566960" y="0"/>
                    <a:pt x="566969" y="0"/>
                  </a:cubicBezTo>
                  <a:cubicBezTo>
                    <a:pt x="880094" y="0"/>
                    <a:pt x="1133926" y="253832"/>
                    <a:pt x="1133935" y="566947"/>
                  </a:cubicBezTo>
                  <a:close/>
                </a:path>
              </a:pathLst>
            </a:custGeom>
            <a:solidFill>
              <a:srgbClr val="BEB7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AC11BE69-875D-8724-D7CF-96DB6EB40D18}"/>
                </a:ext>
              </a:extLst>
            </p:cNvPr>
            <p:cNvSpPr/>
            <p:nvPr/>
          </p:nvSpPr>
          <p:spPr>
            <a:xfrm>
              <a:off x="3222973" y="5059612"/>
              <a:ext cx="901750" cy="901750"/>
            </a:xfrm>
            <a:custGeom>
              <a:avLst/>
              <a:gdLst>
                <a:gd name="connsiteX0" fmla="*/ 901751 w 901750"/>
                <a:gd name="connsiteY0" fmla="*/ 450875 h 901750"/>
                <a:gd name="connsiteX1" fmla="*/ 450875 w 901750"/>
                <a:gd name="connsiteY1" fmla="*/ 901751 h 901750"/>
                <a:gd name="connsiteX2" fmla="*/ 0 w 901750"/>
                <a:gd name="connsiteY2" fmla="*/ 450875 h 901750"/>
                <a:gd name="connsiteX3" fmla="*/ 450875 w 901750"/>
                <a:gd name="connsiteY3" fmla="*/ 0 h 901750"/>
                <a:gd name="connsiteX4" fmla="*/ 901751 w 901750"/>
                <a:gd name="connsiteY4" fmla="*/ 450875 h 90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1750" h="901750">
                  <a:moveTo>
                    <a:pt x="901751" y="450875"/>
                  </a:moveTo>
                  <a:cubicBezTo>
                    <a:pt x="901751" y="699888"/>
                    <a:pt x="699887" y="901751"/>
                    <a:pt x="450875" y="901751"/>
                  </a:cubicBezTo>
                  <a:cubicBezTo>
                    <a:pt x="201864" y="901751"/>
                    <a:pt x="1" y="699888"/>
                    <a:pt x="0" y="450875"/>
                  </a:cubicBezTo>
                  <a:cubicBezTo>
                    <a:pt x="-1" y="201873"/>
                    <a:pt x="201863" y="0"/>
                    <a:pt x="450875" y="0"/>
                  </a:cubicBezTo>
                  <a:cubicBezTo>
                    <a:pt x="699878" y="19"/>
                    <a:pt x="901732" y="201873"/>
                    <a:pt x="901751" y="450875"/>
                  </a:cubicBezTo>
                  <a:close/>
                </a:path>
              </a:pathLst>
            </a:custGeom>
            <a:solidFill>
              <a:srgbClr val="FFFF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58C941AE-8EB1-E5C7-567D-AD5256D962CB}"/>
                </a:ext>
              </a:extLst>
            </p:cNvPr>
            <p:cNvSpPr/>
            <p:nvPr/>
          </p:nvSpPr>
          <p:spPr>
            <a:xfrm>
              <a:off x="871678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D73F1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" name="フリーフォーム: 図形 6">
              <a:extLst>
                <a:ext uri="{FF2B5EF4-FFF2-40B4-BE49-F238E27FC236}">
                  <a16:creationId xmlns:a16="http://schemas.microsoft.com/office/drawing/2014/main" id="{E0B4191A-6F3E-1E62-3E50-F875CD11821E}"/>
                </a:ext>
              </a:extLst>
            </p:cNvPr>
            <p:cNvSpPr/>
            <p:nvPr/>
          </p:nvSpPr>
          <p:spPr>
            <a:xfrm>
              <a:off x="869660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D63F1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B38B5E34-2157-7BC6-70BF-58696299851C}"/>
                </a:ext>
              </a:extLst>
            </p:cNvPr>
            <p:cNvSpPr/>
            <p:nvPr/>
          </p:nvSpPr>
          <p:spPr>
            <a:xfrm>
              <a:off x="867641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D53E1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1ADDC424-285D-A7FF-C22A-AEADA04D98B5}"/>
                </a:ext>
              </a:extLst>
            </p:cNvPr>
            <p:cNvSpPr/>
            <p:nvPr/>
          </p:nvSpPr>
          <p:spPr>
            <a:xfrm>
              <a:off x="865624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D43E1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7E52DA30-4965-316C-75C8-DE2A19CFE658}"/>
                </a:ext>
              </a:extLst>
            </p:cNvPr>
            <p:cNvSpPr/>
            <p:nvPr/>
          </p:nvSpPr>
          <p:spPr>
            <a:xfrm>
              <a:off x="863606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D33E1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66DCDF62-EA6E-5292-9CBE-7C5FAE5F798F}"/>
                </a:ext>
              </a:extLst>
            </p:cNvPr>
            <p:cNvSpPr/>
            <p:nvPr/>
          </p:nvSpPr>
          <p:spPr>
            <a:xfrm>
              <a:off x="861588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D23D1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CF26010D-4083-8240-CE16-4460E1F2123C}"/>
                </a:ext>
              </a:extLst>
            </p:cNvPr>
            <p:cNvSpPr/>
            <p:nvPr/>
          </p:nvSpPr>
          <p:spPr>
            <a:xfrm>
              <a:off x="859571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D13D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8380B55F-C121-40F5-459E-DCF7222576F8}"/>
                </a:ext>
              </a:extLst>
            </p:cNvPr>
            <p:cNvSpPr/>
            <p:nvPr/>
          </p:nvSpPr>
          <p:spPr>
            <a:xfrm>
              <a:off x="857552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D03D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BF6EC0D7-F903-848B-ACBC-D76BF4D91F75}"/>
                </a:ext>
              </a:extLst>
            </p:cNvPr>
            <p:cNvSpPr/>
            <p:nvPr/>
          </p:nvSpPr>
          <p:spPr>
            <a:xfrm>
              <a:off x="855535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F3D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13ADF283-3368-9E2C-E598-8735406DA098}"/>
                </a:ext>
              </a:extLst>
            </p:cNvPr>
            <p:cNvSpPr/>
            <p:nvPr/>
          </p:nvSpPr>
          <p:spPr>
            <a:xfrm>
              <a:off x="853517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E3C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03F41AB7-44EE-57AD-61B1-3F491C2CFC5D}"/>
                </a:ext>
              </a:extLst>
            </p:cNvPr>
            <p:cNvSpPr/>
            <p:nvPr/>
          </p:nvSpPr>
          <p:spPr>
            <a:xfrm>
              <a:off x="851499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D3C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" name="フリーフォーム: 図形 16">
              <a:extLst>
                <a:ext uri="{FF2B5EF4-FFF2-40B4-BE49-F238E27FC236}">
                  <a16:creationId xmlns:a16="http://schemas.microsoft.com/office/drawing/2014/main" id="{C6A0033C-319F-1567-1F3C-F7B760D398C6}"/>
                </a:ext>
              </a:extLst>
            </p:cNvPr>
            <p:cNvSpPr/>
            <p:nvPr/>
          </p:nvSpPr>
          <p:spPr>
            <a:xfrm>
              <a:off x="849481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C3C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B1F91142-BDCB-4A25-02BB-9582A7CCDF10}"/>
                </a:ext>
              </a:extLst>
            </p:cNvPr>
            <p:cNvSpPr/>
            <p:nvPr/>
          </p:nvSpPr>
          <p:spPr>
            <a:xfrm>
              <a:off x="847463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B3B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509EC7CE-C803-235C-3F98-A1ED9C358D60}"/>
                </a:ext>
              </a:extLst>
            </p:cNvPr>
            <p:cNvSpPr/>
            <p:nvPr/>
          </p:nvSpPr>
          <p:spPr>
            <a:xfrm>
              <a:off x="845445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A3B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B32CDB15-7F18-A0BA-734B-CCDEEC0247F3}"/>
                </a:ext>
              </a:extLst>
            </p:cNvPr>
            <p:cNvSpPr/>
            <p:nvPr/>
          </p:nvSpPr>
          <p:spPr>
            <a:xfrm>
              <a:off x="843428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93B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DEAC3EBD-6D52-B52C-181A-65A6AC35E0F8}"/>
                </a:ext>
              </a:extLst>
            </p:cNvPr>
            <p:cNvSpPr/>
            <p:nvPr/>
          </p:nvSpPr>
          <p:spPr>
            <a:xfrm>
              <a:off x="841409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83A1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CBB6AB31-36A4-1C5C-FE9A-205D5875DFA0}"/>
                </a:ext>
              </a:extLst>
            </p:cNvPr>
            <p:cNvSpPr/>
            <p:nvPr/>
          </p:nvSpPr>
          <p:spPr>
            <a:xfrm>
              <a:off x="839392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73A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C8C03B64-3972-C131-6238-EDD5636E48C7}"/>
                </a:ext>
              </a:extLst>
            </p:cNvPr>
            <p:cNvSpPr/>
            <p:nvPr/>
          </p:nvSpPr>
          <p:spPr>
            <a:xfrm>
              <a:off x="837374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63A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4" name="フリーフォーム: 図形 23">
              <a:extLst>
                <a:ext uri="{FF2B5EF4-FFF2-40B4-BE49-F238E27FC236}">
                  <a16:creationId xmlns:a16="http://schemas.microsoft.com/office/drawing/2014/main" id="{1F0CBC62-46D2-20CE-D7C8-6C8196E7234C}"/>
                </a:ext>
              </a:extLst>
            </p:cNvPr>
            <p:cNvSpPr/>
            <p:nvPr/>
          </p:nvSpPr>
          <p:spPr>
            <a:xfrm>
              <a:off x="835356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53A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5" name="フリーフォーム: 図形 24">
              <a:extLst>
                <a:ext uri="{FF2B5EF4-FFF2-40B4-BE49-F238E27FC236}">
                  <a16:creationId xmlns:a16="http://schemas.microsoft.com/office/drawing/2014/main" id="{E9A6DFDA-DFCC-7B58-B4FA-E9F1A4E29B15}"/>
                </a:ext>
              </a:extLst>
            </p:cNvPr>
            <p:cNvSpPr/>
            <p:nvPr/>
          </p:nvSpPr>
          <p:spPr>
            <a:xfrm>
              <a:off x="833338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439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6" name="フリーフォーム: 図形 25">
              <a:extLst>
                <a:ext uri="{FF2B5EF4-FFF2-40B4-BE49-F238E27FC236}">
                  <a16:creationId xmlns:a16="http://schemas.microsoft.com/office/drawing/2014/main" id="{A9D9FCD6-FEA5-02FD-347F-A97DC84640CC}"/>
                </a:ext>
              </a:extLst>
            </p:cNvPr>
            <p:cNvSpPr/>
            <p:nvPr/>
          </p:nvSpPr>
          <p:spPr>
            <a:xfrm>
              <a:off x="831321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339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9378CCA5-6DFA-3D17-2A52-B36DFCA8D796}"/>
                </a:ext>
              </a:extLst>
            </p:cNvPr>
            <p:cNvSpPr/>
            <p:nvPr/>
          </p:nvSpPr>
          <p:spPr>
            <a:xfrm>
              <a:off x="829302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239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8" name="フリーフォーム: 図形 27">
              <a:extLst>
                <a:ext uri="{FF2B5EF4-FFF2-40B4-BE49-F238E27FC236}">
                  <a16:creationId xmlns:a16="http://schemas.microsoft.com/office/drawing/2014/main" id="{399C5D01-2849-61A9-F994-A1ED98FF5E9C}"/>
                </a:ext>
              </a:extLst>
            </p:cNvPr>
            <p:cNvSpPr/>
            <p:nvPr/>
          </p:nvSpPr>
          <p:spPr>
            <a:xfrm>
              <a:off x="827285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138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" name="フリーフォーム: 図形 28">
              <a:extLst>
                <a:ext uri="{FF2B5EF4-FFF2-40B4-BE49-F238E27FC236}">
                  <a16:creationId xmlns:a16="http://schemas.microsoft.com/office/drawing/2014/main" id="{2F027C8D-8D27-381A-EC47-3DB28EF45E51}"/>
                </a:ext>
              </a:extLst>
            </p:cNvPr>
            <p:cNvSpPr/>
            <p:nvPr/>
          </p:nvSpPr>
          <p:spPr>
            <a:xfrm>
              <a:off x="825266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C038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113367D2-FB94-570A-166C-7DEF245FFC78}"/>
                </a:ext>
              </a:extLst>
            </p:cNvPr>
            <p:cNvSpPr/>
            <p:nvPr/>
          </p:nvSpPr>
          <p:spPr>
            <a:xfrm>
              <a:off x="823249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F38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1" name="フリーフォーム: 図形 30">
              <a:extLst>
                <a:ext uri="{FF2B5EF4-FFF2-40B4-BE49-F238E27FC236}">
                  <a16:creationId xmlns:a16="http://schemas.microsoft.com/office/drawing/2014/main" id="{25189AD9-1D6B-7980-5980-F0DA1A5F1AE4}"/>
                </a:ext>
              </a:extLst>
            </p:cNvPr>
            <p:cNvSpPr/>
            <p:nvPr/>
          </p:nvSpPr>
          <p:spPr>
            <a:xfrm>
              <a:off x="821231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E37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" name="フリーフォーム: 図形 31">
              <a:extLst>
                <a:ext uri="{FF2B5EF4-FFF2-40B4-BE49-F238E27FC236}">
                  <a16:creationId xmlns:a16="http://schemas.microsoft.com/office/drawing/2014/main" id="{5A98A606-089A-A68C-0D51-2F32E8876273}"/>
                </a:ext>
              </a:extLst>
            </p:cNvPr>
            <p:cNvSpPr/>
            <p:nvPr/>
          </p:nvSpPr>
          <p:spPr>
            <a:xfrm>
              <a:off x="819213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D371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" name="フリーフォーム: 図形 32">
              <a:extLst>
                <a:ext uri="{FF2B5EF4-FFF2-40B4-BE49-F238E27FC236}">
                  <a16:creationId xmlns:a16="http://schemas.microsoft.com/office/drawing/2014/main" id="{C720FDB9-D44D-9454-BB0C-31821B8A4F39}"/>
                </a:ext>
              </a:extLst>
            </p:cNvPr>
            <p:cNvSpPr/>
            <p:nvPr/>
          </p:nvSpPr>
          <p:spPr>
            <a:xfrm>
              <a:off x="817195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C37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" name="フリーフォーム: 図形 33">
              <a:extLst>
                <a:ext uri="{FF2B5EF4-FFF2-40B4-BE49-F238E27FC236}">
                  <a16:creationId xmlns:a16="http://schemas.microsoft.com/office/drawing/2014/main" id="{BCA59613-71ED-0C00-FCA1-D7AC592059DA}"/>
                </a:ext>
              </a:extLst>
            </p:cNvPr>
            <p:cNvSpPr/>
            <p:nvPr/>
          </p:nvSpPr>
          <p:spPr>
            <a:xfrm>
              <a:off x="815178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B37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" name="フリーフォーム: 図形 34">
              <a:extLst>
                <a:ext uri="{FF2B5EF4-FFF2-40B4-BE49-F238E27FC236}">
                  <a16:creationId xmlns:a16="http://schemas.microsoft.com/office/drawing/2014/main" id="{EB712697-073A-6C6F-AEFB-8A458794F8DB}"/>
                </a:ext>
              </a:extLst>
            </p:cNvPr>
            <p:cNvSpPr/>
            <p:nvPr/>
          </p:nvSpPr>
          <p:spPr>
            <a:xfrm>
              <a:off x="813160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A36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" name="フリーフォーム: 図形 35">
              <a:extLst>
                <a:ext uri="{FF2B5EF4-FFF2-40B4-BE49-F238E27FC236}">
                  <a16:creationId xmlns:a16="http://schemas.microsoft.com/office/drawing/2014/main" id="{FFAFBF54-4780-4C02-F0C8-6655B80D04E9}"/>
                </a:ext>
              </a:extLst>
            </p:cNvPr>
            <p:cNvSpPr/>
            <p:nvPr/>
          </p:nvSpPr>
          <p:spPr>
            <a:xfrm>
              <a:off x="811142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936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7" name="フリーフォーム: 図形 36">
              <a:extLst>
                <a:ext uri="{FF2B5EF4-FFF2-40B4-BE49-F238E27FC236}">
                  <a16:creationId xmlns:a16="http://schemas.microsoft.com/office/drawing/2014/main" id="{EB740E1B-624C-48E1-5A16-EE8B360195D5}"/>
                </a:ext>
              </a:extLst>
            </p:cNvPr>
            <p:cNvSpPr/>
            <p:nvPr/>
          </p:nvSpPr>
          <p:spPr>
            <a:xfrm>
              <a:off x="809124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836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8" name="フリーフォーム: 図形 37">
              <a:extLst>
                <a:ext uri="{FF2B5EF4-FFF2-40B4-BE49-F238E27FC236}">
                  <a16:creationId xmlns:a16="http://schemas.microsoft.com/office/drawing/2014/main" id="{9213E6CE-48C2-6186-77EE-F74337D4B186}"/>
                </a:ext>
              </a:extLst>
            </p:cNvPr>
            <p:cNvSpPr/>
            <p:nvPr/>
          </p:nvSpPr>
          <p:spPr>
            <a:xfrm>
              <a:off x="807106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735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9" name="フリーフォーム: 図形 38">
              <a:extLst>
                <a:ext uri="{FF2B5EF4-FFF2-40B4-BE49-F238E27FC236}">
                  <a16:creationId xmlns:a16="http://schemas.microsoft.com/office/drawing/2014/main" id="{7A3051F1-E8C0-D7FE-0C73-0383C0DBF061}"/>
                </a:ext>
              </a:extLst>
            </p:cNvPr>
            <p:cNvSpPr/>
            <p:nvPr/>
          </p:nvSpPr>
          <p:spPr>
            <a:xfrm>
              <a:off x="805089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635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8F8B4310-A2A7-5B2B-8254-627CA953894B}"/>
                </a:ext>
              </a:extLst>
            </p:cNvPr>
            <p:cNvSpPr/>
            <p:nvPr/>
          </p:nvSpPr>
          <p:spPr>
            <a:xfrm>
              <a:off x="803070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535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1" name="フリーフォーム: 図形 40">
              <a:extLst>
                <a:ext uri="{FF2B5EF4-FFF2-40B4-BE49-F238E27FC236}">
                  <a16:creationId xmlns:a16="http://schemas.microsoft.com/office/drawing/2014/main" id="{A33D0589-4E69-254B-6561-B85DD13C696E}"/>
                </a:ext>
              </a:extLst>
            </p:cNvPr>
            <p:cNvSpPr/>
            <p:nvPr/>
          </p:nvSpPr>
          <p:spPr>
            <a:xfrm>
              <a:off x="801053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434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2" name="フリーフォーム: 図形 41">
              <a:extLst>
                <a:ext uri="{FF2B5EF4-FFF2-40B4-BE49-F238E27FC236}">
                  <a16:creationId xmlns:a16="http://schemas.microsoft.com/office/drawing/2014/main" id="{F27AAB95-5F9A-D6F3-EBB8-727020B7A7EF}"/>
                </a:ext>
              </a:extLst>
            </p:cNvPr>
            <p:cNvSpPr/>
            <p:nvPr/>
          </p:nvSpPr>
          <p:spPr>
            <a:xfrm>
              <a:off x="799035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334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0A8B1B6F-25FA-E154-EE73-795FE9779D59}"/>
                </a:ext>
              </a:extLst>
            </p:cNvPr>
            <p:cNvSpPr/>
            <p:nvPr/>
          </p:nvSpPr>
          <p:spPr>
            <a:xfrm>
              <a:off x="797017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234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4" name="フリーフォーム: 図形 43">
              <a:extLst>
                <a:ext uri="{FF2B5EF4-FFF2-40B4-BE49-F238E27FC236}">
                  <a16:creationId xmlns:a16="http://schemas.microsoft.com/office/drawing/2014/main" id="{B4BA3435-EB3D-A539-035B-699732B47C72}"/>
                </a:ext>
              </a:extLst>
            </p:cNvPr>
            <p:cNvSpPr/>
            <p:nvPr/>
          </p:nvSpPr>
          <p:spPr>
            <a:xfrm>
              <a:off x="794999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134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5" name="フリーフォーム: 図形 44">
              <a:extLst>
                <a:ext uri="{FF2B5EF4-FFF2-40B4-BE49-F238E27FC236}">
                  <a16:creationId xmlns:a16="http://schemas.microsoft.com/office/drawing/2014/main" id="{43045E3A-4ADB-7373-059B-10A7C8B356AA}"/>
                </a:ext>
              </a:extLst>
            </p:cNvPr>
            <p:cNvSpPr/>
            <p:nvPr/>
          </p:nvSpPr>
          <p:spPr>
            <a:xfrm>
              <a:off x="792981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B033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02AC090E-983E-89A8-0290-75F57FA5DD49}"/>
                </a:ext>
              </a:extLst>
            </p:cNvPr>
            <p:cNvSpPr/>
            <p:nvPr/>
          </p:nvSpPr>
          <p:spPr>
            <a:xfrm>
              <a:off x="790963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F33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15332DC3-B6E9-5D21-4DBF-E4CB3C20D9CB}"/>
                </a:ext>
              </a:extLst>
            </p:cNvPr>
            <p:cNvSpPr/>
            <p:nvPr/>
          </p:nvSpPr>
          <p:spPr>
            <a:xfrm>
              <a:off x="788946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E33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BEF6715D-F685-7ACD-4AE1-9352F5F18C35}"/>
                </a:ext>
              </a:extLst>
            </p:cNvPr>
            <p:cNvSpPr/>
            <p:nvPr/>
          </p:nvSpPr>
          <p:spPr>
            <a:xfrm>
              <a:off x="786927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D32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3384298E-6D98-BE7D-3BAA-BE0FECAC12BD}"/>
                </a:ext>
              </a:extLst>
            </p:cNvPr>
            <p:cNvSpPr/>
            <p:nvPr/>
          </p:nvSpPr>
          <p:spPr>
            <a:xfrm>
              <a:off x="784910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C32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ED453D8B-E240-D132-A697-22D27386F62A}"/>
                </a:ext>
              </a:extLst>
            </p:cNvPr>
            <p:cNvSpPr/>
            <p:nvPr/>
          </p:nvSpPr>
          <p:spPr>
            <a:xfrm>
              <a:off x="782892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B32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D35A7162-8F73-E875-0C22-090DB42AE962}"/>
                </a:ext>
              </a:extLst>
            </p:cNvPr>
            <p:cNvSpPr/>
            <p:nvPr/>
          </p:nvSpPr>
          <p:spPr>
            <a:xfrm>
              <a:off x="780874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A31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2" name="フリーフォーム: 図形 51">
              <a:extLst>
                <a:ext uri="{FF2B5EF4-FFF2-40B4-BE49-F238E27FC236}">
                  <a16:creationId xmlns:a16="http://schemas.microsoft.com/office/drawing/2014/main" id="{A7156D97-DE98-74F5-69AC-BE99A70E22FB}"/>
                </a:ext>
              </a:extLst>
            </p:cNvPr>
            <p:cNvSpPr/>
            <p:nvPr/>
          </p:nvSpPr>
          <p:spPr>
            <a:xfrm>
              <a:off x="778856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931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3" name="フリーフォーム: 図形 52">
              <a:extLst>
                <a:ext uri="{FF2B5EF4-FFF2-40B4-BE49-F238E27FC236}">
                  <a16:creationId xmlns:a16="http://schemas.microsoft.com/office/drawing/2014/main" id="{4494C34A-A331-AF1B-E0FF-B5AFC297E1A4}"/>
                </a:ext>
              </a:extLst>
            </p:cNvPr>
            <p:cNvSpPr/>
            <p:nvPr/>
          </p:nvSpPr>
          <p:spPr>
            <a:xfrm>
              <a:off x="776838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831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4" name="フリーフォーム: 図形 53">
              <a:extLst>
                <a:ext uri="{FF2B5EF4-FFF2-40B4-BE49-F238E27FC236}">
                  <a16:creationId xmlns:a16="http://schemas.microsoft.com/office/drawing/2014/main" id="{ABA1482C-69A1-681E-5334-E2B828EEDDB9}"/>
                </a:ext>
              </a:extLst>
            </p:cNvPr>
            <p:cNvSpPr/>
            <p:nvPr/>
          </p:nvSpPr>
          <p:spPr>
            <a:xfrm>
              <a:off x="774820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731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5" name="フリーフォーム: 図形 54">
              <a:extLst>
                <a:ext uri="{FF2B5EF4-FFF2-40B4-BE49-F238E27FC236}">
                  <a16:creationId xmlns:a16="http://schemas.microsoft.com/office/drawing/2014/main" id="{5D63A124-2D2A-1775-714F-3810BBABC59E}"/>
                </a:ext>
              </a:extLst>
            </p:cNvPr>
            <p:cNvSpPr/>
            <p:nvPr/>
          </p:nvSpPr>
          <p:spPr>
            <a:xfrm>
              <a:off x="772803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630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6" name="フリーフォーム: 図形 55">
              <a:extLst>
                <a:ext uri="{FF2B5EF4-FFF2-40B4-BE49-F238E27FC236}">
                  <a16:creationId xmlns:a16="http://schemas.microsoft.com/office/drawing/2014/main" id="{B094950F-9DA5-D20B-9B6E-D95A3E80BC1D}"/>
                </a:ext>
              </a:extLst>
            </p:cNvPr>
            <p:cNvSpPr/>
            <p:nvPr/>
          </p:nvSpPr>
          <p:spPr>
            <a:xfrm>
              <a:off x="770784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530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7" name="フリーフォーム: 図形 56">
              <a:extLst>
                <a:ext uri="{FF2B5EF4-FFF2-40B4-BE49-F238E27FC236}">
                  <a16:creationId xmlns:a16="http://schemas.microsoft.com/office/drawing/2014/main" id="{7B61C7CC-D18D-DCFD-2F31-B4F053A558E9}"/>
                </a:ext>
              </a:extLst>
            </p:cNvPr>
            <p:cNvSpPr/>
            <p:nvPr/>
          </p:nvSpPr>
          <p:spPr>
            <a:xfrm>
              <a:off x="768767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430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8" name="フリーフォーム: 図形 57">
              <a:extLst>
                <a:ext uri="{FF2B5EF4-FFF2-40B4-BE49-F238E27FC236}">
                  <a16:creationId xmlns:a16="http://schemas.microsoft.com/office/drawing/2014/main" id="{3963593B-DCF2-6D40-1C89-51C320EE26C5}"/>
                </a:ext>
              </a:extLst>
            </p:cNvPr>
            <p:cNvSpPr/>
            <p:nvPr/>
          </p:nvSpPr>
          <p:spPr>
            <a:xfrm>
              <a:off x="766749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32F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9" name="フリーフォーム: 図形 58">
              <a:extLst>
                <a:ext uri="{FF2B5EF4-FFF2-40B4-BE49-F238E27FC236}">
                  <a16:creationId xmlns:a16="http://schemas.microsoft.com/office/drawing/2014/main" id="{7A104EF7-3766-9A47-6C8B-559FF3F8E7C2}"/>
                </a:ext>
              </a:extLst>
            </p:cNvPr>
            <p:cNvSpPr/>
            <p:nvPr/>
          </p:nvSpPr>
          <p:spPr>
            <a:xfrm>
              <a:off x="764731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22F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0" name="フリーフォーム: 図形 59">
              <a:extLst>
                <a:ext uri="{FF2B5EF4-FFF2-40B4-BE49-F238E27FC236}">
                  <a16:creationId xmlns:a16="http://schemas.microsoft.com/office/drawing/2014/main" id="{75D1EEB3-B23D-6FA9-1F61-86000788FA2B}"/>
                </a:ext>
              </a:extLst>
            </p:cNvPr>
            <p:cNvSpPr/>
            <p:nvPr/>
          </p:nvSpPr>
          <p:spPr>
            <a:xfrm>
              <a:off x="762714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12F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1" name="フリーフォーム: 図形 60">
              <a:extLst>
                <a:ext uri="{FF2B5EF4-FFF2-40B4-BE49-F238E27FC236}">
                  <a16:creationId xmlns:a16="http://schemas.microsoft.com/office/drawing/2014/main" id="{CC996D09-5BC1-5C9F-A8BD-A15701D4F883}"/>
                </a:ext>
              </a:extLst>
            </p:cNvPr>
            <p:cNvSpPr/>
            <p:nvPr/>
          </p:nvSpPr>
          <p:spPr>
            <a:xfrm>
              <a:off x="760695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A02E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2" name="フリーフォーム: 図形 61">
              <a:extLst>
                <a:ext uri="{FF2B5EF4-FFF2-40B4-BE49-F238E27FC236}">
                  <a16:creationId xmlns:a16="http://schemas.microsoft.com/office/drawing/2014/main" id="{51F017B9-982B-47E6-3CFA-350CACAA1F41}"/>
                </a:ext>
              </a:extLst>
            </p:cNvPr>
            <p:cNvSpPr/>
            <p:nvPr/>
          </p:nvSpPr>
          <p:spPr>
            <a:xfrm>
              <a:off x="758678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F2E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3" name="フリーフォーム: 図形 62">
              <a:extLst>
                <a:ext uri="{FF2B5EF4-FFF2-40B4-BE49-F238E27FC236}">
                  <a16:creationId xmlns:a16="http://schemas.microsoft.com/office/drawing/2014/main" id="{A8AD07B8-7ED5-0C12-F2D3-81A77F78683C}"/>
                </a:ext>
              </a:extLst>
            </p:cNvPr>
            <p:cNvSpPr/>
            <p:nvPr/>
          </p:nvSpPr>
          <p:spPr>
            <a:xfrm>
              <a:off x="756660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E2E1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4" name="フリーフォーム: 図形 63">
              <a:extLst>
                <a:ext uri="{FF2B5EF4-FFF2-40B4-BE49-F238E27FC236}">
                  <a16:creationId xmlns:a16="http://schemas.microsoft.com/office/drawing/2014/main" id="{C08A9319-827D-BC10-A86D-39F92FE7AFF4}"/>
                </a:ext>
              </a:extLst>
            </p:cNvPr>
            <p:cNvSpPr/>
            <p:nvPr/>
          </p:nvSpPr>
          <p:spPr>
            <a:xfrm>
              <a:off x="754642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D2E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5" name="フリーフォーム: 図形 64">
              <a:extLst>
                <a:ext uri="{FF2B5EF4-FFF2-40B4-BE49-F238E27FC236}">
                  <a16:creationId xmlns:a16="http://schemas.microsoft.com/office/drawing/2014/main" id="{8FD270D2-7731-B679-35CB-49B7EFCF3CB4}"/>
                </a:ext>
              </a:extLst>
            </p:cNvPr>
            <p:cNvSpPr/>
            <p:nvPr/>
          </p:nvSpPr>
          <p:spPr>
            <a:xfrm>
              <a:off x="752624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C2D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6" name="フリーフォーム: 図形 65">
              <a:extLst>
                <a:ext uri="{FF2B5EF4-FFF2-40B4-BE49-F238E27FC236}">
                  <a16:creationId xmlns:a16="http://schemas.microsoft.com/office/drawing/2014/main" id="{F1601567-0D3D-2F40-0ECB-84AC6E8B3083}"/>
                </a:ext>
              </a:extLst>
            </p:cNvPr>
            <p:cNvSpPr/>
            <p:nvPr/>
          </p:nvSpPr>
          <p:spPr>
            <a:xfrm>
              <a:off x="750607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B2D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7" name="フリーフォーム: 図形 66">
              <a:extLst>
                <a:ext uri="{FF2B5EF4-FFF2-40B4-BE49-F238E27FC236}">
                  <a16:creationId xmlns:a16="http://schemas.microsoft.com/office/drawing/2014/main" id="{7033B025-B724-311A-F4E7-303E6BB69D60}"/>
                </a:ext>
              </a:extLst>
            </p:cNvPr>
            <p:cNvSpPr/>
            <p:nvPr/>
          </p:nvSpPr>
          <p:spPr>
            <a:xfrm>
              <a:off x="748588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A2D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8" name="フリーフォーム: 図形 67">
              <a:extLst>
                <a:ext uri="{FF2B5EF4-FFF2-40B4-BE49-F238E27FC236}">
                  <a16:creationId xmlns:a16="http://schemas.microsoft.com/office/drawing/2014/main" id="{BFF74853-BB09-EF36-1522-F6DEC58B8866}"/>
                </a:ext>
              </a:extLst>
            </p:cNvPr>
            <p:cNvSpPr/>
            <p:nvPr/>
          </p:nvSpPr>
          <p:spPr>
            <a:xfrm>
              <a:off x="746571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92C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9" name="フリーフォーム: 図形 68">
              <a:extLst>
                <a:ext uri="{FF2B5EF4-FFF2-40B4-BE49-F238E27FC236}">
                  <a16:creationId xmlns:a16="http://schemas.microsoft.com/office/drawing/2014/main" id="{DB9ABFB7-1774-D857-86AD-7B12A9F7ECDF}"/>
                </a:ext>
              </a:extLst>
            </p:cNvPr>
            <p:cNvSpPr/>
            <p:nvPr/>
          </p:nvSpPr>
          <p:spPr>
            <a:xfrm>
              <a:off x="744553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82C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95C6373D-8BB2-3390-70CC-B4E327E60417}"/>
                </a:ext>
              </a:extLst>
            </p:cNvPr>
            <p:cNvSpPr/>
            <p:nvPr/>
          </p:nvSpPr>
          <p:spPr>
            <a:xfrm>
              <a:off x="742535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72C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1" name="フリーフォーム: 図形 70">
              <a:extLst>
                <a:ext uri="{FF2B5EF4-FFF2-40B4-BE49-F238E27FC236}">
                  <a16:creationId xmlns:a16="http://schemas.microsoft.com/office/drawing/2014/main" id="{5C234407-5123-8E0D-FFDA-094785838D0C}"/>
                </a:ext>
              </a:extLst>
            </p:cNvPr>
            <p:cNvSpPr/>
            <p:nvPr/>
          </p:nvSpPr>
          <p:spPr>
            <a:xfrm>
              <a:off x="740517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62B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2" name="フリーフォーム: 図形 71">
              <a:extLst>
                <a:ext uri="{FF2B5EF4-FFF2-40B4-BE49-F238E27FC236}">
                  <a16:creationId xmlns:a16="http://schemas.microsoft.com/office/drawing/2014/main" id="{A98D56E1-468C-CF14-2B25-5CBDA7659E3E}"/>
                </a:ext>
              </a:extLst>
            </p:cNvPr>
            <p:cNvSpPr/>
            <p:nvPr/>
          </p:nvSpPr>
          <p:spPr>
            <a:xfrm>
              <a:off x="738499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52B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3" name="フリーフォーム: 図形 72">
              <a:extLst>
                <a:ext uri="{FF2B5EF4-FFF2-40B4-BE49-F238E27FC236}">
                  <a16:creationId xmlns:a16="http://schemas.microsoft.com/office/drawing/2014/main" id="{BB914B7F-837B-9BCB-8D25-E7B37F0BDB8D}"/>
                </a:ext>
              </a:extLst>
            </p:cNvPr>
            <p:cNvSpPr/>
            <p:nvPr/>
          </p:nvSpPr>
          <p:spPr>
            <a:xfrm>
              <a:off x="736481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42B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4" name="フリーフォーム: 図形 73">
              <a:extLst>
                <a:ext uri="{FF2B5EF4-FFF2-40B4-BE49-F238E27FC236}">
                  <a16:creationId xmlns:a16="http://schemas.microsoft.com/office/drawing/2014/main" id="{FDC5A774-11E8-7155-42C4-D5B886FD6788}"/>
                </a:ext>
              </a:extLst>
            </p:cNvPr>
            <p:cNvSpPr/>
            <p:nvPr/>
          </p:nvSpPr>
          <p:spPr>
            <a:xfrm>
              <a:off x="734464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32B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5" name="フリーフォーム: 図形 74">
              <a:extLst>
                <a:ext uri="{FF2B5EF4-FFF2-40B4-BE49-F238E27FC236}">
                  <a16:creationId xmlns:a16="http://schemas.microsoft.com/office/drawing/2014/main" id="{FEDA4597-ECFF-E6BB-A3CB-6E56FE2346DC}"/>
                </a:ext>
              </a:extLst>
            </p:cNvPr>
            <p:cNvSpPr/>
            <p:nvPr/>
          </p:nvSpPr>
          <p:spPr>
            <a:xfrm>
              <a:off x="732445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22A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6" name="フリーフォーム: 図形 75">
              <a:extLst>
                <a:ext uri="{FF2B5EF4-FFF2-40B4-BE49-F238E27FC236}">
                  <a16:creationId xmlns:a16="http://schemas.microsoft.com/office/drawing/2014/main" id="{34510D4D-123D-B98B-EB0B-7F664C916CEA}"/>
                </a:ext>
              </a:extLst>
            </p:cNvPr>
            <p:cNvSpPr/>
            <p:nvPr/>
          </p:nvSpPr>
          <p:spPr>
            <a:xfrm>
              <a:off x="730428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12A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7" name="フリーフォーム: 図形 76">
              <a:extLst>
                <a:ext uri="{FF2B5EF4-FFF2-40B4-BE49-F238E27FC236}">
                  <a16:creationId xmlns:a16="http://schemas.microsoft.com/office/drawing/2014/main" id="{5C03FC0F-11E0-216C-057A-B84C2803183F}"/>
                </a:ext>
              </a:extLst>
            </p:cNvPr>
            <p:cNvSpPr/>
            <p:nvPr/>
          </p:nvSpPr>
          <p:spPr>
            <a:xfrm>
              <a:off x="728410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902A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8" name="フリーフォーム: 図形 77">
              <a:extLst>
                <a:ext uri="{FF2B5EF4-FFF2-40B4-BE49-F238E27FC236}">
                  <a16:creationId xmlns:a16="http://schemas.microsoft.com/office/drawing/2014/main" id="{7F4D4692-93E3-823B-5CAD-5159AF72265B}"/>
                </a:ext>
              </a:extLst>
            </p:cNvPr>
            <p:cNvSpPr/>
            <p:nvPr/>
          </p:nvSpPr>
          <p:spPr>
            <a:xfrm>
              <a:off x="726392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F29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9" name="フリーフォーム: 図形 78">
              <a:extLst>
                <a:ext uri="{FF2B5EF4-FFF2-40B4-BE49-F238E27FC236}">
                  <a16:creationId xmlns:a16="http://schemas.microsoft.com/office/drawing/2014/main" id="{51BE26AB-F846-D723-C8E6-6D03CFA208BA}"/>
                </a:ext>
              </a:extLst>
            </p:cNvPr>
            <p:cNvSpPr/>
            <p:nvPr/>
          </p:nvSpPr>
          <p:spPr>
            <a:xfrm>
              <a:off x="724374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E29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0" name="フリーフォーム: 図形 79">
              <a:extLst>
                <a:ext uri="{FF2B5EF4-FFF2-40B4-BE49-F238E27FC236}">
                  <a16:creationId xmlns:a16="http://schemas.microsoft.com/office/drawing/2014/main" id="{F9ADD4FC-77C5-4791-6620-9A7ECE5BE4A4}"/>
                </a:ext>
              </a:extLst>
            </p:cNvPr>
            <p:cNvSpPr/>
            <p:nvPr/>
          </p:nvSpPr>
          <p:spPr>
            <a:xfrm>
              <a:off x="722356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D29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1" name="フリーフォーム: 図形 80">
              <a:extLst>
                <a:ext uri="{FF2B5EF4-FFF2-40B4-BE49-F238E27FC236}">
                  <a16:creationId xmlns:a16="http://schemas.microsoft.com/office/drawing/2014/main" id="{F133E042-C59D-CA5C-4B2E-3E2A7C3FA1D7}"/>
                </a:ext>
              </a:extLst>
            </p:cNvPr>
            <p:cNvSpPr/>
            <p:nvPr/>
          </p:nvSpPr>
          <p:spPr>
            <a:xfrm>
              <a:off x="720338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C28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2" name="フリーフォーム: 図形 81">
              <a:extLst>
                <a:ext uri="{FF2B5EF4-FFF2-40B4-BE49-F238E27FC236}">
                  <a16:creationId xmlns:a16="http://schemas.microsoft.com/office/drawing/2014/main" id="{72218FE5-4854-8793-5843-C71F05F0566A}"/>
                </a:ext>
              </a:extLst>
            </p:cNvPr>
            <p:cNvSpPr/>
            <p:nvPr/>
          </p:nvSpPr>
          <p:spPr>
            <a:xfrm>
              <a:off x="718321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B28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3" name="フリーフォーム: 図形 82">
              <a:extLst>
                <a:ext uri="{FF2B5EF4-FFF2-40B4-BE49-F238E27FC236}">
                  <a16:creationId xmlns:a16="http://schemas.microsoft.com/office/drawing/2014/main" id="{D5297BC8-C201-D78A-F790-A84C37055BC8}"/>
                </a:ext>
              </a:extLst>
            </p:cNvPr>
            <p:cNvSpPr/>
            <p:nvPr/>
          </p:nvSpPr>
          <p:spPr>
            <a:xfrm>
              <a:off x="716303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A28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4" name="フリーフォーム: 図形 83">
              <a:extLst>
                <a:ext uri="{FF2B5EF4-FFF2-40B4-BE49-F238E27FC236}">
                  <a16:creationId xmlns:a16="http://schemas.microsoft.com/office/drawing/2014/main" id="{AF8AC3C0-15A2-0BF5-366D-339623447771}"/>
                </a:ext>
              </a:extLst>
            </p:cNvPr>
            <p:cNvSpPr/>
            <p:nvPr/>
          </p:nvSpPr>
          <p:spPr>
            <a:xfrm>
              <a:off x="714285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928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5" name="フリーフォーム: 図形 84">
              <a:extLst>
                <a:ext uri="{FF2B5EF4-FFF2-40B4-BE49-F238E27FC236}">
                  <a16:creationId xmlns:a16="http://schemas.microsoft.com/office/drawing/2014/main" id="{2F03344E-DC0B-39D2-2A27-2EFF5D88400B}"/>
                </a:ext>
              </a:extLst>
            </p:cNvPr>
            <p:cNvSpPr/>
            <p:nvPr/>
          </p:nvSpPr>
          <p:spPr>
            <a:xfrm>
              <a:off x="712267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827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6" name="フリーフォーム: 図形 85">
              <a:extLst>
                <a:ext uri="{FF2B5EF4-FFF2-40B4-BE49-F238E27FC236}">
                  <a16:creationId xmlns:a16="http://schemas.microsoft.com/office/drawing/2014/main" id="{C3E01F93-EA8A-0BCA-566C-EB70C3BFB90E}"/>
                </a:ext>
              </a:extLst>
            </p:cNvPr>
            <p:cNvSpPr/>
            <p:nvPr/>
          </p:nvSpPr>
          <p:spPr>
            <a:xfrm>
              <a:off x="710249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727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7" name="フリーフォーム: 図形 86">
              <a:extLst>
                <a:ext uri="{FF2B5EF4-FFF2-40B4-BE49-F238E27FC236}">
                  <a16:creationId xmlns:a16="http://schemas.microsoft.com/office/drawing/2014/main" id="{D9939171-ADFC-DB0B-367A-CC3498ED93E8}"/>
                </a:ext>
              </a:extLst>
            </p:cNvPr>
            <p:cNvSpPr/>
            <p:nvPr/>
          </p:nvSpPr>
          <p:spPr>
            <a:xfrm>
              <a:off x="708232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627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8" name="フリーフォーム: 図形 87">
              <a:extLst>
                <a:ext uri="{FF2B5EF4-FFF2-40B4-BE49-F238E27FC236}">
                  <a16:creationId xmlns:a16="http://schemas.microsoft.com/office/drawing/2014/main" id="{8782C399-AAC5-6987-6D89-A57708329C50}"/>
                </a:ext>
              </a:extLst>
            </p:cNvPr>
            <p:cNvSpPr/>
            <p:nvPr/>
          </p:nvSpPr>
          <p:spPr>
            <a:xfrm>
              <a:off x="706213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526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9" name="フリーフォーム: 図形 88">
              <a:extLst>
                <a:ext uri="{FF2B5EF4-FFF2-40B4-BE49-F238E27FC236}">
                  <a16:creationId xmlns:a16="http://schemas.microsoft.com/office/drawing/2014/main" id="{E3762797-D234-84A3-EF02-3A716F7E1E18}"/>
                </a:ext>
              </a:extLst>
            </p:cNvPr>
            <p:cNvSpPr/>
            <p:nvPr/>
          </p:nvSpPr>
          <p:spPr>
            <a:xfrm>
              <a:off x="704196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426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0" name="フリーフォーム: 図形 89">
              <a:extLst>
                <a:ext uri="{FF2B5EF4-FFF2-40B4-BE49-F238E27FC236}">
                  <a16:creationId xmlns:a16="http://schemas.microsoft.com/office/drawing/2014/main" id="{EC0B4CD1-84E6-697F-0D27-66C8E0E4BC5F}"/>
                </a:ext>
              </a:extLst>
            </p:cNvPr>
            <p:cNvSpPr/>
            <p:nvPr/>
          </p:nvSpPr>
          <p:spPr>
            <a:xfrm>
              <a:off x="702178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326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1" name="フリーフォーム: 図形 90">
              <a:extLst>
                <a:ext uri="{FF2B5EF4-FFF2-40B4-BE49-F238E27FC236}">
                  <a16:creationId xmlns:a16="http://schemas.microsoft.com/office/drawing/2014/main" id="{ACA0B84B-4565-275E-0E4E-20F073117111}"/>
                </a:ext>
              </a:extLst>
            </p:cNvPr>
            <p:cNvSpPr/>
            <p:nvPr/>
          </p:nvSpPr>
          <p:spPr>
            <a:xfrm>
              <a:off x="700160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225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2" name="フリーフォーム: 図形 91">
              <a:extLst>
                <a:ext uri="{FF2B5EF4-FFF2-40B4-BE49-F238E27FC236}">
                  <a16:creationId xmlns:a16="http://schemas.microsoft.com/office/drawing/2014/main" id="{F5681146-EDDA-6E64-CC52-D6DE88236605}"/>
                </a:ext>
              </a:extLst>
            </p:cNvPr>
            <p:cNvSpPr/>
            <p:nvPr/>
          </p:nvSpPr>
          <p:spPr>
            <a:xfrm>
              <a:off x="698142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125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3" name="フリーフォーム: 図形 92">
              <a:extLst>
                <a:ext uri="{FF2B5EF4-FFF2-40B4-BE49-F238E27FC236}">
                  <a16:creationId xmlns:a16="http://schemas.microsoft.com/office/drawing/2014/main" id="{96425D0D-9D9A-EA58-9AE6-C665AB798130}"/>
                </a:ext>
              </a:extLst>
            </p:cNvPr>
            <p:cNvSpPr/>
            <p:nvPr/>
          </p:nvSpPr>
          <p:spPr>
            <a:xfrm>
              <a:off x="696125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025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4" name="フリーフォーム: 図形 93">
              <a:extLst>
                <a:ext uri="{FF2B5EF4-FFF2-40B4-BE49-F238E27FC236}">
                  <a16:creationId xmlns:a16="http://schemas.microsoft.com/office/drawing/2014/main" id="{9EDEDCB9-FAC8-C141-6207-3C37AF419170}"/>
                </a:ext>
              </a:extLst>
            </p:cNvPr>
            <p:cNvSpPr/>
            <p:nvPr/>
          </p:nvSpPr>
          <p:spPr>
            <a:xfrm>
              <a:off x="694106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8025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5" name="フリーフォーム: 図形 94">
              <a:extLst>
                <a:ext uri="{FF2B5EF4-FFF2-40B4-BE49-F238E27FC236}">
                  <a16:creationId xmlns:a16="http://schemas.microsoft.com/office/drawing/2014/main" id="{FFA6E803-2420-01F3-D707-AA91870C241B}"/>
                </a:ext>
              </a:extLst>
            </p:cNvPr>
            <p:cNvSpPr/>
            <p:nvPr/>
          </p:nvSpPr>
          <p:spPr>
            <a:xfrm>
              <a:off x="692089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F24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6" name="フリーフォーム: 図形 95">
              <a:extLst>
                <a:ext uri="{FF2B5EF4-FFF2-40B4-BE49-F238E27FC236}">
                  <a16:creationId xmlns:a16="http://schemas.microsoft.com/office/drawing/2014/main" id="{A47A9D73-82A7-F7BA-AEA7-68DCBAC6FD72}"/>
                </a:ext>
              </a:extLst>
            </p:cNvPr>
            <p:cNvSpPr/>
            <p:nvPr/>
          </p:nvSpPr>
          <p:spPr>
            <a:xfrm>
              <a:off x="690070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E24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7" name="フリーフォーム: 図形 96">
              <a:extLst>
                <a:ext uri="{FF2B5EF4-FFF2-40B4-BE49-F238E27FC236}">
                  <a16:creationId xmlns:a16="http://schemas.microsoft.com/office/drawing/2014/main" id="{99D90AF2-FE6E-9AEE-9475-544EC58D75CB}"/>
                </a:ext>
              </a:extLst>
            </p:cNvPr>
            <p:cNvSpPr/>
            <p:nvPr/>
          </p:nvSpPr>
          <p:spPr>
            <a:xfrm>
              <a:off x="688053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D24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8" name="フリーフォーム: 図形 97">
              <a:extLst>
                <a:ext uri="{FF2B5EF4-FFF2-40B4-BE49-F238E27FC236}">
                  <a16:creationId xmlns:a16="http://schemas.microsoft.com/office/drawing/2014/main" id="{BA6C0055-8822-79A6-544E-8643B28CC388}"/>
                </a:ext>
              </a:extLst>
            </p:cNvPr>
            <p:cNvSpPr/>
            <p:nvPr/>
          </p:nvSpPr>
          <p:spPr>
            <a:xfrm>
              <a:off x="686035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C23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9" name="フリーフォーム: 図形 98">
              <a:extLst>
                <a:ext uri="{FF2B5EF4-FFF2-40B4-BE49-F238E27FC236}">
                  <a16:creationId xmlns:a16="http://schemas.microsoft.com/office/drawing/2014/main" id="{3F64C3FF-5844-EE3F-7975-EEBC7B590D24}"/>
                </a:ext>
              </a:extLst>
            </p:cNvPr>
            <p:cNvSpPr/>
            <p:nvPr/>
          </p:nvSpPr>
          <p:spPr>
            <a:xfrm>
              <a:off x="684017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B23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0" name="フリーフォーム: 図形 99">
              <a:extLst>
                <a:ext uri="{FF2B5EF4-FFF2-40B4-BE49-F238E27FC236}">
                  <a16:creationId xmlns:a16="http://schemas.microsoft.com/office/drawing/2014/main" id="{F8561CBB-2AFF-578B-43CC-5631F0F9D2A3}"/>
                </a:ext>
              </a:extLst>
            </p:cNvPr>
            <p:cNvSpPr/>
            <p:nvPr/>
          </p:nvSpPr>
          <p:spPr>
            <a:xfrm>
              <a:off x="681999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A23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1" name="フリーフォーム: 図形 100">
              <a:extLst>
                <a:ext uri="{FF2B5EF4-FFF2-40B4-BE49-F238E27FC236}">
                  <a16:creationId xmlns:a16="http://schemas.microsoft.com/office/drawing/2014/main" id="{7DAC00A8-FF40-766D-C0B9-7DDD234D634F}"/>
                </a:ext>
              </a:extLst>
            </p:cNvPr>
            <p:cNvSpPr/>
            <p:nvPr/>
          </p:nvSpPr>
          <p:spPr>
            <a:xfrm>
              <a:off x="679982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922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2" name="フリーフォーム: 図形 101">
              <a:extLst>
                <a:ext uri="{FF2B5EF4-FFF2-40B4-BE49-F238E27FC236}">
                  <a16:creationId xmlns:a16="http://schemas.microsoft.com/office/drawing/2014/main" id="{2C06DBB2-6141-C9CE-5D08-D15D9B8B3C12}"/>
                </a:ext>
              </a:extLst>
            </p:cNvPr>
            <p:cNvSpPr/>
            <p:nvPr/>
          </p:nvSpPr>
          <p:spPr>
            <a:xfrm>
              <a:off x="677963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822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3" name="フリーフォーム: 図形 102">
              <a:extLst>
                <a:ext uri="{FF2B5EF4-FFF2-40B4-BE49-F238E27FC236}">
                  <a16:creationId xmlns:a16="http://schemas.microsoft.com/office/drawing/2014/main" id="{C235207B-8E41-8116-6CAC-DA43083DDDA6}"/>
                </a:ext>
              </a:extLst>
            </p:cNvPr>
            <p:cNvSpPr/>
            <p:nvPr/>
          </p:nvSpPr>
          <p:spPr>
            <a:xfrm>
              <a:off x="675946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722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4" name="フリーフォーム: 図形 103">
              <a:extLst>
                <a:ext uri="{FF2B5EF4-FFF2-40B4-BE49-F238E27FC236}">
                  <a16:creationId xmlns:a16="http://schemas.microsoft.com/office/drawing/2014/main" id="{ED730CE6-F95A-BF10-C0A7-68E3BCBF6718}"/>
                </a:ext>
              </a:extLst>
            </p:cNvPr>
            <p:cNvSpPr/>
            <p:nvPr/>
          </p:nvSpPr>
          <p:spPr>
            <a:xfrm>
              <a:off x="673928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622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5" name="フリーフォーム: 図形 104">
              <a:extLst>
                <a:ext uri="{FF2B5EF4-FFF2-40B4-BE49-F238E27FC236}">
                  <a16:creationId xmlns:a16="http://schemas.microsoft.com/office/drawing/2014/main" id="{7F3EEBA7-F663-D476-741A-1A1C8E7D7CC5}"/>
                </a:ext>
              </a:extLst>
            </p:cNvPr>
            <p:cNvSpPr/>
            <p:nvPr/>
          </p:nvSpPr>
          <p:spPr>
            <a:xfrm>
              <a:off x="671910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5210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6" name="フリーフォーム: 図形 105">
              <a:extLst>
                <a:ext uri="{FF2B5EF4-FFF2-40B4-BE49-F238E27FC236}">
                  <a16:creationId xmlns:a16="http://schemas.microsoft.com/office/drawing/2014/main" id="{8DA5ACDD-49AD-380E-C887-8EE255C20C32}"/>
                </a:ext>
              </a:extLst>
            </p:cNvPr>
            <p:cNvSpPr/>
            <p:nvPr/>
          </p:nvSpPr>
          <p:spPr>
            <a:xfrm>
              <a:off x="669892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421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7" name="フリーフォーム: 図形 106">
              <a:extLst>
                <a:ext uri="{FF2B5EF4-FFF2-40B4-BE49-F238E27FC236}">
                  <a16:creationId xmlns:a16="http://schemas.microsoft.com/office/drawing/2014/main" id="{D51E591B-11AA-7FD7-0657-BB1B43B984D2}"/>
                </a:ext>
              </a:extLst>
            </p:cNvPr>
            <p:cNvSpPr/>
            <p:nvPr/>
          </p:nvSpPr>
          <p:spPr>
            <a:xfrm>
              <a:off x="667874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321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8" name="フリーフォーム: 図形 107">
              <a:extLst>
                <a:ext uri="{FF2B5EF4-FFF2-40B4-BE49-F238E27FC236}">
                  <a16:creationId xmlns:a16="http://schemas.microsoft.com/office/drawing/2014/main" id="{9620C8AD-3BA8-90EF-EDDD-A190274EB668}"/>
                </a:ext>
              </a:extLst>
            </p:cNvPr>
            <p:cNvSpPr/>
            <p:nvPr/>
          </p:nvSpPr>
          <p:spPr>
            <a:xfrm>
              <a:off x="665857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220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9" name="フリーフォーム: 図形 108">
              <a:extLst>
                <a:ext uri="{FF2B5EF4-FFF2-40B4-BE49-F238E27FC236}">
                  <a16:creationId xmlns:a16="http://schemas.microsoft.com/office/drawing/2014/main" id="{FB34A673-FD69-25B5-52D9-748741260BCF}"/>
                </a:ext>
              </a:extLst>
            </p:cNvPr>
            <p:cNvSpPr/>
            <p:nvPr/>
          </p:nvSpPr>
          <p:spPr>
            <a:xfrm>
              <a:off x="663839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120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0" name="フリーフォーム: 図形 109">
              <a:extLst>
                <a:ext uri="{FF2B5EF4-FFF2-40B4-BE49-F238E27FC236}">
                  <a16:creationId xmlns:a16="http://schemas.microsoft.com/office/drawing/2014/main" id="{FC40BFD0-8B89-B23C-91D2-715F09852AC4}"/>
                </a:ext>
              </a:extLst>
            </p:cNvPr>
            <p:cNvSpPr/>
            <p:nvPr/>
          </p:nvSpPr>
          <p:spPr>
            <a:xfrm>
              <a:off x="661820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7020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1" name="フリーフォーム: 図形 110">
              <a:extLst>
                <a:ext uri="{FF2B5EF4-FFF2-40B4-BE49-F238E27FC236}">
                  <a16:creationId xmlns:a16="http://schemas.microsoft.com/office/drawing/2014/main" id="{A975032E-873B-00A1-7E0A-22E1E95D35D6}"/>
                </a:ext>
              </a:extLst>
            </p:cNvPr>
            <p:cNvSpPr/>
            <p:nvPr/>
          </p:nvSpPr>
          <p:spPr>
            <a:xfrm>
              <a:off x="659803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F1F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2" name="フリーフォーム: 図形 111">
              <a:extLst>
                <a:ext uri="{FF2B5EF4-FFF2-40B4-BE49-F238E27FC236}">
                  <a16:creationId xmlns:a16="http://schemas.microsoft.com/office/drawing/2014/main" id="{9B138044-E03A-4159-A945-1F3E382770B2}"/>
                </a:ext>
              </a:extLst>
            </p:cNvPr>
            <p:cNvSpPr/>
            <p:nvPr/>
          </p:nvSpPr>
          <p:spPr>
            <a:xfrm>
              <a:off x="657785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E1F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3" name="フリーフォーム: 図形 112">
              <a:extLst>
                <a:ext uri="{FF2B5EF4-FFF2-40B4-BE49-F238E27FC236}">
                  <a16:creationId xmlns:a16="http://schemas.microsoft.com/office/drawing/2014/main" id="{0B4B49C4-2E30-B68E-B702-5A948BE32B32}"/>
                </a:ext>
              </a:extLst>
            </p:cNvPr>
            <p:cNvSpPr/>
            <p:nvPr/>
          </p:nvSpPr>
          <p:spPr>
            <a:xfrm>
              <a:off x="655767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D1F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4" name="フリーフォーム: 図形 113">
              <a:extLst>
                <a:ext uri="{FF2B5EF4-FFF2-40B4-BE49-F238E27FC236}">
                  <a16:creationId xmlns:a16="http://schemas.microsoft.com/office/drawing/2014/main" id="{20F4C5F1-98DE-FC0C-B8B0-A5FCAC44F3AD}"/>
                </a:ext>
              </a:extLst>
            </p:cNvPr>
            <p:cNvSpPr/>
            <p:nvPr/>
          </p:nvSpPr>
          <p:spPr>
            <a:xfrm>
              <a:off x="653750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C1F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5" name="フリーフォーム: 図形 114">
              <a:extLst>
                <a:ext uri="{FF2B5EF4-FFF2-40B4-BE49-F238E27FC236}">
                  <a16:creationId xmlns:a16="http://schemas.microsoft.com/office/drawing/2014/main" id="{06187C4A-1616-7AE2-3FFC-3F943930B457}"/>
                </a:ext>
              </a:extLst>
            </p:cNvPr>
            <p:cNvSpPr/>
            <p:nvPr/>
          </p:nvSpPr>
          <p:spPr>
            <a:xfrm>
              <a:off x="651731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B1E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6" name="フリーフォーム: 図形 115">
              <a:extLst>
                <a:ext uri="{FF2B5EF4-FFF2-40B4-BE49-F238E27FC236}">
                  <a16:creationId xmlns:a16="http://schemas.microsoft.com/office/drawing/2014/main" id="{00B8B4C1-10B6-1EB3-6564-F977413DACA1}"/>
                </a:ext>
              </a:extLst>
            </p:cNvPr>
            <p:cNvSpPr/>
            <p:nvPr/>
          </p:nvSpPr>
          <p:spPr>
            <a:xfrm>
              <a:off x="649714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A1E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7" name="フリーフォーム: 図形 116">
              <a:extLst>
                <a:ext uri="{FF2B5EF4-FFF2-40B4-BE49-F238E27FC236}">
                  <a16:creationId xmlns:a16="http://schemas.microsoft.com/office/drawing/2014/main" id="{7407D13E-935C-3ADD-59AC-C74D878FEA91}"/>
                </a:ext>
              </a:extLst>
            </p:cNvPr>
            <p:cNvSpPr/>
            <p:nvPr/>
          </p:nvSpPr>
          <p:spPr>
            <a:xfrm>
              <a:off x="647696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91E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8" name="フリーフォーム: 図形 117">
              <a:extLst>
                <a:ext uri="{FF2B5EF4-FFF2-40B4-BE49-F238E27FC236}">
                  <a16:creationId xmlns:a16="http://schemas.microsoft.com/office/drawing/2014/main" id="{42A3E67F-5C76-DE48-0C7A-3B0B55331862}"/>
                </a:ext>
              </a:extLst>
            </p:cNvPr>
            <p:cNvSpPr/>
            <p:nvPr/>
          </p:nvSpPr>
          <p:spPr>
            <a:xfrm>
              <a:off x="645678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81D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9" name="フリーフォーム: 図形 118">
              <a:extLst>
                <a:ext uri="{FF2B5EF4-FFF2-40B4-BE49-F238E27FC236}">
                  <a16:creationId xmlns:a16="http://schemas.microsoft.com/office/drawing/2014/main" id="{4C700480-99E5-AC2E-3CC0-970ED8D073D4}"/>
                </a:ext>
              </a:extLst>
            </p:cNvPr>
            <p:cNvSpPr/>
            <p:nvPr/>
          </p:nvSpPr>
          <p:spPr>
            <a:xfrm>
              <a:off x="643660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71D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0" name="フリーフォーム: 図形 119">
              <a:extLst>
                <a:ext uri="{FF2B5EF4-FFF2-40B4-BE49-F238E27FC236}">
                  <a16:creationId xmlns:a16="http://schemas.microsoft.com/office/drawing/2014/main" id="{A157BCFF-CDCE-F351-87DA-F17681046017}"/>
                </a:ext>
              </a:extLst>
            </p:cNvPr>
            <p:cNvSpPr/>
            <p:nvPr/>
          </p:nvSpPr>
          <p:spPr>
            <a:xfrm>
              <a:off x="641643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61D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1" name="フリーフォーム: 図形 120">
              <a:extLst>
                <a:ext uri="{FF2B5EF4-FFF2-40B4-BE49-F238E27FC236}">
                  <a16:creationId xmlns:a16="http://schemas.microsoft.com/office/drawing/2014/main" id="{A147BC00-C4FA-719B-4253-807585CD4796}"/>
                </a:ext>
              </a:extLst>
            </p:cNvPr>
            <p:cNvSpPr/>
            <p:nvPr/>
          </p:nvSpPr>
          <p:spPr>
            <a:xfrm>
              <a:off x="639624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51D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2" name="フリーフォーム: 図形 121">
              <a:extLst>
                <a:ext uri="{FF2B5EF4-FFF2-40B4-BE49-F238E27FC236}">
                  <a16:creationId xmlns:a16="http://schemas.microsoft.com/office/drawing/2014/main" id="{BA8711E7-D89D-4F96-EA97-3BE93E68AD6D}"/>
                </a:ext>
              </a:extLst>
            </p:cNvPr>
            <p:cNvSpPr/>
            <p:nvPr/>
          </p:nvSpPr>
          <p:spPr>
            <a:xfrm>
              <a:off x="637607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41C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3" name="フリーフォーム: 図形 122">
              <a:extLst>
                <a:ext uri="{FF2B5EF4-FFF2-40B4-BE49-F238E27FC236}">
                  <a16:creationId xmlns:a16="http://schemas.microsoft.com/office/drawing/2014/main" id="{48BB9917-08D2-D274-B119-816C4E22046A}"/>
                </a:ext>
              </a:extLst>
            </p:cNvPr>
            <p:cNvSpPr/>
            <p:nvPr/>
          </p:nvSpPr>
          <p:spPr>
            <a:xfrm>
              <a:off x="635588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31C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4" name="フリーフォーム: 図形 123">
              <a:extLst>
                <a:ext uri="{FF2B5EF4-FFF2-40B4-BE49-F238E27FC236}">
                  <a16:creationId xmlns:a16="http://schemas.microsoft.com/office/drawing/2014/main" id="{958ADD26-7006-BB3A-2BF9-371802167811}"/>
                </a:ext>
              </a:extLst>
            </p:cNvPr>
            <p:cNvSpPr/>
            <p:nvPr/>
          </p:nvSpPr>
          <p:spPr>
            <a:xfrm>
              <a:off x="633571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21C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5" name="フリーフォーム: 図形 124">
              <a:extLst>
                <a:ext uri="{FF2B5EF4-FFF2-40B4-BE49-F238E27FC236}">
                  <a16:creationId xmlns:a16="http://schemas.microsoft.com/office/drawing/2014/main" id="{9BCA29CA-C51C-BFB7-DC12-A6086D52FDD0}"/>
                </a:ext>
              </a:extLst>
            </p:cNvPr>
            <p:cNvSpPr/>
            <p:nvPr/>
          </p:nvSpPr>
          <p:spPr>
            <a:xfrm>
              <a:off x="631553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11B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6" name="フリーフォーム: 図形 125">
              <a:extLst>
                <a:ext uri="{FF2B5EF4-FFF2-40B4-BE49-F238E27FC236}">
                  <a16:creationId xmlns:a16="http://schemas.microsoft.com/office/drawing/2014/main" id="{BBEEE3B0-6381-9FF4-AD26-9BE1472809D2}"/>
                </a:ext>
              </a:extLst>
            </p:cNvPr>
            <p:cNvSpPr/>
            <p:nvPr/>
          </p:nvSpPr>
          <p:spPr>
            <a:xfrm>
              <a:off x="629535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601B0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7" name="フリーフォーム: 図形 126">
              <a:extLst>
                <a:ext uri="{FF2B5EF4-FFF2-40B4-BE49-F238E27FC236}">
                  <a16:creationId xmlns:a16="http://schemas.microsoft.com/office/drawing/2014/main" id="{1210D6BE-3DA7-9CA4-6495-670CEBB27519}"/>
                </a:ext>
              </a:extLst>
            </p:cNvPr>
            <p:cNvSpPr/>
            <p:nvPr/>
          </p:nvSpPr>
          <p:spPr>
            <a:xfrm>
              <a:off x="627517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F1B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8" name="フリーフォーム: 図形 127">
              <a:extLst>
                <a:ext uri="{FF2B5EF4-FFF2-40B4-BE49-F238E27FC236}">
                  <a16:creationId xmlns:a16="http://schemas.microsoft.com/office/drawing/2014/main" id="{C053D57F-C267-27B2-400D-8B0881150C98}"/>
                </a:ext>
              </a:extLst>
            </p:cNvPr>
            <p:cNvSpPr/>
            <p:nvPr/>
          </p:nvSpPr>
          <p:spPr>
            <a:xfrm>
              <a:off x="625500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E1A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9" name="フリーフォーム: 図形 128">
              <a:extLst>
                <a:ext uri="{FF2B5EF4-FFF2-40B4-BE49-F238E27FC236}">
                  <a16:creationId xmlns:a16="http://schemas.microsoft.com/office/drawing/2014/main" id="{78273099-FBC6-CC7F-E8BF-A1DCB098AE3F}"/>
                </a:ext>
              </a:extLst>
            </p:cNvPr>
            <p:cNvSpPr/>
            <p:nvPr/>
          </p:nvSpPr>
          <p:spPr>
            <a:xfrm>
              <a:off x="623481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D1A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0" name="フリーフォーム: 図形 129">
              <a:extLst>
                <a:ext uri="{FF2B5EF4-FFF2-40B4-BE49-F238E27FC236}">
                  <a16:creationId xmlns:a16="http://schemas.microsoft.com/office/drawing/2014/main" id="{9782B91B-0AA8-B667-C23A-1E9216A02F0A}"/>
                </a:ext>
              </a:extLst>
            </p:cNvPr>
            <p:cNvSpPr/>
            <p:nvPr/>
          </p:nvSpPr>
          <p:spPr>
            <a:xfrm>
              <a:off x="621464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C1A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1" name="フリーフォーム: 図形 130">
              <a:extLst>
                <a:ext uri="{FF2B5EF4-FFF2-40B4-BE49-F238E27FC236}">
                  <a16:creationId xmlns:a16="http://schemas.microsoft.com/office/drawing/2014/main" id="{621DCD39-19EC-4804-3E3A-72DDEE3B55D3}"/>
                </a:ext>
              </a:extLst>
            </p:cNvPr>
            <p:cNvSpPr/>
            <p:nvPr/>
          </p:nvSpPr>
          <p:spPr>
            <a:xfrm>
              <a:off x="619445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B1A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2" name="フリーフォーム: 図形 131">
              <a:extLst>
                <a:ext uri="{FF2B5EF4-FFF2-40B4-BE49-F238E27FC236}">
                  <a16:creationId xmlns:a16="http://schemas.microsoft.com/office/drawing/2014/main" id="{2D625BA3-FBAF-A3B1-2C2C-C2FF7ABA3500}"/>
                </a:ext>
              </a:extLst>
            </p:cNvPr>
            <p:cNvSpPr/>
            <p:nvPr/>
          </p:nvSpPr>
          <p:spPr>
            <a:xfrm>
              <a:off x="617428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A19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3" name="フリーフォーム: 図形 132">
              <a:extLst>
                <a:ext uri="{FF2B5EF4-FFF2-40B4-BE49-F238E27FC236}">
                  <a16:creationId xmlns:a16="http://schemas.microsoft.com/office/drawing/2014/main" id="{A0C3B32A-CFF4-577D-8BFE-2AD795646038}"/>
                </a:ext>
              </a:extLst>
            </p:cNvPr>
            <p:cNvSpPr/>
            <p:nvPr/>
          </p:nvSpPr>
          <p:spPr>
            <a:xfrm>
              <a:off x="615411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919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4" name="フリーフォーム: 図形 133">
              <a:extLst>
                <a:ext uri="{FF2B5EF4-FFF2-40B4-BE49-F238E27FC236}">
                  <a16:creationId xmlns:a16="http://schemas.microsoft.com/office/drawing/2014/main" id="{DCF0807F-54DF-4618-3392-C3363ACED22E}"/>
                </a:ext>
              </a:extLst>
            </p:cNvPr>
            <p:cNvSpPr/>
            <p:nvPr/>
          </p:nvSpPr>
          <p:spPr>
            <a:xfrm>
              <a:off x="613392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819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5" name="フリーフォーム: 図形 134">
              <a:extLst>
                <a:ext uri="{FF2B5EF4-FFF2-40B4-BE49-F238E27FC236}">
                  <a16:creationId xmlns:a16="http://schemas.microsoft.com/office/drawing/2014/main" id="{F6685E9E-4739-9E74-B7FA-91E330E66B85}"/>
                </a:ext>
              </a:extLst>
            </p:cNvPr>
            <p:cNvSpPr/>
            <p:nvPr/>
          </p:nvSpPr>
          <p:spPr>
            <a:xfrm>
              <a:off x="611375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718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6" name="フリーフォーム: 図形 135">
              <a:extLst>
                <a:ext uri="{FF2B5EF4-FFF2-40B4-BE49-F238E27FC236}">
                  <a16:creationId xmlns:a16="http://schemas.microsoft.com/office/drawing/2014/main" id="{C17F5B14-B154-3CFA-1513-4E030682227F}"/>
                </a:ext>
              </a:extLst>
            </p:cNvPr>
            <p:cNvSpPr/>
            <p:nvPr/>
          </p:nvSpPr>
          <p:spPr>
            <a:xfrm>
              <a:off x="609357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618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7" name="フリーフォーム: 図形 136">
              <a:extLst>
                <a:ext uri="{FF2B5EF4-FFF2-40B4-BE49-F238E27FC236}">
                  <a16:creationId xmlns:a16="http://schemas.microsoft.com/office/drawing/2014/main" id="{9677FA85-70A8-69B5-B574-0D700A679487}"/>
                </a:ext>
              </a:extLst>
            </p:cNvPr>
            <p:cNvSpPr/>
            <p:nvPr/>
          </p:nvSpPr>
          <p:spPr>
            <a:xfrm>
              <a:off x="607339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5180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8" name="フリーフォーム: 図形 137">
              <a:extLst>
                <a:ext uri="{FF2B5EF4-FFF2-40B4-BE49-F238E27FC236}">
                  <a16:creationId xmlns:a16="http://schemas.microsoft.com/office/drawing/2014/main" id="{5A519CF4-20FB-9313-1D16-7F217A639B9D}"/>
                </a:ext>
              </a:extLst>
            </p:cNvPr>
            <p:cNvSpPr/>
            <p:nvPr/>
          </p:nvSpPr>
          <p:spPr>
            <a:xfrm>
              <a:off x="605321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417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9" name="フリーフォーム: 図形 138">
              <a:extLst>
                <a:ext uri="{FF2B5EF4-FFF2-40B4-BE49-F238E27FC236}">
                  <a16:creationId xmlns:a16="http://schemas.microsoft.com/office/drawing/2014/main" id="{056B71CD-2DA3-9DBA-F6D6-9294116FBB95}"/>
                </a:ext>
              </a:extLst>
            </p:cNvPr>
            <p:cNvSpPr/>
            <p:nvPr/>
          </p:nvSpPr>
          <p:spPr>
            <a:xfrm>
              <a:off x="603303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317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0" name="フリーフォーム: 図形 139">
              <a:extLst>
                <a:ext uri="{FF2B5EF4-FFF2-40B4-BE49-F238E27FC236}">
                  <a16:creationId xmlns:a16="http://schemas.microsoft.com/office/drawing/2014/main" id="{19027342-0757-1039-2487-C75D88691504}"/>
                </a:ext>
              </a:extLst>
            </p:cNvPr>
            <p:cNvSpPr/>
            <p:nvPr/>
          </p:nvSpPr>
          <p:spPr>
            <a:xfrm>
              <a:off x="601285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217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1" name="フリーフォーム: 図形 140">
              <a:extLst>
                <a:ext uri="{FF2B5EF4-FFF2-40B4-BE49-F238E27FC236}">
                  <a16:creationId xmlns:a16="http://schemas.microsoft.com/office/drawing/2014/main" id="{3662341B-4A8F-3086-19DB-2D47F65D7F61}"/>
                </a:ext>
              </a:extLst>
            </p:cNvPr>
            <p:cNvSpPr/>
            <p:nvPr/>
          </p:nvSpPr>
          <p:spPr>
            <a:xfrm>
              <a:off x="599268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117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2" name="フリーフォーム: 図形 141">
              <a:extLst>
                <a:ext uri="{FF2B5EF4-FFF2-40B4-BE49-F238E27FC236}">
                  <a16:creationId xmlns:a16="http://schemas.microsoft.com/office/drawing/2014/main" id="{6201EEC9-ACAB-F661-27AE-89A5CB98D4CD}"/>
                </a:ext>
              </a:extLst>
            </p:cNvPr>
            <p:cNvSpPr/>
            <p:nvPr/>
          </p:nvSpPr>
          <p:spPr>
            <a:xfrm>
              <a:off x="597249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5016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3" name="フリーフォーム: 図形 142">
              <a:extLst>
                <a:ext uri="{FF2B5EF4-FFF2-40B4-BE49-F238E27FC236}">
                  <a16:creationId xmlns:a16="http://schemas.microsoft.com/office/drawing/2014/main" id="{94887F70-08C9-3DCA-01C7-C65958F1B353}"/>
                </a:ext>
              </a:extLst>
            </p:cNvPr>
            <p:cNvSpPr/>
            <p:nvPr/>
          </p:nvSpPr>
          <p:spPr>
            <a:xfrm>
              <a:off x="595232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F16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4" name="フリーフォーム: 図形 143">
              <a:extLst>
                <a:ext uri="{FF2B5EF4-FFF2-40B4-BE49-F238E27FC236}">
                  <a16:creationId xmlns:a16="http://schemas.microsoft.com/office/drawing/2014/main" id="{46596E97-A4DC-D06D-3FD7-D48EF0C33446}"/>
                </a:ext>
              </a:extLst>
            </p:cNvPr>
            <p:cNvSpPr/>
            <p:nvPr/>
          </p:nvSpPr>
          <p:spPr>
            <a:xfrm>
              <a:off x="593214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E16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5" name="フリーフォーム: 図形 144">
              <a:extLst>
                <a:ext uri="{FF2B5EF4-FFF2-40B4-BE49-F238E27FC236}">
                  <a16:creationId xmlns:a16="http://schemas.microsoft.com/office/drawing/2014/main" id="{2AF30ED2-CD97-D4D5-B9DE-EC371A4FE98F}"/>
                </a:ext>
              </a:extLst>
            </p:cNvPr>
            <p:cNvSpPr/>
            <p:nvPr/>
          </p:nvSpPr>
          <p:spPr>
            <a:xfrm>
              <a:off x="591196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D15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6" name="フリーフォーム: 図形 145">
              <a:extLst>
                <a:ext uri="{FF2B5EF4-FFF2-40B4-BE49-F238E27FC236}">
                  <a16:creationId xmlns:a16="http://schemas.microsoft.com/office/drawing/2014/main" id="{57AC6D19-CF92-DC5A-2841-BE8B502C4F9E}"/>
                </a:ext>
              </a:extLst>
            </p:cNvPr>
            <p:cNvSpPr/>
            <p:nvPr/>
          </p:nvSpPr>
          <p:spPr>
            <a:xfrm>
              <a:off x="589178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C15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7" name="フリーフォーム: 図形 146">
              <a:extLst>
                <a:ext uri="{FF2B5EF4-FFF2-40B4-BE49-F238E27FC236}">
                  <a16:creationId xmlns:a16="http://schemas.microsoft.com/office/drawing/2014/main" id="{6D89328B-46AE-2297-2847-7B150992BD6B}"/>
                </a:ext>
              </a:extLst>
            </p:cNvPr>
            <p:cNvSpPr/>
            <p:nvPr/>
          </p:nvSpPr>
          <p:spPr>
            <a:xfrm>
              <a:off x="587160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B15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8" name="フリーフォーム: 図形 147">
              <a:extLst>
                <a:ext uri="{FF2B5EF4-FFF2-40B4-BE49-F238E27FC236}">
                  <a16:creationId xmlns:a16="http://schemas.microsoft.com/office/drawing/2014/main" id="{996D3320-2239-5623-A00A-EEBF62339420}"/>
                </a:ext>
              </a:extLst>
            </p:cNvPr>
            <p:cNvSpPr/>
            <p:nvPr/>
          </p:nvSpPr>
          <p:spPr>
            <a:xfrm>
              <a:off x="585142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A14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9" name="フリーフォーム: 図形 148">
              <a:extLst>
                <a:ext uri="{FF2B5EF4-FFF2-40B4-BE49-F238E27FC236}">
                  <a16:creationId xmlns:a16="http://schemas.microsoft.com/office/drawing/2014/main" id="{21D33265-D705-E0BF-D01B-FC399F70C94C}"/>
                </a:ext>
              </a:extLst>
            </p:cNvPr>
            <p:cNvSpPr/>
            <p:nvPr/>
          </p:nvSpPr>
          <p:spPr>
            <a:xfrm>
              <a:off x="583125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914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0" name="フリーフォーム: 図形 149">
              <a:extLst>
                <a:ext uri="{FF2B5EF4-FFF2-40B4-BE49-F238E27FC236}">
                  <a16:creationId xmlns:a16="http://schemas.microsoft.com/office/drawing/2014/main" id="{8AC0DF2F-4EE7-C7EA-6F04-B01780E0B7BA}"/>
                </a:ext>
              </a:extLst>
            </p:cNvPr>
            <p:cNvSpPr/>
            <p:nvPr/>
          </p:nvSpPr>
          <p:spPr>
            <a:xfrm>
              <a:off x="581106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814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1" name="フリーフォーム: 図形 150">
              <a:extLst>
                <a:ext uri="{FF2B5EF4-FFF2-40B4-BE49-F238E27FC236}">
                  <a16:creationId xmlns:a16="http://schemas.microsoft.com/office/drawing/2014/main" id="{77312690-A97F-DD7C-1946-F6B1D4631142}"/>
                </a:ext>
              </a:extLst>
            </p:cNvPr>
            <p:cNvSpPr/>
            <p:nvPr/>
          </p:nvSpPr>
          <p:spPr>
            <a:xfrm>
              <a:off x="579089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714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2" name="フリーフォーム: 図形 151">
              <a:extLst>
                <a:ext uri="{FF2B5EF4-FFF2-40B4-BE49-F238E27FC236}">
                  <a16:creationId xmlns:a16="http://schemas.microsoft.com/office/drawing/2014/main" id="{C65F7683-B7A7-BC99-CC93-E0C8B4F6E91F}"/>
                </a:ext>
              </a:extLst>
            </p:cNvPr>
            <p:cNvSpPr/>
            <p:nvPr/>
          </p:nvSpPr>
          <p:spPr>
            <a:xfrm>
              <a:off x="577071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613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3" name="フリーフォーム: 図形 152">
              <a:extLst>
                <a:ext uri="{FF2B5EF4-FFF2-40B4-BE49-F238E27FC236}">
                  <a16:creationId xmlns:a16="http://schemas.microsoft.com/office/drawing/2014/main" id="{8E35D834-BCAC-40C0-33F0-A0C8D7457BD6}"/>
                </a:ext>
              </a:extLst>
            </p:cNvPr>
            <p:cNvSpPr/>
            <p:nvPr/>
          </p:nvSpPr>
          <p:spPr>
            <a:xfrm>
              <a:off x="575053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513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4" name="フリーフォーム: 図形 153">
              <a:extLst>
                <a:ext uri="{FF2B5EF4-FFF2-40B4-BE49-F238E27FC236}">
                  <a16:creationId xmlns:a16="http://schemas.microsoft.com/office/drawing/2014/main" id="{16AA5539-4922-F6D9-0DC4-81CD0566E168}"/>
                </a:ext>
              </a:extLst>
            </p:cNvPr>
            <p:cNvSpPr/>
            <p:nvPr/>
          </p:nvSpPr>
          <p:spPr>
            <a:xfrm>
              <a:off x="573035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413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5" name="フリーフォーム: 図形 154">
              <a:extLst>
                <a:ext uri="{FF2B5EF4-FFF2-40B4-BE49-F238E27FC236}">
                  <a16:creationId xmlns:a16="http://schemas.microsoft.com/office/drawing/2014/main" id="{FDB2B49B-BB02-E7A7-BE6A-928158C70D5E}"/>
                </a:ext>
              </a:extLst>
            </p:cNvPr>
            <p:cNvSpPr/>
            <p:nvPr/>
          </p:nvSpPr>
          <p:spPr>
            <a:xfrm>
              <a:off x="571018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312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6" name="フリーフォーム: 図形 155">
              <a:extLst>
                <a:ext uri="{FF2B5EF4-FFF2-40B4-BE49-F238E27FC236}">
                  <a16:creationId xmlns:a16="http://schemas.microsoft.com/office/drawing/2014/main" id="{15509426-E54C-77AA-1494-13B6E9A1AFD2}"/>
                </a:ext>
              </a:extLst>
            </p:cNvPr>
            <p:cNvSpPr/>
            <p:nvPr/>
          </p:nvSpPr>
          <p:spPr>
            <a:xfrm>
              <a:off x="568999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212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7" name="フリーフォーム: 図形 156">
              <a:extLst>
                <a:ext uri="{FF2B5EF4-FFF2-40B4-BE49-F238E27FC236}">
                  <a16:creationId xmlns:a16="http://schemas.microsoft.com/office/drawing/2014/main" id="{0037BEB9-596C-C54D-AAC7-E4826C589D07}"/>
                </a:ext>
              </a:extLst>
            </p:cNvPr>
            <p:cNvSpPr/>
            <p:nvPr/>
          </p:nvSpPr>
          <p:spPr>
            <a:xfrm>
              <a:off x="566982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112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8" name="フリーフォーム: 図形 157">
              <a:extLst>
                <a:ext uri="{FF2B5EF4-FFF2-40B4-BE49-F238E27FC236}">
                  <a16:creationId xmlns:a16="http://schemas.microsoft.com/office/drawing/2014/main" id="{3464AFDC-2C3C-8DED-623C-C4F9C8BEBB5A}"/>
                </a:ext>
              </a:extLst>
            </p:cNvPr>
            <p:cNvSpPr/>
            <p:nvPr/>
          </p:nvSpPr>
          <p:spPr>
            <a:xfrm>
              <a:off x="564963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4011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9" name="フリーフォーム: 図形 158">
              <a:extLst>
                <a:ext uri="{FF2B5EF4-FFF2-40B4-BE49-F238E27FC236}">
                  <a16:creationId xmlns:a16="http://schemas.microsoft.com/office/drawing/2014/main" id="{24297E0A-4A4C-F720-0E7A-857C14B6D8A8}"/>
                </a:ext>
              </a:extLst>
            </p:cNvPr>
            <p:cNvSpPr/>
            <p:nvPr/>
          </p:nvSpPr>
          <p:spPr>
            <a:xfrm>
              <a:off x="562946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F11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0" name="フリーフォーム: 図形 159">
              <a:extLst>
                <a:ext uri="{FF2B5EF4-FFF2-40B4-BE49-F238E27FC236}">
                  <a16:creationId xmlns:a16="http://schemas.microsoft.com/office/drawing/2014/main" id="{0081CB78-A9A9-8C3D-D7A6-AC7E5ED83F70}"/>
                </a:ext>
              </a:extLst>
            </p:cNvPr>
            <p:cNvSpPr/>
            <p:nvPr/>
          </p:nvSpPr>
          <p:spPr>
            <a:xfrm>
              <a:off x="560929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E11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1" name="フリーフォーム: 図形 160">
              <a:extLst>
                <a:ext uri="{FF2B5EF4-FFF2-40B4-BE49-F238E27FC236}">
                  <a16:creationId xmlns:a16="http://schemas.microsoft.com/office/drawing/2014/main" id="{A64D7B1D-6C97-1FC6-1D85-3000AC3CF04A}"/>
                </a:ext>
              </a:extLst>
            </p:cNvPr>
            <p:cNvSpPr/>
            <p:nvPr/>
          </p:nvSpPr>
          <p:spPr>
            <a:xfrm>
              <a:off x="558910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D11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2" name="フリーフォーム: 図形 161">
              <a:extLst>
                <a:ext uri="{FF2B5EF4-FFF2-40B4-BE49-F238E27FC236}">
                  <a16:creationId xmlns:a16="http://schemas.microsoft.com/office/drawing/2014/main" id="{8DFCA160-D610-9CBC-D216-2D4C29973A75}"/>
                </a:ext>
              </a:extLst>
            </p:cNvPr>
            <p:cNvSpPr/>
            <p:nvPr/>
          </p:nvSpPr>
          <p:spPr>
            <a:xfrm>
              <a:off x="556892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C10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3" name="フリーフォーム: 図形 162">
              <a:extLst>
                <a:ext uri="{FF2B5EF4-FFF2-40B4-BE49-F238E27FC236}">
                  <a16:creationId xmlns:a16="http://schemas.microsoft.com/office/drawing/2014/main" id="{1C5AF5C0-8EDA-1F27-B8B7-5AB3DF1B93D6}"/>
                </a:ext>
              </a:extLst>
            </p:cNvPr>
            <p:cNvSpPr/>
            <p:nvPr/>
          </p:nvSpPr>
          <p:spPr>
            <a:xfrm>
              <a:off x="554875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B10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4" name="フリーフォーム: 図形 163">
              <a:extLst>
                <a:ext uri="{FF2B5EF4-FFF2-40B4-BE49-F238E27FC236}">
                  <a16:creationId xmlns:a16="http://schemas.microsoft.com/office/drawing/2014/main" id="{C79EF5CA-F287-8E7C-0408-1B2AD425FCFA}"/>
                </a:ext>
              </a:extLst>
            </p:cNvPr>
            <p:cNvSpPr/>
            <p:nvPr/>
          </p:nvSpPr>
          <p:spPr>
            <a:xfrm>
              <a:off x="552857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A10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5" name="フリーフォーム: 図形 164">
              <a:extLst>
                <a:ext uri="{FF2B5EF4-FFF2-40B4-BE49-F238E27FC236}">
                  <a16:creationId xmlns:a16="http://schemas.microsoft.com/office/drawing/2014/main" id="{7833F684-C2DF-3A8E-CE67-4C5D475E14A9}"/>
                </a:ext>
              </a:extLst>
            </p:cNvPr>
            <p:cNvSpPr/>
            <p:nvPr/>
          </p:nvSpPr>
          <p:spPr>
            <a:xfrm>
              <a:off x="550839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90F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6" name="フリーフォーム: 図形 165">
              <a:extLst>
                <a:ext uri="{FF2B5EF4-FFF2-40B4-BE49-F238E27FC236}">
                  <a16:creationId xmlns:a16="http://schemas.microsoft.com/office/drawing/2014/main" id="{02F6AF2A-0F96-636B-5904-E8B3659169BE}"/>
                </a:ext>
              </a:extLst>
            </p:cNvPr>
            <p:cNvSpPr/>
            <p:nvPr/>
          </p:nvSpPr>
          <p:spPr>
            <a:xfrm>
              <a:off x="548821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80F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7" name="フリーフォーム: 図形 166">
              <a:extLst>
                <a:ext uri="{FF2B5EF4-FFF2-40B4-BE49-F238E27FC236}">
                  <a16:creationId xmlns:a16="http://schemas.microsoft.com/office/drawing/2014/main" id="{6C440CE5-670C-4C2E-D26D-287C0F85816A}"/>
                </a:ext>
              </a:extLst>
            </p:cNvPr>
            <p:cNvSpPr/>
            <p:nvPr/>
          </p:nvSpPr>
          <p:spPr>
            <a:xfrm>
              <a:off x="546803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70F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8" name="フリーフォーム: 図形 167">
              <a:extLst>
                <a:ext uri="{FF2B5EF4-FFF2-40B4-BE49-F238E27FC236}">
                  <a16:creationId xmlns:a16="http://schemas.microsoft.com/office/drawing/2014/main" id="{8DED69E2-5C7B-91A6-6178-9E6A188B7C84}"/>
                </a:ext>
              </a:extLst>
            </p:cNvPr>
            <p:cNvSpPr/>
            <p:nvPr/>
          </p:nvSpPr>
          <p:spPr>
            <a:xfrm>
              <a:off x="544786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60E0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9" name="フリーフォーム: 図形 168">
              <a:extLst>
                <a:ext uri="{FF2B5EF4-FFF2-40B4-BE49-F238E27FC236}">
                  <a16:creationId xmlns:a16="http://schemas.microsoft.com/office/drawing/2014/main" id="{E1CE3ACE-B6B2-6E3D-6E08-120E8A8FF56D}"/>
                </a:ext>
              </a:extLst>
            </p:cNvPr>
            <p:cNvSpPr/>
            <p:nvPr/>
          </p:nvSpPr>
          <p:spPr>
            <a:xfrm>
              <a:off x="542767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50E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0" name="フリーフォーム: 図形 169">
              <a:extLst>
                <a:ext uri="{FF2B5EF4-FFF2-40B4-BE49-F238E27FC236}">
                  <a16:creationId xmlns:a16="http://schemas.microsoft.com/office/drawing/2014/main" id="{833985D0-C23F-91E3-7431-AD65FF99A985}"/>
                </a:ext>
              </a:extLst>
            </p:cNvPr>
            <p:cNvSpPr/>
            <p:nvPr/>
          </p:nvSpPr>
          <p:spPr>
            <a:xfrm>
              <a:off x="540750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40E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1" name="フリーフォーム: 図形 170">
              <a:extLst>
                <a:ext uri="{FF2B5EF4-FFF2-40B4-BE49-F238E27FC236}">
                  <a16:creationId xmlns:a16="http://schemas.microsoft.com/office/drawing/2014/main" id="{3F052B20-21C7-B113-FE88-8FE5F07C4729}"/>
                </a:ext>
              </a:extLst>
            </p:cNvPr>
            <p:cNvSpPr/>
            <p:nvPr/>
          </p:nvSpPr>
          <p:spPr>
            <a:xfrm>
              <a:off x="538732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30E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2" name="フリーフォーム: 図形 171">
              <a:extLst>
                <a:ext uri="{FF2B5EF4-FFF2-40B4-BE49-F238E27FC236}">
                  <a16:creationId xmlns:a16="http://schemas.microsoft.com/office/drawing/2014/main" id="{3DFF7939-F034-C538-48A9-160096CACE44}"/>
                </a:ext>
              </a:extLst>
            </p:cNvPr>
            <p:cNvSpPr/>
            <p:nvPr/>
          </p:nvSpPr>
          <p:spPr>
            <a:xfrm>
              <a:off x="536714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20D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3" name="フリーフォーム: 図形 172">
              <a:extLst>
                <a:ext uri="{FF2B5EF4-FFF2-40B4-BE49-F238E27FC236}">
                  <a16:creationId xmlns:a16="http://schemas.microsoft.com/office/drawing/2014/main" id="{65075866-B66A-B75D-4F7C-D65086586B13}"/>
                </a:ext>
              </a:extLst>
            </p:cNvPr>
            <p:cNvSpPr/>
            <p:nvPr/>
          </p:nvSpPr>
          <p:spPr>
            <a:xfrm>
              <a:off x="534696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10D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4" name="フリーフォーム: 図形 173">
              <a:extLst>
                <a:ext uri="{FF2B5EF4-FFF2-40B4-BE49-F238E27FC236}">
                  <a16:creationId xmlns:a16="http://schemas.microsoft.com/office/drawing/2014/main" id="{F0C88803-9983-DDB7-F9C8-2BC837192CE1}"/>
                </a:ext>
              </a:extLst>
            </p:cNvPr>
            <p:cNvSpPr/>
            <p:nvPr/>
          </p:nvSpPr>
          <p:spPr>
            <a:xfrm>
              <a:off x="532678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300D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5" name="フリーフォーム: 図形 174">
              <a:extLst>
                <a:ext uri="{FF2B5EF4-FFF2-40B4-BE49-F238E27FC236}">
                  <a16:creationId xmlns:a16="http://schemas.microsoft.com/office/drawing/2014/main" id="{050530D0-7699-C2B4-7257-11A55257B917}"/>
                </a:ext>
              </a:extLst>
            </p:cNvPr>
            <p:cNvSpPr/>
            <p:nvPr/>
          </p:nvSpPr>
          <p:spPr>
            <a:xfrm>
              <a:off x="530660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F0C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6" name="フリーフォーム: 図形 175">
              <a:extLst>
                <a:ext uri="{FF2B5EF4-FFF2-40B4-BE49-F238E27FC236}">
                  <a16:creationId xmlns:a16="http://schemas.microsoft.com/office/drawing/2014/main" id="{910DA8AD-220B-2C0C-2E43-06C17612B6D0}"/>
                </a:ext>
              </a:extLst>
            </p:cNvPr>
            <p:cNvSpPr/>
            <p:nvPr/>
          </p:nvSpPr>
          <p:spPr>
            <a:xfrm>
              <a:off x="528643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E0C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7" name="フリーフォーム: 図形 176">
              <a:extLst>
                <a:ext uri="{FF2B5EF4-FFF2-40B4-BE49-F238E27FC236}">
                  <a16:creationId xmlns:a16="http://schemas.microsoft.com/office/drawing/2014/main" id="{5FD23BF2-8E79-7A6C-D0C6-29DB78684188}"/>
                </a:ext>
              </a:extLst>
            </p:cNvPr>
            <p:cNvSpPr/>
            <p:nvPr/>
          </p:nvSpPr>
          <p:spPr>
            <a:xfrm>
              <a:off x="526624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D0C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8" name="フリーフォーム: 図形 177">
              <a:extLst>
                <a:ext uri="{FF2B5EF4-FFF2-40B4-BE49-F238E27FC236}">
                  <a16:creationId xmlns:a16="http://schemas.microsoft.com/office/drawing/2014/main" id="{DC1CC38E-B859-FA83-B9AE-E0E8D23B2D9F}"/>
                </a:ext>
              </a:extLst>
            </p:cNvPr>
            <p:cNvSpPr/>
            <p:nvPr/>
          </p:nvSpPr>
          <p:spPr>
            <a:xfrm>
              <a:off x="524607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C0B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9" name="フリーフォーム: 図形 178">
              <a:extLst>
                <a:ext uri="{FF2B5EF4-FFF2-40B4-BE49-F238E27FC236}">
                  <a16:creationId xmlns:a16="http://schemas.microsoft.com/office/drawing/2014/main" id="{135A831F-D25C-33C7-B464-FBBE21DAE3DA}"/>
                </a:ext>
              </a:extLst>
            </p:cNvPr>
            <p:cNvSpPr/>
            <p:nvPr/>
          </p:nvSpPr>
          <p:spPr>
            <a:xfrm>
              <a:off x="522589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B0B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0" name="フリーフォーム: 図形 179">
              <a:extLst>
                <a:ext uri="{FF2B5EF4-FFF2-40B4-BE49-F238E27FC236}">
                  <a16:creationId xmlns:a16="http://schemas.microsoft.com/office/drawing/2014/main" id="{88B2D722-3866-AA6E-35C1-72B20CEA51C3}"/>
                </a:ext>
              </a:extLst>
            </p:cNvPr>
            <p:cNvSpPr/>
            <p:nvPr/>
          </p:nvSpPr>
          <p:spPr>
            <a:xfrm>
              <a:off x="520571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A0B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1" name="フリーフォーム: 図形 180">
              <a:extLst>
                <a:ext uri="{FF2B5EF4-FFF2-40B4-BE49-F238E27FC236}">
                  <a16:creationId xmlns:a16="http://schemas.microsoft.com/office/drawing/2014/main" id="{9DC79B0C-0150-882E-B0EB-9E11002FA274}"/>
                </a:ext>
              </a:extLst>
            </p:cNvPr>
            <p:cNvSpPr/>
            <p:nvPr/>
          </p:nvSpPr>
          <p:spPr>
            <a:xfrm>
              <a:off x="518553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90B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2" name="フリーフォーム: 図形 181">
              <a:extLst>
                <a:ext uri="{FF2B5EF4-FFF2-40B4-BE49-F238E27FC236}">
                  <a16:creationId xmlns:a16="http://schemas.microsoft.com/office/drawing/2014/main" id="{53C1EBAB-0B9A-A7BB-9B18-0AAD4586A1B9}"/>
                </a:ext>
              </a:extLst>
            </p:cNvPr>
            <p:cNvSpPr/>
            <p:nvPr/>
          </p:nvSpPr>
          <p:spPr>
            <a:xfrm>
              <a:off x="516535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80A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3" name="フリーフォーム: 図形 182">
              <a:extLst>
                <a:ext uri="{FF2B5EF4-FFF2-40B4-BE49-F238E27FC236}">
                  <a16:creationId xmlns:a16="http://schemas.microsoft.com/office/drawing/2014/main" id="{2AE44B3A-D326-7C2B-2152-241CD1D9183B}"/>
                </a:ext>
              </a:extLst>
            </p:cNvPr>
            <p:cNvSpPr/>
            <p:nvPr/>
          </p:nvSpPr>
          <p:spPr>
            <a:xfrm>
              <a:off x="514517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70A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4" name="フリーフォーム: 図形 183">
              <a:extLst>
                <a:ext uri="{FF2B5EF4-FFF2-40B4-BE49-F238E27FC236}">
                  <a16:creationId xmlns:a16="http://schemas.microsoft.com/office/drawing/2014/main" id="{55F6DC1D-279C-5421-FED6-B5CF045670FF}"/>
                </a:ext>
              </a:extLst>
            </p:cNvPr>
            <p:cNvSpPr/>
            <p:nvPr/>
          </p:nvSpPr>
          <p:spPr>
            <a:xfrm>
              <a:off x="512500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60A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5" name="フリーフォーム: 図形 184">
              <a:extLst>
                <a:ext uri="{FF2B5EF4-FFF2-40B4-BE49-F238E27FC236}">
                  <a16:creationId xmlns:a16="http://schemas.microsoft.com/office/drawing/2014/main" id="{40A843C7-632C-9329-945F-0B02A6C4D255}"/>
                </a:ext>
              </a:extLst>
            </p:cNvPr>
            <p:cNvSpPr/>
            <p:nvPr/>
          </p:nvSpPr>
          <p:spPr>
            <a:xfrm>
              <a:off x="510482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509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6" name="フリーフォーム: 図形 185">
              <a:extLst>
                <a:ext uri="{FF2B5EF4-FFF2-40B4-BE49-F238E27FC236}">
                  <a16:creationId xmlns:a16="http://schemas.microsoft.com/office/drawing/2014/main" id="{B0B968EF-380C-6FC3-0BC8-803E7ABF610C}"/>
                </a:ext>
              </a:extLst>
            </p:cNvPr>
            <p:cNvSpPr/>
            <p:nvPr/>
          </p:nvSpPr>
          <p:spPr>
            <a:xfrm>
              <a:off x="508464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409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7" name="フリーフォーム: 図形 186">
              <a:extLst>
                <a:ext uri="{FF2B5EF4-FFF2-40B4-BE49-F238E27FC236}">
                  <a16:creationId xmlns:a16="http://schemas.microsoft.com/office/drawing/2014/main" id="{ACB2134A-C48D-5805-A6FE-F2B4CA2307D1}"/>
                </a:ext>
              </a:extLst>
            </p:cNvPr>
            <p:cNvSpPr/>
            <p:nvPr/>
          </p:nvSpPr>
          <p:spPr>
            <a:xfrm>
              <a:off x="506447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309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8" name="フリーフォーム: 図形 187">
              <a:extLst>
                <a:ext uri="{FF2B5EF4-FFF2-40B4-BE49-F238E27FC236}">
                  <a16:creationId xmlns:a16="http://schemas.microsoft.com/office/drawing/2014/main" id="{128B5382-53DF-A40A-2788-C6362762A057}"/>
                </a:ext>
              </a:extLst>
            </p:cNvPr>
            <p:cNvSpPr/>
            <p:nvPr/>
          </p:nvSpPr>
          <p:spPr>
            <a:xfrm>
              <a:off x="504428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208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9" name="フリーフォーム: 図形 188">
              <a:extLst>
                <a:ext uri="{FF2B5EF4-FFF2-40B4-BE49-F238E27FC236}">
                  <a16:creationId xmlns:a16="http://schemas.microsoft.com/office/drawing/2014/main" id="{F2A2AA1C-CDB8-1963-C737-830CB6AD0DC2}"/>
                </a:ext>
              </a:extLst>
            </p:cNvPr>
            <p:cNvSpPr/>
            <p:nvPr/>
          </p:nvSpPr>
          <p:spPr>
            <a:xfrm>
              <a:off x="502411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108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0" name="フリーフォーム: 図形 189">
              <a:extLst>
                <a:ext uri="{FF2B5EF4-FFF2-40B4-BE49-F238E27FC236}">
                  <a16:creationId xmlns:a16="http://schemas.microsoft.com/office/drawing/2014/main" id="{F542555F-3BB6-2719-3EF0-25073231EBA6}"/>
                </a:ext>
              </a:extLst>
            </p:cNvPr>
            <p:cNvSpPr/>
            <p:nvPr/>
          </p:nvSpPr>
          <p:spPr>
            <a:xfrm>
              <a:off x="500392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2008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1" name="フリーフォーム: 図形 190">
              <a:extLst>
                <a:ext uri="{FF2B5EF4-FFF2-40B4-BE49-F238E27FC236}">
                  <a16:creationId xmlns:a16="http://schemas.microsoft.com/office/drawing/2014/main" id="{AA49DC9C-D7BC-1CC5-EB95-A65483BF5027}"/>
                </a:ext>
              </a:extLst>
            </p:cNvPr>
            <p:cNvSpPr/>
            <p:nvPr/>
          </p:nvSpPr>
          <p:spPr>
            <a:xfrm>
              <a:off x="498375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F08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2" name="フリーフォーム: 図形 191">
              <a:extLst>
                <a:ext uri="{FF2B5EF4-FFF2-40B4-BE49-F238E27FC236}">
                  <a16:creationId xmlns:a16="http://schemas.microsoft.com/office/drawing/2014/main" id="{AE8BEDB8-EBE1-B899-DA65-673EBEE6EA7C}"/>
                </a:ext>
              </a:extLst>
            </p:cNvPr>
            <p:cNvSpPr/>
            <p:nvPr/>
          </p:nvSpPr>
          <p:spPr>
            <a:xfrm>
              <a:off x="496357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E07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3" name="フリーフォーム: 図形 192">
              <a:extLst>
                <a:ext uri="{FF2B5EF4-FFF2-40B4-BE49-F238E27FC236}">
                  <a16:creationId xmlns:a16="http://schemas.microsoft.com/office/drawing/2014/main" id="{91DAD9D5-E50C-0F04-0359-AE82548660DF}"/>
                </a:ext>
              </a:extLst>
            </p:cNvPr>
            <p:cNvSpPr/>
            <p:nvPr/>
          </p:nvSpPr>
          <p:spPr>
            <a:xfrm>
              <a:off x="494339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D07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4" name="フリーフォーム: 図形 193">
              <a:extLst>
                <a:ext uri="{FF2B5EF4-FFF2-40B4-BE49-F238E27FC236}">
                  <a16:creationId xmlns:a16="http://schemas.microsoft.com/office/drawing/2014/main" id="{A21B853B-53CF-7990-A31F-5308FBA826B9}"/>
                </a:ext>
              </a:extLst>
            </p:cNvPr>
            <p:cNvSpPr/>
            <p:nvPr/>
          </p:nvSpPr>
          <p:spPr>
            <a:xfrm>
              <a:off x="492321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C07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5" name="フリーフォーム: 図形 194">
              <a:extLst>
                <a:ext uri="{FF2B5EF4-FFF2-40B4-BE49-F238E27FC236}">
                  <a16:creationId xmlns:a16="http://schemas.microsoft.com/office/drawing/2014/main" id="{CB6479C4-B269-123E-EEC7-8F7790A7DDFD}"/>
                </a:ext>
              </a:extLst>
            </p:cNvPr>
            <p:cNvSpPr/>
            <p:nvPr/>
          </p:nvSpPr>
          <p:spPr>
            <a:xfrm>
              <a:off x="490304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B06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6" name="フリーフォーム: 図形 195">
              <a:extLst>
                <a:ext uri="{FF2B5EF4-FFF2-40B4-BE49-F238E27FC236}">
                  <a16:creationId xmlns:a16="http://schemas.microsoft.com/office/drawing/2014/main" id="{F3AB2731-E535-DA00-6AD6-FEDDDCA51827}"/>
                </a:ext>
              </a:extLst>
            </p:cNvPr>
            <p:cNvSpPr/>
            <p:nvPr/>
          </p:nvSpPr>
          <p:spPr>
            <a:xfrm>
              <a:off x="488285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A06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7" name="フリーフォーム: 図形 196">
              <a:extLst>
                <a:ext uri="{FF2B5EF4-FFF2-40B4-BE49-F238E27FC236}">
                  <a16:creationId xmlns:a16="http://schemas.microsoft.com/office/drawing/2014/main" id="{C7997BC5-613E-457D-2A3E-79EB15A77272}"/>
                </a:ext>
              </a:extLst>
            </p:cNvPr>
            <p:cNvSpPr/>
            <p:nvPr/>
          </p:nvSpPr>
          <p:spPr>
            <a:xfrm>
              <a:off x="486268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906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8" name="フリーフォーム: 図形 197">
              <a:extLst>
                <a:ext uri="{FF2B5EF4-FFF2-40B4-BE49-F238E27FC236}">
                  <a16:creationId xmlns:a16="http://schemas.microsoft.com/office/drawing/2014/main" id="{F2A768B4-8751-E121-23ED-4C8E6E772613}"/>
                </a:ext>
              </a:extLst>
            </p:cNvPr>
            <p:cNvSpPr/>
            <p:nvPr/>
          </p:nvSpPr>
          <p:spPr>
            <a:xfrm>
              <a:off x="484250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805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9" name="フリーフォーム: 図形 198">
              <a:extLst>
                <a:ext uri="{FF2B5EF4-FFF2-40B4-BE49-F238E27FC236}">
                  <a16:creationId xmlns:a16="http://schemas.microsoft.com/office/drawing/2014/main" id="{D5ABF1B3-CECB-1798-36DE-C973165A4832}"/>
                </a:ext>
              </a:extLst>
            </p:cNvPr>
            <p:cNvSpPr/>
            <p:nvPr/>
          </p:nvSpPr>
          <p:spPr>
            <a:xfrm>
              <a:off x="482232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705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0" name="フリーフォーム: 図形 199">
              <a:extLst>
                <a:ext uri="{FF2B5EF4-FFF2-40B4-BE49-F238E27FC236}">
                  <a16:creationId xmlns:a16="http://schemas.microsoft.com/office/drawing/2014/main" id="{4B361B57-BF0A-EAEB-A31F-EB03A9E4A4B4}"/>
                </a:ext>
              </a:extLst>
            </p:cNvPr>
            <p:cNvSpPr/>
            <p:nvPr/>
          </p:nvSpPr>
          <p:spPr>
            <a:xfrm>
              <a:off x="480214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605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1" name="フリーフォーム: 図形 200">
              <a:extLst>
                <a:ext uri="{FF2B5EF4-FFF2-40B4-BE49-F238E27FC236}">
                  <a16:creationId xmlns:a16="http://schemas.microsoft.com/office/drawing/2014/main" id="{043CEFAC-2BDF-8DD5-4D7E-A52AAB06F471}"/>
                </a:ext>
              </a:extLst>
            </p:cNvPr>
            <p:cNvSpPr/>
            <p:nvPr/>
          </p:nvSpPr>
          <p:spPr>
            <a:xfrm>
              <a:off x="478196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505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2" name="フリーフォーム: 図形 201">
              <a:extLst>
                <a:ext uri="{FF2B5EF4-FFF2-40B4-BE49-F238E27FC236}">
                  <a16:creationId xmlns:a16="http://schemas.microsoft.com/office/drawing/2014/main" id="{68EDDBB8-CA5B-A80D-50A5-740A05C17FC7}"/>
                </a:ext>
              </a:extLst>
            </p:cNvPr>
            <p:cNvSpPr/>
            <p:nvPr/>
          </p:nvSpPr>
          <p:spPr>
            <a:xfrm>
              <a:off x="476178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404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3" name="フリーフォーム: 図形 202">
              <a:extLst>
                <a:ext uri="{FF2B5EF4-FFF2-40B4-BE49-F238E27FC236}">
                  <a16:creationId xmlns:a16="http://schemas.microsoft.com/office/drawing/2014/main" id="{7DF12B17-4656-E920-B69C-E1FCC9487535}"/>
                </a:ext>
              </a:extLst>
            </p:cNvPr>
            <p:cNvSpPr/>
            <p:nvPr/>
          </p:nvSpPr>
          <p:spPr>
            <a:xfrm>
              <a:off x="474161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304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4" name="フリーフォーム: 図形 203">
              <a:extLst>
                <a:ext uri="{FF2B5EF4-FFF2-40B4-BE49-F238E27FC236}">
                  <a16:creationId xmlns:a16="http://schemas.microsoft.com/office/drawing/2014/main" id="{9FFECD22-FD5F-DE90-420A-4AD99015A9EA}"/>
                </a:ext>
              </a:extLst>
            </p:cNvPr>
            <p:cNvSpPr/>
            <p:nvPr/>
          </p:nvSpPr>
          <p:spPr>
            <a:xfrm>
              <a:off x="4721427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204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5" name="フリーフォーム: 図形 204">
              <a:extLst>
                <a:ext uri="{FF2B5EF4-FFF2-40B4-BE49-F238E27FC236}">
                  <a16:creationId xmlns:a16="http://schemas.microsoft.com/office/drawing/2014/main" id="{5C879DDA-3C39-AA8C-5E3E-4A967D51586B}"/>
                </a:ext>
              </a:extLst>
            </p:cNvPr>
            <p:cNvSpPr/>
            <p:nvPr/>
          </p:nvSpPr>
          <p:spPr>
            <a:xfrm>
              <a:off x="470125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103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6" name="フリーフォーム: 図形 205">
              <a:extLst>
                <a:ext uri="{FF2B5EF4-FFF2-40B4-BE49-F238E27FC236}">
                  <a16:creationId xmlns:a16="http://schemas.microsoft.com/office/drawing/2014/main" id="{0FD4C8CB-D729-7A4D-EC82-9D97B55FEDBB}"/>
                </a:ext>
              </a:extLst>
            </p:cNvPr>
            <p:cNvSpPr/>
            <p:nvPr/>
          </p:nvSpPr>
          <p:spPr>
            <a:xfrm>
              <a:off x="468107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1003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7" name="フリーフォーム: 図形 206">
              <a:extLst>
                <a:ext uri="{FF2B5EF4-FFF2-40B4-BE49-F238E27FC236}">
                  <a16:creationId xmlns:a16="http://schemas.microsoft.com/office/drawing/2014/main" id="{D8443B09-BF44-7D36-78E5-9C502B9EB298}"/>
                </a:ext>
              </a:extLst>
            </p:cNvPr>
            <p:cNvSpPr/>
            <p:nvPr/>
          </p:nvSpPr>
          <p:spPr>
            <a:xfrm>
              <a:off x="466089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F03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8" name="フリーフォーム: 図形 207">
              <a:extLst>
                <a:ext uri="{FF2B5EF4-FFF2-40B4-BE49-F238E27FC236}">
                  <a16:creationId xmlns:a16="http://schemas.microsoft.com/office/drawing/2014/main" id="{FE787404-DCC1-79B5-487B-5B9EC6A92713}"/>
                </a:ext>
              </a:extLst>
            </p:cNvPr>
            <p:cNvSpPr/>
            <p:nvPr/>
          </p:nvSpPr>
          <p:spPr>
            <a:xfrm>
              <a:off x="4640713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E02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9" name="フリーフォーム: 図形 208">
              <a:extLst>
                <a:ext uri="{FF2B5EF4-FFF2-40B4-BE49-F238E27FC236}">
                  <a16:creationId xmlns:a16="http://schemas.microsoft.com/office/drawing/2014/main" id="{99B2CF00-E0B7-8C95-9DF6-9EC9636C043B}"/>
                </a:ext>
              </a:extLst>
            </p:cNvPr>
            <p:cNvSpPr/>
            <p:nvPr/>
          </p:nvSpPr>
          <p:spPr>
            <a:xfrm>
              <a:off x="4620539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D02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0" name="フリーフォーム: 図形 209">
              <a:extLst>
                <a:ext uri="{FF2B5EF4-FFF2-40B4-BE49-F238E27FC236}">
                  <a16:creationId xmlns:a16="http://schemas.microsoft.com/office/drawing/2014/main" id="{DFC225BD-FFFB-6E25-E87D-1B5A61DE1602}"/>
                </a:ext>
              </a:extLst>
            </p:cNvPr>
            <p:cNvSpPr/>
            <p:nvPr/>
          </p:nvSpPr>
          <p:spPr>
            <a:xfrm>
              <a:off x="4600365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C02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1" name="フリーフォーム: 図形 210">
              <a:extLst>
                <a:ext uri="{FF2B5EF4-FFF2-40B4-BE49-F238E27FC236}">
                  <a16:creationId xmlns:a16="http://schemas.microsoft.com/office/drawing/2014/main" id="{9717AF26-0EB0-FD50-3BC1-44669C5FDF49}"/>
                </a:ext>
              </a:extLst>
            </p:cNvPr>
            <p:cNvSpPr/>
            <p:nvPr/>
          </p:nvSpPr>
          <p:spPr>
            <a:xfrm>
              <a:off x="4580181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B02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2" name="フリーフォーム: 図形 211">
              <a:extLst>
                <a:ext uri="{FF2B5EF4-FFF2-40B4-BE49-F238E27FC236}">
                  <a16:creationId xmlns:a16="http://schemas.microsoft.com/office/drawing/2014/main" id="{5A9BB5BD-ABDE-C523-047A-EC8D1ED21126}"/>
                </a:ext>
              </a:extLst>
            </p:cNvPr>
            <p:cNvSpPr/>
            <p:nvPr/>
          </p:nvSpPr>
          <p:spPr>
            <a:xfrm>
              <a:off x="4559998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A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3" name="フリーフォーム: 図形 212">
              <a:extLst>
                <a:ext uri="{FF2B5EF4-FFF2-40B4-BE49-F238E27FC236}">
                  <a16:creationId xmlns:a16="http://schemas.microsoft.com/office/drawing/2014/main" id="{AA8D039C-51C7-2C25-204E-F96A674A3455}"/>
                </a:ext>
              </a:extLst>
            </p:cNvPr>
            <p:cNvSpPr/>
            <p:nvPr/>
          </p:nvSpPr>
          <p:spPr>
            <a:xfrm>
              <a:off x="4539824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1 w 385241"/>
                <a:gd name="connsiteY1" fmla="*/ 0 h 565965"/>
                <a:gd name="connsiteX2" fmla="*/ 385241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1" y="0"/>
                  </a:lnTo>
                  <a:lnTo>
                    <a:pt x="385241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9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4" name="フリーフォーム: 図形 213">
              <a:extLst>
                <a:ext uri="{FF2B5EF4-FFF2-40B4-BE49-F238E27FC236}">
                  <a16:creationId xmlns:a16="http://schemas.microsoft.com/office/drawing/2014/main" id="{C167559C-4513-534E-9E27-A7B23E85CD1B}"/>
                </a:ext>
              </a:extLst>
            </p:cNvPr>
            <p:cNvSpPr/>
            <p:nvPr/>
          </p:nvSpPr>
          <p:spPr>
            <a:xfrm>
              <a:off x="4519650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8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5" name="フリーフォーム: 図形 214">
              <a:extLst>
                <a:ext uri="{FF2B5EF4-FFF2-40B4-BE49-F238E27FC236}">
                  <a16:creationId xmlns:a16="http://schemas.microsoft.com/office/drawing/2014/main" id="{BEEC2F50-0648-6ED4-EAFE-E43F25F17A8F}"/>
                </a:ext>
              </a:extLst>
            </p:cNvPr>
            <p:cNvSpPr/>
            <p:nvPr/>
          </p:nvSpPr>
          <p:spPr>
            <a:xfrm>
              <a:off x="4499466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700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6" name="フリーフォーム: 図形 215">
              <a:extLst>
                <a:ext uri="{FF2B5EF4-FFF2-40B4-BE49-F238E27FC236}">
                  <a16:creationId xmlns:a16="http://schemas.microsoft.com/office/drawing/2014/main" id="{03C3AE06-7398-B94E-82B4-F9ACB5015221}"/>
                </a:ext>
              </a:extLst>
            </p:cNvPr>
            <p:cNvSpPr/>
            <p:nvPr/>
          </p:nvSpPr>
          <p:spPr>
            <a:xfrm>
              <a:off x="4479292" y="5207717"/>
              <a:ext cx="385241" cy="565965"/>
            </a:xfrm>
            <a:custGeom>
              <a:avLst/>
              <a:gdLst>
                <a:gd name="connsiteX0" fmla="*/ 0 w 385241"/>
                <a:gd name="connsiteY0" fmla="*/ 0 h 565965"/>
                <a:gd name="connsiteX1" fmla="*/ 385242 w 385241"/>
                <a:gd name="connsiteY1" fmla="*/ 0 h 565965"/>
                <a:gd name="connsiteX2" fmla="*/ 385242 w 385241"/>
                <a:gd name="connsiteY2" fmla="*/ 565965 h 565965"/>
                <a:gd name="connsiteX3" fmla="*/ 0 w 385241"/>
                <a:gd name="connsiteY3" fmla="*/ 565965 h 5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41" h="565965">
                  <a:moveTo>
                    <a:pt x="0" y="0"/>
                  </a:moveTo>
                  <a:lnTo>
                    <a:pt x="385242" y="0"/>
                  </a:lnTo>
                  <a:lnTo>
                    <a:pt x="385242" y="565965"/>
                  </a:lnTo>
                  <a:lnTo>
                    <a:pt x="0" y="565965"/>
                  </a:lnTo>
                  <a:close/>
                </a:path>
              </a:pathLst>
            </a:custGeom>
            <a:solidFill>
              <a:srgbClr val="0600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7" name="フリーフォーム: 図形 216">
              <a:extLst>
                <a:ext uri="{FF2B5EF4-FFF2-40B4-BE49-F238E27FC236}">
                  <a16:creationId xmlns:a16="http://schemas.microsoft.com/office/drawing/2014/main" id="{859EEC9C-AF7B-1731-C2AF-E7DA8730301E}"/>
                </a:ext>
              </a:extLst>
            </p:cNvPr>
            <p:cNvSpPr/>
            <p:nvPr/>
          </p:nvSpPr>
          <p:spPr>
            <a:xfrm>
              <a:off x="4611842" y="5399160"/>
              <a:ext cx="203711" cy="196757"/>
            </a:xfrm>
            <a:custGeom>
              <a:avLst/>
              <a:gdLst>
                <a:gd name="connsiteX0" fmla="*/ 25727 w 203711"/>
                <a:gd name="connsiteY0" fmla="*/ 109242 h 196757"/>
                <a:gd name="connsiteX1" fmla="*/ 26565 w 203711"/>
                <a:gd name="connsiteY1" fmla="*/ 86249 h 196757"/>
                <a:gd name="connsiteX2" fmla="*/ 9696 w 203711"/>
                <a:gd name="connsiteY2" fmla="*/ 109242 h 196757"/>
                <a:gd name="connsiteX3" fmla="*/ 0 w 203711"/>
                <a:gd name="connsiteY3" fmla="*/ 83506 h 196757"/>
                <a:gd name="connsiteX4" fmla="*/ 33947 w 203711"/>
                <a:gd name="connsiteY4" fmla="*/ 29937 h 196757"/>
                <a:gd name="connsiteX5" fmla="*/ 42586 w 203711"/>
                <a:gd name="connsiteY5" fmla="*/ 0 h 196757"/>
                <a:gd name="connsiteX6" fmla="*/ 66846 w 203711"/>
                <a:gd name="connsiteY6" fmla="*/ 6105 h 196757"/>
                <a:gd name="connsiteX7" fmla="*/ 47863 w 203711"/>
                <a:gd name="connsiteY7" fmla="*/ 54197 h 196757"/>
                <a:gd name="connsiteX8" fmla="*/ 47863 w 203711"/>
                <a:gd name="connsiteY8" fmla="*/ 172298 h 196757"/>
                <a:gd name="connsiteX9" fmla="*/ 48920 w 203711"/>
                <a:gd name="connsiteY9" fmla="*/ 196758 h 196757"/>
                <a:gd name="connsiteX10" fmla="*/ 24460 w 203711"/>
                <a:gd name="connsiteY10" fmla="*/ 196758 h 196757"/>
                <a:gd name="connsiteX11" fmla="*/ 25727 w 203711"/>
                <a:gd name="connsiteY11" fmla="*/ 172079 h 196757"/>
                <a:gd name="connsiteX12" fmla="*/ 95945 w 203711"/>
                <a:gd name="connsiteY12" fmla="*/ 89421 h 196757"/>
                <a:gd name="connsiteX13" fmla="*/ 95945 w 203711"/>
                <a:gd name="connsiteY13" fmla="*/ 132016 h 196757"/>
                <a:gd name="connsiteX14" fmla="*/ 133274 w 203711"/>
                <a:gd name="connsiteY14" fmla="*/ 122320 h 196757"/>
                <a:gd name="connsiteX15" fmla="*/ 133274 w 203711"/>
                <a:gd name="connsiteY15" fmla="*/ 143189 h 196757"/>
                <a:gd name="connsiteX16" fmla="*/ 67904 w 203711"/>
                <a:gd name="connsiteY16" fmla="*/ 160277 h 196757"/>
                <a:gd name="connsiteX17" fmla="*/ 59045 w 203711"/>
                <a:gd name="connsiteY17" fmla="*/ 162382 h 196757"/>
                <a:gd name="connsiteX18" fmla="*/ 55664 w 203711"/>
                <a:gd name="connsiteY18" fmla="*/ 138551 h 196757"/>
                <a:gd name="connsiteX19" fmla="*/ 73809 w 203711"/>
                <a:gd name="connsiteY19" fmla="*/ 136236 h 196757"/>
                <a:gd name="connsiteX20" fmla="*/ 73809 w 203711"/>
                <a:gd name="connsiteY20" fmla="*/ 39224 h 196757"/>
                <a:gd name="connsiteX21" fmla="*/ 72961 w 203711"/>
                <a:gd name="connsiteY21" fmla="*/ 20031 h 196757"/>
                <a:gd name="connsiteX22" fmla="*/ 78019 w 203711"/>
                <a:gd name="connsiteY22" fmla="*/ 20031 h 196757"/>
                <a:gd name="connsiteX23" fmla="*/ 173126 w 203711"/>
                <a:gd name="connsiteY23" fmla="*/ 629 h 196757"/>
                <a:gd name="connsiteX24" fmla="*/ 190424 w 203711"/>
                <a:gd name="connsiteY24" fmla="*/ 21298 h 196757"/>
                <a:gd name="connsiteX25" fmla="*/ 150562 w 203711"/>
                <a:gd name="connsiteY25" fmla="*/ 32052 h 196757"/>
                <a:gd name="connsiteX26" fmla="*/ 151838 w 203711"/>
                <a:gd name="connsiteY26" fmla="*/ 66847 h 196757"/>
                <a:gd name="connsiteX27" fmla="*/ 175241 w 203711"/>
                <a:gd name="connsiteY27" fmla="*/ 66008 h 196757"/>
                <a:gd name="connsiteX28" fmla="*/ 195491 w 203711"/>
                <a:gd name="connsiteY28" fmla="*/ 64322 h 196757"/>
                <a:gd name="connsiteX29" fmla="*/ 195910 w 203711"/>
                <a:gd name="connsiteY29" fmla="*/ 87306 h 196757"/>
                <a:gd name="connsiteX30" fmla="*/ 181146 w 203711"/>
                <a:gd name="connsiteY30" fmla="*/ 86887 h 196757"/>
                <a:gd name="connsiteX31" fmla="*/ 175241 w 203711"/>
                <a:gd name="connsiteY31" fmla="*/ 87087 h 196757"/>
                <a:gd name="connsiteX32" fmla="*/ 153734 w 203711"/>
                <a:gd name="connsiteY32" fmla="*/ 87725 h 196757"/>
                <a:gd name="connsiteX33" fmla="*/ 163011 w 203711"/>
                <a:gd name="connsiteY33" fmla="*/ 123158 h 196757"/>
                <a:gd name="connsiteX34" fmla="*/ 180099 w 203711"/>
                <a:gd name="connsiteY34" fmla="*/ 146571 h 196757"/>
                <a:gd name="connsiteX35" fmla="*/ 183461 w 203711"/>
                <a:gd name="connsiteY35" fmla="*/ 143189 h 196757"/>
                <a:gd name="connsiteX36" fmla="*/ 185995 w 203711"/>
                <a:gd name="connsiteY36" fmla="*/ 126740 h 196757"/>
                <a:gd name="connsiteX37" fmla="*/ 186623 w 203711"/>
                <a:gd name="connsiteY37" fmla="*/ 115348 h 196757"/>
                <a:gd name="connsiteX38" fmla="*/ 203711 w 203711"/>
                <a:gd name="connsiteY38" fmla="*/ 129064 h 196757"/>
                <a:gd name="connsiteX39" fmla="*/ 196539 w 203711"/>
                <a:gd name="connsiteY39" fmla="*/ 162382 h 196757"/>
                <a:gd name="connsiteX40" fmla="*/ 181566 w 203711"/>
                <a:gd name="connsiteY40" fmla="*/ 173146 h 196757"/>
                <a:gd name="connsiteX41" fmla="*/ 146352 w 203711"/>
                <a:gd name="connsiteY41" fmla="*/ 139817 h 196757"/>
                <a:gd name="connsiteX42" fmla="*/ 132007 w 203711"/>
                <a:gd name="connsiteY42" fmla="*/ 88354 h 196757"/>
                <a:gd name="connsiteX43" fmla="*/ 66846 w 203711"/>
                <a:gd name="connsiteY43" fmla="*/ 167230 h 196757"/>
                <a:gd name="connsiteX44" fmla="*/ 82877 w 203711"/>
                <a:gd name="connsiteY44" fmla="*/ 168069 h 196757"/>
                <a:gd name="connsiteX45" fmla="*/ 144456 w 203711"/>
                <a:gd name="connsiteY45" fmla="*/ 168069 h 196757"/>
                <a:gd name="connsiteX46" fmla="*/ 165964 w 203711"/>
                <a:gd name="connsiteY46" fmla="*/ 167021 h 196757"/>
                <a:gd name="connsiteX47" fmla="*/ 165964 w 203711"/>
                <a:gd name="connsiteY47" fmla="*/ 189805 h 196757"/>
                <a:gd name="connsiteX48" fmla="*/ 144456 w 203711"/>
                <a:gd name="connsiteY48" fmla="*/ 188538 h 196757"/>
                <a:gd name="connsiteX49" fmla="*/ 87725 w 203711"/>
                <a:gd name="connsiteY49" fmla="*/ 188538 h 196757"/>
                <a:gd name="connsiteX50" fmla="*/ 66846 w 203711"/>
                <a:gd name="connsiteY50" fmla="*/ 189805 h 196757"/>
                <a:gd name="connsiteX51" fmla="*/ 130111 w 203711"/>
                <a:gd name="connsiteY51" fmla="*/ 67485 h 196757"/>
                <a:gd name="connsiteX52" fmla="*/ 128425 w 203711"/>
                <a:gd name="connsiteY52" fmla="*/ 36062 h 196757"/>
                <a:gd name="connsiteX53" fmla="*/ 95945 w 203711"/>
                <a:gd name="connsiteY53" fmla="*/ 39433 h 196757"/>
                <a:gd name="connsiteX54" fmla="*/ 95945 w 203711"/>
                <a:gd name="connsiteY54" fmla="*/ 68332 h 196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03711" h="196757">
                  <a:moveTo>
                    <a:pt x="25727" y="109242"/>
                  </a:moveTo>
                  <a:cubicBezTo>
                    <a:pt x="25594" y="101565"/>
                    <a:pt x="25870" y="93897"/>
                    <a:pt x="26565" y="86249"/>
                  </a:cubicBezTo>
                  <a:cubicBezTo>
                    <a:pt x="21641" y="94402"/>
                    <a:pt x="15992" y="102098"/>
                    <a:pt x="9696" y="109242"/>
                  </a:cubicBezTo>
                  <a:cubicBezTo>
                    <a:pt x="7382" y="100346"/>
                    <a:pt x="4134" y="91716"/>
                    <a:pt x="0" y="83506"/>
                  </a:cubicBezTo>
                  <a:cubicBezTo>
                    <a:pt x="14792" y="68113"/>
                    <a:pt x="26337" y="49892"/>
                    <a:pt x="33947" y="29937"/>
                  </a:cubicBezTo>
                  <a:cubicBezTo>
                    <a:pt x="37919" y="20307"/>
                    <a:pt x="40815" y="10268"/>
                    <a:pt x="42586" y="0"/>
                  </a:cubicBezTo>
                  <a:lnTo>
                    <a:pt x="66846" y="6105"/>
                  </a:lnTo>
                  <a:cubicBezTo>
                    <a:pt x="62160" y="22746"/>
                    <a:pt x="55807" y="38853"/>
                    <a:pt x="47863" y="54197"/>
                  </a:cubicBezTo>
                  <a:lnTo>
                    <a:pt x="47863" y="172298"/>
                  </a:lnTo>
                  <a:cubicBezTo>
                    <a:pt x="47863" y="181785"/>
                    <a:pt x="48292" y="188738"/>
                    <a:pt x="48920" y="196758"/>
                  </a:cubicBezTo>
                  <a:lnTo>
                    <a:pt x="24460" y="196758"/>
                  </a:lnTo>
                  <a:cubicBezTo>
                    <a:pt x="25441" y="188566"/>
                    <a:pt x="25870" y="180327"/>
                    <a:pt x="25727" y="172079"/>
                  </a:cubicBezTo>
                  <a:close/>
                  <a:moveTo>
                    <a:pt x="95945" y="89421"/>
                  </a:moveTo>
                  <a:lnTo>
                    <a:pt x="95945" y="132016"/>
                  </a:lnTo>
                  <a:cubicBezTo>
                    <a:pt x="114300" y="127797"/>
                    <a:pt x="116824" y="127159"/>
                    <a:pt x="133274" y="122320"/>
                  </a:cubicBezTo>
                  <a:lnTo>
                    <a:pt x="133274" y="143189"/>
                  </a:lnTo>
                  <a:cubicBezTo>
                    <a:pt x="111871" y="150285"/>
                    <a:pt x="90030" y="155991"/>
                    <a:pt x="67904" y="160277"/>
                  </a:cubicBezTo>
                  <a:cubicBezTo>
                    <a:pt x="63894" y="161115"/>
                    <a:pt x="62208" y="161544"/>
                    <a:pt x="59045" y="162382"/>
                  </a:cubicBezTo>
                  <a:lnTo>
                    <a:pt x="55664" y="138551"/>
                  </a:lnTo>
                  <a:cubicBezTo>
                    <a:pt x="61779" y="138408"/>
                    <a:pt x="67856" y="137627"/>
                    <a:pt x="73809" y="136236"/>
                  </a:cubicBezTo>
                  <a:lnTo>
                    <a:pt x="73809" y="39224"/>
                  </a:lnTo>
                  <a:cubicBezTo>
                    <a:pt x="73990" y="32814"/>
                    <a:pt x="73704" y="26403"/>
                    <a:pt x="72961" y="20031"/>
                  </a:cubicBezTo>
                  <a:lnTo>
                    <a:pt x="78019" y="20031"/>
                  </a:lnTo>
                  <a:cubicBezTo>
                    <a:pt x="109652" y="20031"/>
                    <a:pt x="155419" y="10754"/>
                    <a:pt x="173126" y="629"/>
                  </a:cubicBezTo>
                  <a:lnTo>
                    <a:pt x="190424" y="21298"/>
                  </a:lnTo>
                  <a:cubicBezTo>
                    <a:pt x="177422" y="25880"/>
                    <a:pt x="164097" y="29470"/>
                    <a:pt x="150562" y="32052"/>
                  </a:cubicBezTo>
                  <a:cubicBezTo>
                    <a:pt x="150781" y="46815"/>
                    <a:pt x="150781" y="47025"/>
                    <a:pt x="151838" y="66847"/>
                  </a:cubicBezTo>
                  <a:lnTo>
                    <a:pt x="175241" y="66008"/>
                  </a:lnTo>
                  <a:cubicBezTo>
                    <a:pt x="182032" y="66180"/>
                    <a:pt x="188824" y="65618"/>
                    <a:pt x="195491" y="64322"/>
                  </a:cubicBezTo>
                  <a:lnTo>
                    <a:pt x="195910" y="87306"/>
                  </a:lnTo>
                  <a:cubicBezTo>
                    <a:pt x="190005" y="86887"/>
                    <a:pt x="187690" y="86887"/>
                    <a:pt x="181146" y="86887"/>
                  </a:cubicBezTo>
                  <a:cubicBezTo>
                    <a:pt x="179175" y="86820"/>
                    <a:pt x="177203" y="86887"/>
                    <a:pt x="175241" y="87087"/>
                  </a:cubicBezTo>
                  <a:lnTo>
                    <a:pt x="153734" y="87725"/>
                  </a:lnTo>
                  <a:cubicBezTo>
                    <a:pt x="155076" y="99927"/>
                    <a:pt x="158201" y="111861"/>
                    <a:pt x="163011" y="123158"/>
                  </a:cubicBezTo>
                  <a:cubicBezTo>
                    <a:pt x="169126" y="137284"/>
                    <a:pt x="175870" y="146571"/>
                    <a:pt x="180099" y="146571"/>
                  </a:cubicBezTo>
                  <a:cubicBezTo>
                    <a:pt x="181365" y="146571"/>
                    <a:pt x="182623" y="145304"/>
                    <a:pt x="183461" y="143189"/>
                  </a:cubicBezTo>
                  <a:cubicBezTo>
                    <a:pt x="185033" y="137846"/>
                    <a:pt x="185880" y="132312"/>
                    <a:pt x="185995" y="126740"/>
                  </a:cubicBezTo>
                  <a:cubicBezTo>
                    <a:pt x="185995" y="126111"/>
                    <a:pt x="186204" y="122311"/>
                    <a:pt x="186623" y="115348"/>
                  </a:cubicBezTo>
                  <a:cubicBezTo>
                    <a:pt x="191662" y="120682"/>
                    <a:pt x="197415" y="125292"/>
                    <a:pt x="203711" y="129064"/>
                  </a:cubicBezTo>
                  <a:cubicBezTo>
                    <a:pt x="203121" y="140475"/>
                    <a:pt x="200701" y="151724"/>
                    <a:pt x="196539" y="162382"/>
                  </a:cubicBezTo>
                  <a:cubicBezTo>
                    <a:pt x="194243" y="168707"/>
                    <a:pt x="188300" y="172974"/>
                    <a:pt x="181566" y="173146"/>
                  </a:cubicBezTo>
                  <a:cubicBezTo>
                    <a:pt x="170812" y="173146"/>
                    <a:pt x="156467" y="159430"/>
                    <a:pt x="146352" y="139817"/>
                  </a:cubicBezTo>
                  <a:cubicBezTo>
                    <a:pt x="138579" y="123644"/>
                    <a:pt x="133721" y="106223"/>
                    <a:pt x="132007" y="88354"/>
                  </a:cubicBezTo>
                  <a:close/>
                  <a:moveTo>
                    <a:pt x="66846" y="167230"/>
                  </a:moveTo>
                  <a:cubicBezTo>
                    <a:pt x="72161" y="167916"/>
                    <a:pt x="77524" y="168192"/>
                    <a:pt x="82877" y="168069"/>
                  </a:cubicBezTo>
                  <a:lnTo>
                    <a:pt x="144456" y="168069"/>
                  </a:lnTo>
                  <a:cubicBezTo>
                    <a:pt x="151638" y="168173"/>
                    <a:pt x="158829" y="167821"/>
                    <a:pt x="165964" y="167021"/>
                  </a:cubicBezTo>
                  <a:lnTo>
                    <a:pt x="165964" y="189805"/>
                  </a:lnTo>
                  <a:cubicBezTo>
                    <a:pt x="158839" y="188804"/>
                    <a:pt x="151647" y="188376"/>
                    <a:pt x="144456" y="188538"/>
                  </a:cubicBezTo>
                  <a:lnTo>
                    <a:pt x="87725" y="188538"/>
                  </a:lnTo>
                  <a:cubicBezTo>
                    <a:pt x="80743" y="188328"/>
                    <a:pt x="73752" y="188747"/>
                    <a:pt x="66846" y="189805"/>
                  </a:cubicBezTo>
                  <a:close/>
                  <a:moveTo>
                    <a:pt x="130111" y="67485"/>
                  </a:moveTo>
                  <a:cubicBezTo>
                    <a:pt x="129473" y="61579"/>
                    <a:pt x="129273" y="54835"/>
                    <a:pt x="128425" y="36062"/>
                  </a:cubicBezTo>
                  <a:cubicBezTo>
                    <a:pt x="115557" y="37957"/>
                    <a:pt x="110919" y="38376"/>
                    <a:pt x="95945" y="39433"/>
                  </a:cubicBezTo>
                  <a:lnTo>
                    <a:pt x="95945" y="683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8" name="フリーフォーム: 図形 217">
              <a:extLst>
                <a:ext uri="{FF2B5EF4-FFF2-40B4-BE49-F238E27FC236}">
                  <a16:creationId xmlns:a16="http://schemas.microsoft.com/office/drawing/2014/main" id="{E8CCB2CA-3491-F36F-CAAB-22287F5936E7}"/>
                </a:ext>
              </a:extLst>
            </p:cNvPr>
            <p:cNvSpPr/>
            <p:nvPr/>
          </p:nvSpPr>
          <p:spPr>
            <a:xfrm>
              <a:off x="4841880" y="5423410"/>
              <a:ext cx="176088" cy="154152"/>
            </a:xfrm>
            <a:custGeom>
              <a:avLst/>
              <a:gdLst>
                <a:gd name="connsiteX0" fmla="*/ 28889 w 176088"/>
                <a:gd name="connsiteY0" fmla="*/ 0 h 154152"/>
                <a:gd name="connsiteX1" fmla="*/ 27203 w 176088"/>
                <a:gd name="connsiteY1" fmla="*/ 32052 h 154152"/>
                <a:gd name="connsiteX2" fmla="*/ 31204 w 176088"/>
                <a:gd name="connsiteY2" fmla="*/ 88573 h 154152"/>
                <a:gd name="connsiteX3" fmla="*/ 48292 w 176088"/>
                <a:gd name="connsiteY3" fmla="*/ 123997 h 154152"/>
                <a:gd name="connsiteX4" fmla="*/ 56941 w 176088"/>
                <a:gd name="connsiteY4" fmla="*/ 114929 h 154152"/>
                <a:gd name="connsiteX5" fmla="*/ 68113 w 176088"/>
                <a:gd name="connsiteY5" fmla="*/ 76762 h 154152"/>
                <a:gd name="connsiteX6" fmla="*/ 89202 w 176088"/>
                <a:gd name="connsiteY6" fmla="*/ 95955 h 154152"/>
                <a:gd name="connsiteX7" fmla="*/ 48082 w 176088"/>
                <a:gd name="connsiteY7" fmla="*/ 154153 h 154152"/>
                <a:gd name="connsiteX8" fmla="*/ 14126 w 176088"/>
                <a:gd name="connsiteY8" fmla="*/ 123577 h 154152"/>
                <a:gd name="connsiteX9" fmla="*/ 848 w 176088"/>
                <a:gd name="connsiteY9" fmla="*/ 13497 h 154152"/>
                <a:gd name="connsiteX10" fmla="*/ 0 w 176088"/>
                <a:gd name="connsiteY10" fmla="*/ 0 h 154152"/>
                <a:gd name="connsiteX11" fmla="*/ 128645 w 176088"/>
                <a:gd name="connsiteY11" fmla="*/ 9487 h 154152"/>
                <a:gd name="connsiteX12" fmla="*/ 176089 w 176088"/>
                <a:gd name="connsiteY12" fmla="*/ 122949 h 154152"/>
                <a:gd name="connsiteX13" fmla="*/ 149943 w 176088"/>
                <a:gd name="connsiteY13" fmla="*/ 132855 h 154152"/>
                <a:gd name="connsiteX14" fmla="*/ 136446 w 176088"/>
                <a:gd name="connsiteY14" fmla="*/ 71904 h 154152"/>
                <a:gd name="connsiteX15" fmla="*/ 106499 w 176088"/>
                <a:gd name="connsiteY15" fmla="*/ 20031 h 1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6088" h="154152">
                  <a:moveTo>
                    <a:pt x="28889" y="0"/>
                  </a:moveTo>
                  <a:cubicBezTo>
                    <a:pt x="27632" y="10630"/>
                    <a:pt x="27070" y="21346"/>
                    <a:pt x="27203" y="32052"/>
                  </a:cubicBezTo>
                  <a:cubicBezTo>
                    <a:pt x="27184" y="50959"/>
                    <a:pt x="28527" y="69847"/>
                    <a:pt x="31204" y="88573"/>
                  </a:cubicBezTo>
                  <a:cubicBezTo>
                    <a:pt x="34795" y="110500"/>
                    <a:pt x="41539" y="123997"/>
                    <a:pt x="48292" y="123997"/>
                  </a:cubicBezTo>
                  <a:cubicBezTo>
                    <a:pt x="51454" y="123997"/>
                    <a:pt x="54407" y="120834"/>
                    <a:pt x="56941" y="114929"/>
                  </a:cubicBezTo>
                  <a:cubicBezTo>
                    <a:pt x="62284" y="102737"/>
                    <a:pt x="66037" y="89916"/>
                    <a:pt x="68113" y="76762"/>
                  </a:cubicBezTo>
                  <a:cubicBezTo>
                    <a:pt x="74228" y="84096"/>
                    <a:pt x="81325" y="90554"/>
                    <a:pt x="89202" y="95955"/>
                  </a:cubicBezTo>
                  <a:cubicBezTo>
                    <a:pt x="78238" y="137074"/>
                    <a:pt x="66008" y="154153"/>
                    <a:pt x="48082" y="154153"/>
                  </a:cubicBezTo>
                  <a:cubicBezTo>
                    <a:pt x="33947" y="154153"/>
                    <a:pt x="22565" y="143818"/>
                    <a:pt x="14126" y="123577"/>
                  </a:cubicBezTo>
                  <a:cubicBezTo>
                    <a:pt x="5477" y="102489"/>
                    <a:pt x="1686" y="71904"/>
                    <a:pt x="848" y="13497"/>
                  </a:cubicBezTo>
                  <a:cubicBezTo>
                    <a:pt x="867" y="8982"/>
                    <a:pt x="581" y="4477"/>
                    <a:pt x="0" y="0"/>
                  </a:cubicBezTo>
                  <a:close/>
                  <a:moveTo>
                    <a:pt x="128645" y="9487"/>
                  </a:moveTo>
                  <a:cubicBezTo>
                    <a:pt x="155410" y="41739"/>
                    <a:pt x="171936" y="81248"/>
                    <a:pt x="176089" y="122949"/>
                  </a:cubicBezTo>
                  <a:lnTo>
                    <a:pt x="149943" y="132855"/>
                  </a:lnTo>
                  <a:cubicBezTo>
                    <a:pt x="148447" y="111986"/>
                    <a:pt x="143904" y="91459"/>
                    <a:pt x="136446" y="71904"/>
                  </a:cubicBezTo>
                  <a:cubicBezTo>
                    <a:pt x="129359" y="53102"/>
                    <a:pt x="119244" y="35576"/>
                    <a:pt x="106499" y="200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9" name="フリーフォーム: 図形 218">
              <a:extLst>
                <a:ext uri="{FF2B5EF4-FFF2-40B4-BE49-F238E27FC236}">
                  <a16:creationId xmlns:a16="http://schemas.microsoft.com/office/drawing/2014/main" id="{B8107EB5-E926-77CE-716B-36D94067F5EE}"/>
                </a:ext>
              </a:extLst>
            </p:cNvPr>
            <p:cNvSpPr/>
            <p:nvPr/>
          </p:nvSpPr>
          <p:spPr>
            <a:xfrm>
              <a:off x="8582739" y="5400207"/>
              <a:ext cx="189176" cy="196129"/>
            </a:xfrm>
            <a:custGeom>
              <a:avLst/>
              <a:gdLst>
                <a:gd name="connsiteX0" fmla="*/ 81410 w 189176"/>
                <a:gd name="connsiteY0" fmla="*/ 13297 h 196129"/>
                <a:gd name="connsiteX1" fmla="*/ 80143 w 189176"/>
                <a:gd name="connsiteY1" fmla="*/ 0 h 196129"/>
                <a:gd name="connsiteX2" fmla="*/ 106080 w 189176"/>
                <a:gd name="connsiteY2" fmla="*/ 0 h 196129"/>
                <a:gd name="connsiteX3" fmla="*/ 104813 w 189176"/>
                <a:gd name="connsiteY3" fmla="*/ 13078 h 196129"/>
                <a:gd name="connsiteX4" fmla="*/ 104813 w 189176"/>
                <a:gd name="connsiteY4" fmla="*/ 15821 h 196129"/>
                <a:gd name="connsiteX5" fmla="*/ 167021 w 189176"/>
                <a:gd name="connsiteY5" fmla="*/ 15821 h 196129"/>
                <a:gd name="connsiteX6" fmla="*/ 189176 w 189176"/>
                <a:gd name="connsiteY6" fmla="*/ 14554 h 196129"/>
                <a:gd name="connsiteX7" fmla="*/ 189176 w 189176"/>
                <a:gd name="connsiteY7" fmla="*/ 35852 h 196129"/>
                <a:gd name="connsiteX8" fmla="*/ 167240 w 189176"/>
                <a:gd name="connsiteY8" fmla="*/ 34795 h 196129"/>
                <a:gd name="connsiteX9" fmla="*/ 21717 w 189176"/>
                <a:gd name="connsiteY9" fmla="*/ 34795 h 196129"/>
                <a:gd name="connsiteX10" fmla="*/ 0 w 189176"/>
                <a:gd name="connsiteY10" fmla="*/ 35852 h 196129"/>
                <a:gd name="connsiteX11" fmla="*/ 0 w 189176"/>
                <a:gd name="connsiteY11" fmla="*/ 14554 h 196129"/>
                <a:gd name="connsiteX12" fmla="*/ 22993 w 189176"/>
                <a:gd name="connsiteY12" fmla="*/ 15821 h 196129"/>
                <a:gd name="connsiteX13" fmla="*/ 81410 w 189176"/>
                <a:gd name="connsiteY13" fmla="*/ 15821 h 196129"/>
                <a:gd name="connsiteX14" fmla="*/ 5905 w 189176"/>
                <a:gd name="connsiteY14" fmla="*/ 116834 h 196129"/>
                <a:gd name="connsiteX15" fmla="*/ 5058 w 189176"/>
                <a:gd name="connsiteY15" fmla="*/ 97641 h 196129"/>
                <a:gd name="connsiteX16" fmla="*/ 26994 w 189176"/>
                <a:gd name="connsiteY16" fmla="*/ 98488 h 196129"/>
                <a:gd name="connsiteX17" fmla="*/ 163659 w 189176"/>
                <a:gd name="connsiteY17" fmla="*/ 98488 h 196129"/>
                <a:gd name="connsiteX18" fmla="*/ 184318 w 189176"/>
                <a:gd name="connsiteY18" fmla="*/ 97641 h 196129"/>
                <a:gd name="connsiteX19" fmla="*/ 183480 w 189176"/>
                <a:gd name="connsiteY19" fmla="*/ 116624 h 196129"/>
                <a:gd name="connsiteX20" fmla="*/ 183480 w 189176"/>
                <a:gd name="connsiteY20" fmla="*/ 170402 h 196129"/>
                <a:gd name="connsiteX21" fmla="*/ 178422 w 189176"/>
                <a:gd name="connsiteY21" fmla="*/ 188538 h 196129"/>
                <a:gd name="connsiteX22" fmla="*/ 153105 w 189176"/>
                <a:gd name="connsiteY22" fmla="*/ 193596 h 196129"/>
                <a:gd name="connsiteX23" fmla="*/ 140875 w 189176"/>
                <a:gd name="connsiteY23" fmla="*/ 193177 h 196129"/>
                <a:gd name="connsiteX24" fmla="*/ 134131 w 189176"/>
                <a:gd name="connsiteY24" fmla="*/ 192967 h 196129"/>
                <a:gd name="connsiteX25" fmla="*/ 129492 w 189176"/>
                <a:gd name="connsiteY25" fmla="*/ 171879 h 196129"/>
                <a:gd name="connsiteX26" fmla="*/ 156057 w 189176"/>
                <a:gd name="connsiteY26" fmla="*/ 173774 h 196129"/>
                <a:gd name="connsiteX27" fmla="*/ 161125 w 189176"/>
                <a:gd name="connsiteY27" fmla="*/ 169345 h 196129"/>
                <a:gd name="connsiteX28" fmla="*/ 161125 w 189176"/>
                <a:gd name="connsiteY28" fmla="*/ 116834 h 196129"/>
                <a:gd name="connsiteX29" fmla="*/ 28260 w 189176"/>
                <a:gd name="connsiteY29" fmla="*/ 116834 h 196129"/>
                <a:gd name="connsiteX30" fmla="*/ 28260 w 189176"/>
                <a:gd name="connsiteY30" fmla="*/ 172926 h 196129"/>
                <a:gd name="connsiteX31" fmla="*/ 29527 w 189176"/>
                <a:gd name="connsiteY31" fmla="*/ 196129 h 196129"/>
                <a:gd name="connsiteX32" fmla="*/ 4639 w 189176"/>
                <a:gd name="connsiteY32" fmla="*/ 196129 h 196129"/>
                <a:gd name="connsiteX33" fmla="*/ 5905 w 189176"/>
                <a:gd name="connsiteY33" fmla="*/ 172926 h 196129"/>
                <a:gd name="connsiteX34" fmla="*/ 32052 w 189176"/>
                <a:gd name="connsiteY34" fmla="*/ 57579 h 196129"/>
                <a:gd name="connsiteX35" fmla="*/ 31423 w 189176"/>
                <a:gd name="connsiteY35" fmla="*/ 42186 h 196129"/>
                <a:gd name="connsiteX36" fmla="*/ 51883 w 189176"/>
                <a:gd name="connsiteY36" fmla="*/ 43024 h 196129"/>
                <a:gd name="connsiteX37" fmla="*/ 139608 w 189176"/>
                <a:gd name="connsiteY37" fmla="*/ 43024 h 196129"/>
                <a:gd name="connsiteX38" fmla="*/ 158382 w 189176"/>
                <a:gd name="connsiteY38" fmla="*/ 42186 h 196129"/>
                <a:gd name="connsiteX39" fmla="*/ 157753 w 189176"/>
                <a:gd name="connsiteY39" fmla="*/ 57579 h 196129"/>
                <a:gd name="connsiteX40" fmla="*/ 157753 w 189176"/>
                <a:gd name="connsiteY40" fmla="*/ 75705 h 196129"/>
                <a:gd name="connsiteX41" fmla="*/ 158382 w 189176"/>
                <a:gd name="connsiteY41" fmla="*/ 91316 h 196129"/>
                <a:gd name="connsiteX42" fmla="*/ 138560 w 189176"/>
                <a:gd name="connsiteY42" fmla="*/ 90469 h 196129"/>
                <a:gd name="connsiteX43" fmla="*/ 51254 w 189176"/>
                <a:gd name="connsiteY43" fmla="*/ 90469 h 196129"/>
                <a:gd name="connsiteX44" fmla="*/ 31423 w 189176"/>
                <a:gd name="connsiteY44" fmla="*/ 91316 h 196129"/>
                <a:gd name="connsiteX45" fmla="*/ 32061 w 189176"/>
                <a:gd name="connsiteY45" fmla="*/ 75705 h 196129"/>
                <a:gd name="connsiteX46" fmla="*/ 139608 w 189176"/>
                <a:gd name="connsiteY46" fmla="*/ 155848 h 196129"/>
                <a:gd name="connsiteX47" fmla="*/ 140246 w 189176"/>
                <a:gd name="connsiteY47" fmla="*/ 169983 h 196129"/>
                <a:gd name="connsiteX48" fmla="*/ 122739 w 189176"/>
                <a:gd name="connsiteY48" fmla="*/ 169345 h 196129"/>
                <a:gd name="connsiteX49" fmla="*/ 69599 w 189176"/>
                <a:gd name="connsiteY49" fmla="*/ 169345 h 196129"/>
                <a:gd name="connsiteX50" fmla="*/ 69599 w 189176"/>
                <a:gd name="connsiteY50" fmla="*/ 179889 h 196129"/>
                <a:gd name="connsiteX51" fmla="*/ 47882 w 189176"/>
                <a:gd name="connsiteY51" fmla="*/ 179889 h 196129"/>
                <a:gd name="connsiteX52" fmla="*/ 48711 w 189176"/>
                <a:gd name="connsiteY52" fmla="*/ 162811 h 196129"/>
                <a:gd name="connsiteX53" fmla="*/ 48711 w 189176"/>
                <a:gd name="connsiteY53" fmla="*/ 138351 h 196129"/>
                <a:gd name="connsiteX54" fmla="*/ 48082 w 189176"/>
                <a:gd name="connsiteY54" fmla="*/ 124435 h 196129"/>
                <a:gd name="connsiteX55" fmla="*/ 65170 w 189176"/>
                <a:gd name="connsiteY55" fmla="*/ 125063 h 196129"/>
                <a:gd name="connsiteX56" fmla="*/ 122949 w 189176"/>
                <a:gd name="connsiteY56" fmla="*/ 125063 h 196129"/>
                <a:gd name="connsiteX57" fmla="*/ 140246 w 189176"/>
                <a:gd name="connsiteY57" fmla="*/ 124435 h 196129"/>
                <a:gd name="connsiteX58" fmla="*/ 139608 w 189176"/>
                <a:gd name="connsiteY58" fmla="*/ 137932 h 196129"/>
                <a:gd name="connsiteX59" fmla="*/ 53987 w 189176"/>
                <a:gd name="connsiteY59" fmla="*/ 72971 h 196129"/>
                <a:gd name="connsiteX60" fmla="*/ 135607 w 189176"/>
                <a:gd name="connsiteY60" fmla="*/ 72971 h 196129"/>
                <a:gd name="connsiteX61" fmla="*/ 135607 w 189176"/>
                <a:gd name="connsiteY61" fmla="*/ 60112 h 196129"/>
                <a:gd name="connsiteX62" fmla="*/ 53987 w 189176"/>
                <a:gd name="connsiteY62" fmla="*/ 60112 h 196129"/>
                <a:gd name="connsiteX63" fmla="*/ 69599 w 189176"/>
                <a:gd name="connsiteY63" fmla="*/ 152686 h 196129"/>
                <a:gd name="connsiteX64" fmla="*/ 119367 w 189176"/>
                <a:gd name="connsiteY64" fmla="*/ 152686 h 196129"/>
                <a:gd name="connsiteX65" fmla="*/ 119367 w 189176"/>
                <a:gd name="connsiteY65" fmla="*/ 141094 h 196129"/>
                <a:gd name="connsiteX66" fmla="*/ 69599 w 189176"/>
                <a:gd name="connsiteY66" fmla="*/ 141094 h 19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89176" h="196129">
                  <a:moveTo>
                    <a:pt x="81410" y="13297"/>
                  </a:moveTo>
                  <a:cubicBezTo>
                    <a:pt x="81439" y="8830"/>
                    <a:pt x="81010" y="4382"/>
                    <a:pt x="80143" y="0"/>
                  </a:cubicBezTo>
                  <a:lnTo>
                    <a:pt x="106080" y="0"/>
                  </a:lnTo>
                  <a:cubicBezTo>
                    <a:pt x="105232" y="4306"/>
                    <a:pt x="104813" y="8687"/>
                    <a:pt x="104813" y="13078"/>
                  </a:cubicBezTo>
                  <a:lnTo>
                    <a:pt x="104813" y="15821"/>
                  </a:lnTo>
                  <a:lnTo>
                    <a:pt x="167021" y="15821"/>
                  </a:lnTo>
                  <a:cubicBezTo>
                    <a:pt x="174431" y="15897"/>
                    <a:pt x="181823" y="15478"/>
                    <a:pt x="189176" y="14554"/>
                  </a:cubicBezTo>
                  <a:lnTo>
                    <a:pt x="189176" y="35852"/>
                  </a:lnTo>
                  <a:cubicBezTo>
                    <a:pt x="181889" y="35014"/>
                    <a:pt x="174564" y="34662"/>
                    <a:pt x="167240" y="34795"/>
                  </a:cubicBezTo>
                  <a:lnTo>
                    <a:pt x="21717" y="34795"/>
                  </a:lnTo>
                  <a:cubicBezTo>
                    <a:pt x="14468" y="34671"/>
                    <a:pt x="7211" y="35014"/>
                    <a:pt x="0" y="35852"/>
                  </a:cubicBezTo>
                  <a:lnTo>
                    <a:pt x="0" y="14554"/>
                  </a:lnTo>
                  <a:cubicBezTo>
                    <a:pt x="7629" y="15488"/>
                    <a:pt x="15307" y="15916"/>
                    <a:pt x="22993" y="15821"/>
                  </a:cubicBezTo>
                  <a:lnTo>
                    <a:pt x="81410" y="15821"/>
                  </a:lnTo>
                  <a:close/>
                  <a:moveTo>
                    <a:pt x="5905" y="116834"/>
                  </a:moveTo>
                  <a:cubicBezTo>
                    <a:pt x="5953" y="110423"/>
                    <a:pt x="5677" y="104023"/>
                    <a:pt x="5058" y="97641"/>
                  </a:cubicBezTo>
                  <a:cubicBezTo>
                    <a:pt x="11811" y="98279"/>
                    <a:pt x="17926" y="98488"/>
                    <a:pt x="26994" y="98488"/>
                  </a:cubicBezTo>
                  <a:lnTo>
                    <a:pt x="163659" y="98488"/>
                  </a:lnTo>
                  <a:cubicBezTo>
                    <a:pt x="170555" y="98631"/>
                    <a:pt x="177451" y="98346"/>
                    <a:pt x="184318" y="97641"/>
                  </a:cubicBezTo>
                  <a:cubicBezTo>
                    <a:pt x="183699" y="103956"/>
                    <a:pt x="183423" y="110290"/>
                    <a:pt x="183480" y="116624"/>
                  </a:cubicBezTo>
                  <a:lnTo>
                    <a:pt x="183480" y="170402"/>
                  </a:lnTo>
                  <a:cubicBezTo>
                    <a:pt x="183480" y="180947"/>
                    <a:pt x="182423" y="184956"/>
                    <a:pt x="178422" y="188538"/>
                  </a:cubicBezTo>
                  <a:cubicBezTo>
                    <a:pt x="174193" y="192339"/>
                    <a:pt x="167869" y="193596"/>
                    <a:pt x="153105" y="193596"/>
                  </a:cubicBezTo>
                  <a:cubicBezTo>
                    <a:pt x="148685" y="193596"/>
                    <a:pt x="147628" y="193596"/>
                    <a:pt x="140875" y="193177"/>
                  </a:cubicBezTo>
                  <a:cubicBezTo>
                    <a:pt x="137503" y="192967"/>
                    <a:pt x="137503" y="192967"/>
                    <a:pt x="134131" y="192967"/>
                  </a:cubicBezTo>
                  <a:cubicBezTo>
                    <a:pt x="134207" y="185681"/>
                    <a:pt x="132616" y="178470"/>
                    <a:pt x="129492" y="171879"/>
                  </a:cubicBezTo>
                  <a:cubicBezTo>
                    <a:pt x="141094" y="173146"/>
                    <a:pt x="150162" y="173774"/>
                    <a:pt x="156057" y="173774"/>
                  </a:cubicBezTo>
                  <a:cubicBezTo>
                    <a:pt x="160068" y="173774"/>
                    <a:pt x="161125" y="172726"/>
                    <a:pt x="161125" y="169345"/>
                  </a:cubicBezTo>
                  <a:lnTo>
                    <a:pt x="161125" y="116834"/>
                  </a:lnTo>
                  <a:lnTo>
                    <a:pt x="28260" y="116834"/>
                  </a:lnTo>
                  <a:lnTo>
                    <a:pt x="28260" y="172926"/>
                  </a:lnTo>
                  <a:cubicBezTo>
                    <a:pt x="28060" y="180689"/>
                    <a:pt x="28480" y="188443"/>
                    <a:pt x="29527" y="196129"/>
                  </a:cubicBezTo>
                  <a:lnTo>
                    <a:pt x="4639" y="196129"/>
                  </a:lnTo>
                  <a:cubicBezTo>
                    <a:pt x="5658" y="188443"/>
                    <a:pt x="6077" y="180689"/>
                    <a:pt x="5905" y="172926"/>
                  </a:cubicBezTo>
                  <a:close/>
                  <a:moveTo>
                    <a:pt x="32052" y="57579"/>
                  </a:moveTo>
                  <a:cubicBezTo>
                    <a:pt x="32052" y="50825"/>
                    <a:pt x="31852" y="47244"/>
                    <a:pt x="31423" y="42186"/>
                  </a:cubicBezTo>
                  <a:cubicBezTo>
                    <a:pt x="38224" y="42853"/>
                    <a:pt x="45053" y="43129"/>
                    <a:pt x="51883" y="43024"/>
                  </a:cubicBezTo>
                  <a:lnTo>
                    <a:pt x="139608" y="43024"/>
                  </a:lnTo>
                  <a:cubicBezTo>
                    <a:pt x="145885" y="43120"/>
                    <a:pt x="152152" y="42844"/>
                    <a:pt x="158382" y="42186"/>
                  </a:cubicBezTo>
                  <a:cubicBezTo>
                    <a:pt x="157962" y="47663"/>
                    <a:pt x="157753" y="50825"/>
                    <a:pt x="157753" y="57579"/>
                  </a:cubicBezTo>
                  <a:lnTo>
                    <a:pt x="157753" y="75705"/>
                  </a:lnTo>
                  <a:cubicBezTo>
                    <a:pt x="157686" y="80915"/>
                    <a:pt x="157896" y="86125"/>
                    <a:pt x="158382" y="91316"/>
                  </a:cubicBezTo>
                  <a:cubicBezTo>
                    <a:pt x="151800" y="90640"/>
                    <a:pt x="145180" y="90354"/>
                    <a:pt x="138560" y="90469"/>
                  </a:cubicBezTo>
                  <a:lnTo>
                    <a:pt x="51254" y="90469"/>
                  </a:lnTo>
                  <a:cubicBezTo>
                    <a:pt x="44634" y="90392"/>
                    <a:pt x="38014" y="90669"/>
                    <a:pt x="31423" y="91316"/>
                  </a:cubicBezTo>
                  <a:cubicBezTo>
                    <a:pt x="31909" y="86125"/>
                    <a:pt x="32118" y="80915"/>
                    <a:pt x="32061" y="75705"/>
                  </a:cubicBezTo>
                  <a:close/>
                  <a:moveTo>
                    <a:pt x="139608" y="155848"/>
                  </a:moveTo>
                  <a:cubicBezTo>
                    <a:pt x="139560" y="160572"/>
                    <a:pt x="139770" y="165287"/>
                    <a:pt x="140246" y="169983"/>
                  </a:cubicBezTo>
                  <a:cubicBezTo>
                    <a:pt x="136236" y="169555"/>
                    <a:pt x="128435" y="169345"/>
                    <a:pt x="122739" y="169345"/>
                  </a:cubicBezTo>
                  <a:lnTo>
                    <a:pt x="69599" y="169345"/>
                  </a:lnTo>
                  <a:lnTo>
                    <a:pt x="69599" y="179889"/>
                  </a:lnTo>
                  <a:lnTo>
                    <a:pt x="47882" y="179889"/>
                  </a:lnTo>
                  <a:cubicBezTo>
                    <a:pt x="48596" y="174222"/>
                    <a:pt x="48873" y="168516"/>
                    <a:pt x="48711" y="162811"/>
                  </a:cubicBezTo>
                  <a:lnTo>
                    <a:pt x="48711" y="138351"/>
                  </a:lnTo>
                  <a:cubicBezTo>
                    <a:pt x="48768" y="133703"/>
                    <a:pt x="48549" y="129054"/>
                    <a:pt x="48082" y="124435"/>
                  </a:cubicBezTo>
                  <a:cubicBezTo>
                    <a:pt x="52940" y="124854"/>
                    <a:pt x="57369" y="125063"/>
                    <a:pt x="65170" y="125063"/>
                  </a:cubicBezTo>
                  <a:lnTo>
                    <a:pt x="122949" y="125063"/>
                  </a:lnTo>
                  <a:cubicBezTo>
                    <a:pt x="130969" y="125063"/>
                    <a:pt x="133921" y="124854"/>
                    <a:pt x="140246" y="124435"/>
                  </a:cubicBezTo>
                  <a:cubicBezTo>
                    <a:pt x="139770" y="128911"/>
                    <a:pt x="139551" y="133417"/>
                    <a:pt x="139608" y="137932"/>
                  </a:cubicBezTo>
                  <a:close/>
                  <a:moveTo>
                    <a:pt x="53987" y="72971"/>
                  </a:moveTo>
                  <a:lnTo>
                    <a:pt x="135607" y="72971"/>
                  </a:lnTo>
                  <a:lnTo>
                    <a:pt x="135607" y="60112"/>
                  </a:lnTo>
                  <a:lnTo>
                    <a:pt x="53987" y="60112"/>
                  </a:lnTo>
                  <a:close/>
                  <a:moveTo>
                    <a:pt x="69599" y="152686"/>
                  </a:moveTo>
                  <a:lnTo>
                    <a:pt x="119367" y="152686"/>
                  </a:lnTo>
                  <a:lnTo>
                    <a:pt x="119367" y="141094"/>
                  </a:lnTo>
                  <a:lnTo>
                    <a:pt x="69599" y="14109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0" name="フリーフォーム: 図形 219">
              <a:extLst>
                <a:ext uri="{FF2B5EF4-FFF2-40B4-BE49-F238E27FC236}">
                  <a16:creationId xmlns:a16="http://schemas.microsoft.com/office/drawing/2014/main" id="{E7978C49-879D-0C8D-D7A9-FC61496985EA}"/>
                </a:ext>
              </a:extLst>
            </p:cNvPr>
            <p:cNvSpPr/>
            <p:nvPr/>
          </p:nvSpPr>
          <p:spPr>
            <a:xfrm>
              <a:off x="8805405" y="5423410"/>
              <a:ext cx="176088" cy="154152"/>
            </a:xfrm>
            <a:custGeom>
              <a:avLst/>
              <a:gdLst>
                <a:gd name="connsiteX0" fmla="*/ 28889 w 176088"/>
                <a:gd name="connsiteY0" fmla="*/ 0 h 154152"/>
                <a:gd name="connsiteX1" fmla="*/ 27213 w 176088"/>
                <a:gd name="connsiteY1" fmla="*/ 32052 h 154152"/>
                <a:gd name="connsiteX2" fmla="*/ 31213 w 176088"/>
                <a:gd name="connsiteY2" fmla="*/ 88573 h 154152"/>
                <a:gd name="connsiteX3" fmla="*/ 48292 w 176088"/>
                <a:gd name="connsiteY3" fmla="*/ 123997 h 154152"/>
                <a:gd name="connsiteX4" fmla="*/ 56940 w 176088"/>
                <a:gd name="connsiteY4" fmla="*/ 114929 h 154152"/>
                <a:gd name="connsiteX5" fmla="*/ 68123 w 176088"/>
                <a:gd name="connsiteY5" fmla="*/ 76762 h 154152"/>
                <a:gd name="connsiteX6" fmla="*/ 89202 w 176088"/>
                <a:gd name="connsiteY6" fmla="*/ 95955 h 154152"/>
                <a:gd name="connsiteX7" fmla="*/ 48082 w 176088"/>
                <a:gd name="connsiteY7" fmla="*/ 154153 h 154152"/>
                <a:gd name="connsiteX8" fmla="*/ 14135 w 176088"/>
                <a:gd name="connsiteY8" fmla="*/ 123577 h 154152"/>
                <a:gd name="connsiteX9" fmla="*/ 848 w 176088"/>
                <a:gd name="connsiteY9" fmla="*/ 13497 h 154152"/>
                <a:gd name="connsiteX10" fmla="*/ 0 w 176088"/>
                <a:gd name="connsiteY10" fmla="*/ 0 h 154152"/>
                <a:gd name="connsiteX11" fmla="*/ 128644 w 176088"/>
                <a:gd name="connsiteY11" fmla="*/ 9487 h 154152"/>
                <a:gd name="connsiteX12" fmla="*/ 176089 w 176088"/>
                <a:gd name="connsiteY12" fmla="*/ 122949 h 154152"/>
                <a:gd name="connsiteX13" fmla="*/ 149943 w 176088"/>
                <a:gd name="connsiteY13" fmla="*/ 132855 h 154152"/>
                <a:gd name="connsiteX14" fmla="*/ 136445 w 176088"/>
                <a:gd name="connsiteY14" fmla="*/ 71904 h 154152"/>
                <a:gd name="connsiteX15" fmla="*/ 106499 w 176088"/>
                <a:gd name="connsiteY15" fmla="*/ 20031 h 1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6088" h="154152">
                  <a:moveTo>
                    <a:pt x="28889" y="0"/>
                  </a:moveTo>
                  <a:cubicBezTo>
                    <a:pt x="27632" y="10630"/>
                    <a:pt x="27070" y="21346"/>
                    <a:pt x="27213" y="32052"/>
                  </a:cubicBezTo>
                  <a:cubicBezTo>
                    <a:pt x="27184" y="50959"/>
                    <a:pt x="28527" y="69847"/>
                    <a:pt x="31213" y="88573"/>
                  </a:cubicBezTo>
                  <a:cubicBezTo>
                    <a:pt x="34794" y="110500"/>
                    <a:pt x="41548" y="123997"/>
                    <a:pt x="48292" y="123997"/>
                  </a:cubicBezTo>
                  <a:cubicBezTo>
                    <a:pt x="51454" y="123997"/>
                    <a:pt x="54407" y="120834"/>
                    <a:pt x="56940" y="114929"/>
                  </a:cubicBezTo>
                  <a:cubicBezTo>
                    <a:pt x="62284" y="102737"/>
                    <a:pt x="66046" y="89916"/>
                    <a:pt x="68123" y="76762"/>
                  </a:cubicBezTo>
                  <a:cubicBezTo>
                    <a:pt x="74228" y="84096"/>
                    <a:pt x="81324" y="90554"/>
                    <a:pt x="89202" y="95955"/>
                  </a:cubicBezTo>
                  <a:cubicBezTo>
                    <a:pt x="78238" y="137074"/>
                    <a:pt x="66008" y="154153"/>
                    <a:pt x="48082" y="154153"/>
                  </a:cubicBezTo>
                  <a:cubicBezTo>
                    <a:pt x="33957" y="154153"/>
                    <a:pt x="22564" y="143818"/>
                    <a:pt x="14135" y="123577"/>
                  </a:cubicBezTo>
                  <a:cubicBezTo>
                    <a:pt x="5476" y="102489"/>
                    <a:pt x="1686" y="71904"/>
                    <a:pt x="848" y="13497"/>
                  </a:cubicBezTo>
                  <a:cubicBezTo>
                    <a:pt x="867" y="8982"/>
                    <a:pt x="581" y="4477"/>
                    <a:pt x="0" y="0"/>
                  </a:cubicBezTo>
                  <a:close/>
                  <a:moveTo>
                    <a:pt x="128644" y="9487"/>
                  </a:moveTo>
                  <a:cubicBezTo>
                    <a:pt x="155410" y="41739"/>
                    <a:pt x="171935" y="81248"/>
                    <a:pt x="176089" y="122949"/>
                  </a:cubicBezTo>
                  <a:lnTo>
                    <a:pt x="149943" y="132855"/>
                  </a:lnTo>
                  <a:cubicBezTo>
                    <a:pt x="148447" y="111986"/>
                    <a:pt x="143903" y="91459"/>
                    <a:pt x="136445" y="71904"/>
                  </a:cubicBezTo>
                  <a:cubicBezTo>
                    <a:pt x="129368" y="53092"/>
                    <a:pt x="119243" y="35576"/>
                    <a:pt x="106499" y="200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1" name="フリーフォーム: 図形 220">
              <a:extLst>
                <a:ext uri="{FF2B5EF4-FFF2-40B4-BE49-F238E27FC236}">
                  <a16:creationId xmlns:a16="http://schemas.microsoft.com/office/drawing/2014/main" id="{E5995810-A534-8314-A0AE-FF657ED31B7C}"/>
                </a:ext>
              </a:extLst>
            </p:cNvPr>
            <p:cNvSpPr/>
            <p:nvPr/>
          </p:nvSpPr>
          <p:spPr>
            <a:xfrm>
              <a:off x="4509067" y="5823641"/>
              <a:ext cx="138531" cy="142560"/>
            </a:xfrm>
            <a:custGeom>
              <a:avLst/>
              <a:gdLst>
                <a:gd name="connsiteX0" fmla="*/ 771 w 138531"/>
                <a:gd name="connsiteY0" fmla="*/ 22917 h 142560"/>
                <a:gd name="connsiteX1" fmla="*/ 152 w 138531"/>
                <a:gd name="connsiteY1" fmla="*/ 7277 h 142560"/>
                <a:gd name="connsiteX2" fmla="*/ 11763 w 138531"/>
                <a:gd name="connsiteY2" fmla="*/ 7896 h 142560"/>
                <a:gd name="connsiteX3" fmla="*/ 33747 w 138531"/>
                <a:gd name="connsiteY3" fmla="*/ 7896 h 142560"/>
                <a:gd name="connsiteX4" fmla="*/ 45968 w 138531"/>
                <a:gd name="connsiteY4" fmla="*/ 7277 h 142560"/>
                <a:gd name="connsiteX5" fmla="*/ 45501 w 138531"/>
                <a:gd name="connsiteY5" fmla="*/ 19660 h 142560"/>
                <a:gd name="connsiteX6" fmla="*/ 45501 w 138531"/>
                <a:gd name="connsiteY6" fmla="*/ 113776 h 142560"/>
                <a:gd name="connsiteX7" fmla="*/ 45968 w 138531"/>
                <a:gd name="connsiteY7" fmla="*/ 126311 h 142560"/>
                <a:gd name="connsiteX8" fmla="*/ 30642 w 138531"/>
                <a:gd name="connsiteY8" fmla="*/ 126311 h 142560"/>
                <a:gd name="connsiteX9" fmla="*/ 30642 w 138531"/>
                <a:gd name="connsiteY9" fmla="*/ 118253 h 142560"/>
                <a:gd name="connsiteX10" fmla="*/ 15631 w 138531"/>
                <a:gd name="connsiteY10" fmla="*/ 118253 h 142560"/>
                <a:gd name="connsiteX11" fmla="*/ 15631 w 138531"/>
                <a:gd name="connsiteY11" fmla="*/ 133121 h 142560"/>
                <a:gd name="connsiteX12" fmla="*/ 0 w 138531"/>
                <a:gd name="connsiteY12" fmla="*/ 133121 h 142560"/>
                <a:gd name="connsiteX13" fmla="*/ 771 w 138531"/>
                <a:gd name="connsiteY13" fmla="*/ 114700 h 142560"/>
                <a:gd name="connsiteX14" fmla="*/ 15783 w 138531"/>
                <a:gd name="connsiteY14" fmla="*/ 55102 h 142560"/>
                <a:gd name="connsiteX15" fmla="*/ 30804 w 138531"/>
                <a:gd name="connsiteY15" fmla="*/ 55102 h 142560"/>
                <a:gd name="connsiteX16" fmla="*/ 30804 w 138531"/>
                <a:gd name="connsiteY16" fmla="*/ 23222 h 142560"/>
                <a:gd name="connsiteX17" fmla="*/ 15783 w 138531"/>
                <a:gd name="connsiteY17" fmla="*/ 23222 h 142560"/>
                <a:gd name="connsiteX18" fmla="*/ 15783 w 138531"/>
                <a:gd name="connsiteY18" fmla="*/ 102937 h 142560"/>
                <a:gd name="connsiteX19" fmla="*/ 30804 w 138531"/>
                <a:gd name="connsiteY19" fmla="*/ 102937 h 142560"/>
                <a:gd name="connsiteX20" fmla="*/ 30804 w 138531"/>
                <a:gd name="connsiteY20" fmla="*/ 69504 h 142560"/>
                <a:gd name="connsiteX21" fmla="*/ 15783 w 138531"/>
                <a:gd name="connsiteY21" fmla="*/ 69504 h 142560"/>
                <a:gd name="connsiteX22" fmla="*/ 117634 w 138531"/>
                <a:gd name="connsiteY22" fmla="*/ 13468 h 142560"/>
                <a:gd name="connsiteX23" fmla="*/ 134512 w 138531"/>
                <a:gd name="connsiteY23" fmla="*/ 12687 h 142560"/>
                <a:gd name="connsiteX24" fmla="*/ 134512 w 138531"/>
                <a:gd name="connsiteY24" fmla="*/ 28794 h 142560"/>
                <a:gd name="connsiteX25" fmla="*/ 118872 w 138531"/>
                <a:gd name="connsiteY25" fmla="*/ 28022 h 142560"/>
                <a:gd name="connsiteX26" fmla="*/ 107423 w 138531"/>
                <a:gd name="connsiteY26" fmla="*/ 28022 h 142560"/>
                <a:gd name="connsiteX27" fmla="*/ 122130 w 138531"/>
                <a:gd name="connsiteY27" fmla="*/ 32661 h 142560"/>
                <a:gd name="connsiteX28" fmla="*/ 114071 w 138531"/>
                <a:gd name="connsiteY28" fmla="*/ 51235 h 142560"/>
                <a:gd name="connsiteX29" fmla="*/ 122739 w 138531"/>
                <a:gd name="connsiteY29" fmla="*/ 51235 h 142560"/>
                <a:gd name="connsiteX30" fmla="*/ 138532 w 138531"/>
                <a:gd name="connsiteY30" fmla="*/ 50463 h 142560"/>
                <a:gd name="connsiteX31" fmla="*/ 138532 w 138531"/>
                <a:gd name="connsiteY31" fmla="*/ 67018 h 142560"/>
                <a:gd name="connsiteX32" fmla="*/ 121968 w 138531"/>
                <a:gd name="connsiteY32" fmla="*/ 66246 h 142560"/>
                <a:gd name="connsiteX33" fmla="*/ 65313 w 138531"/>
                <a:gd name="connsiteY33" fmla="*/ 66246 h 142560"/>
                <a:gd name="connsiteX34" fmla="*/ 48759 w 138531"/>
                <a:gd name="connsiteY34" fmla="*/ 67018 h 142560"/>
                <a:gd name="connsiteX35" fmla="*/ 48759 w 138531"/>
                <a:gd name="connsiteY35" fmla="*/ 50463 h 142560"/>
                <a:gd name="connsiteX36" fmla="*/ 63770 w 138531"/>
                <a:gd name="connsiteY36" fmla="*/ 51235 h 142560"/>
                <a:gd name="connsiteX37" fmla="*/ 68571 w 138531"/>
                <a:gd name="connsiteY37" fmla="*/ 51235 h 142560"/>
                <a:gd name="connsiteX38" fmla="*/ 61760 w 138531"/>
                <a:gd name="connsiteY38" fmla="*/ 32661 h 142560"/>
                <a:gd name="connsiteX39" fmla="*/ 74609 w 138531"/>
                <a:gd name="connsiteY39" fmla="*/ 28022 h 142560"/>
                <a:gd name="connsiteX40" fmla="*/ 67637 w 138531"/>
                <a:gd name="connsiteY40" fmla="*/ 28022 h 142560"/>
                <a:gd name="connsiteX41" fmla="*/ 52007 w 138531"/>
                <a:gd name="connsiteY41" fmla="*/ 28794 h 142560"/>
                <a:gd name="connsiteX42" fmla="*/ 52007 w 138531"/>
                <a:gd name="connsiteY42" fmla="*/ 12687 h 142560"/>
                <a:gd name="connsiteX43" fmla="*/ 68723 w 138531"/>
                <a:gd name="connsiteY43" fmla="*/ 13468 h 142560"/>
                <a:gd name="connsiteX44" fmla="*/ 82963 w 138531"/>
                <a:gd name="connsiteY44" fmla="*/ 13468 h 142560"/>
                <a:gd name="connsiteX45" fmla="*/ 82963 w 138531"/>
                <a:gd name="connsiteY45" fmla="*/ 10839 h 142560"/>
                <a:gd name="connsiteX46" fmla="*/ 82182 w 138531"/>
                <a:gd name="connsiteY46" fmla="*/ 0 h 142560"/>
                <a:gd name="connsiteX47" fmla="*/ 100451 w 138531"/>
                <a:gd name="connsiteY47" fmla="*/ 0 h 142560"/>
                <a:gd name="connsiteX48" fmla="*/ 99679 w 138531"/>
                <a:gd name="connsiteY48" fmla="*/ 10525 h 142560"/>
                <a:gd name="connsiteX49" fmla="*/ 99679 w 138531"/>
                <a:gd name="connsiteY49" fmla="*/ 13468 h 142560"/>
                <a:gd name="connsiteX50" fmla="*/ 56655 w 138531"/>
                <a:gd name="connsiteY50" fmla="*/ 86220 h 142560"/>
                <a:gd name="connsiteX51" fmla="*/ 56188 w 138531"/>
                <a:gd name="connsiteY51" fmla="*/ 73057 h 142560"/>
                <a:gd name="connsiteX52" fmla="*/ 70114 w 138531"/>
                <a:gd name="connsiteY52" fmla="*/ 73685 h 142560"/>
                <a:gd name="connsiteX53" fmla="*/ 114538 w 138531"/>
                <a:gd name="connsiteY53" fmla="*/ 73685 h 142560"/>
                <a:gd name="connsiteX54" fmla="*/ 128778 w 138531"/>
                <a:gd name="connsiteY54" fmla="*/ 73057 h 142560"/>
                <a:gd name="connsiteX55" fmla="*/ 128168 w 138531"/>
                <a:gd name="connsiteY55" fmla="*/ 86525 h 142560"/>
                <a:gd name="connsiteX56" fmla="*/ 128168 w 138531"/>
                <a:gd name="connsiteY56" fmla="*/ 124758 h 142560"/>
                <a:gd name="connsiteX57" fmla="*/ 129083 w 138531"/>
                <a:gd name="connsiteY57" fmla="*/ 142399 h 142560"/>
                <a:gd name="connsiteX58" fmla="*/ 112224 w 138531"/>
                <a:gd name="connsiteY58" fmla="*/ 142399 h 142560"/>
                <a:gd name="connsiteX59" fmla="*/ 112224 w 138531"/>
                <a:gd name="connsiteY59" fmla="*/ 135750 h 142560"/>
                <a:gd name="connsiteX60" fmla="*/ 72276 w 138531"/>
                <a:gd name="connsiteY60" fmla="*/ 135750 h 142560"/>
                <a:gd name="connsiteX61" fmla="*/ 72276 w 138531"/>
                <a:gd name="connsiteY61" fmla="*/ 142560 h 142560"/>
                <a:gd name="connsiteX62" fmla="*/ 55874 w 138531"/>
                <a:gd name="connsiteY62" fmla="*/ 142560 h 142560"/>
                <a:gd name="connsiteX63" fmla="*/ 56655 w 138531"/>
                <a:gd name="connsiteY63" fmla="*/ 124920 h 142560"/>
                <a:gd name="connsiteX64" fmla="*/ 97822 w 138531"/>
                <a:gd name="connsiteY64" fmla="*/ 51235 h 142560"/>
                <a:gd name="connsiteX65" fmla="*/ 106794 w 138531"/>
                <a:gd name="connsiteY65" fmla="*/ 28022 h 142560"/>
                <a:gd name="connsiteX66" fmla="*/ 76000 w 138531"/>
                <a:gd name="connsiteY66" fmla="*/ 28022 h 142560"/>
                <a:gd name="connsiteX67" fmla="*/ 83420 w 138531"/>
                <a:gd name="connsiteY67" fmla="*/ 47063 h 142560"/>
                <a:gd name="connsiteX68" fmla="*/ 71047 w 138531"/>
                <a:gd name="connsiteY68" fmla="*/ 51235 h 142560"/>
                <a:gd name="connsiteX69" fmla="*/ 72276 w 138531"/>
                <a:gd name="connsiteY69" fmla="*/ 97517 h 142560"/>
                <a:gd name="connsiteX70" fmla="*/ 112224 w 138531"/>
                <a:gd name="connsiteY70" fmla="*/ 97517 h 142560"/>
                <a:gd name="connsiteX71" fmla="*/ 112224 w 138531"/>
                <a:gd name="connsiteY71" fmla="*/ 87297 h 142560"/>
                <a:gd name="connsiteX72" fmla="*/ 72276 w 138531"/>
                <a:gd name="connsiteY72" fmla="*/ 87297 h 142560"/>
                <a:gd name="connsiteX73" fmla="*/ 72276 w 138531"/>
                <a:gd name="connsiteY73" fmla="*/ 121510 h 142560"/>
                <a:gd name="connsiteX74" fmla="*/ 112224 w 138531"/>
                <a:gd name="connsiteY74" fmla="*/ 121510 h 142560"/>
                <a:gd name="connsiteX75" fmla="*/ 112224 w 138531"/>
                <a:gd name="connsiteY75" fmla="*/ 110671 h 142560"/>
                <a:gd name="connsiteX76" fmla="*/ 72276 w 138531"/>
                <a:gd name="connsiteY76" fmla="*/ 110671 h 142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138531" h="142560">
                  <a:moveTo>
                    <a:pt x="771" y="22917"/>
                  </a:moveTo>
                  <a:cubicBezTo>
                    <a:pt x="829" y="17697"/>
                    <a:pt x="629" y="12478"/>
                    <a:pt x="152" y="7277"/>
                  </a:cubicBezTo>
                  <a:cubicBezTo>
                    <a:pt x="4000" y="7753"/>
                    <a:pt x="7887" y="7963"/>
                    <a:pt x="11763" y="7896"/>
                  </a:cubicBezTo>
                  <a:lnTo>
                    <a:pt x="33747" y="7896"/>
                  </a:lnTo>
                  <a:cubicBezTo>
                    <a:pt x="37824" y="8001"/>
                    <a:pt x="41910" y="7791"/>
                    <a:pt x="45968" y="7277"/>
                  </a:cubicBezTo>
                  <a:cubicBezTo>
                    <a:pt x="45663" y="11449"/>
                    <a:pt x="45501" y="14554"/>
                    <a:pt x="45501" y="19660"/>
                  </a:cubicBezTo>
                  <a:lnTo>
                    <a:pt x="45501" y="113776"/>
                  </a:lnTo>
                  <a:cubicBezTo>
                    <a:pt x="45501" y="119491"/>
                    <a:pt x="45663" y="122129"/>
                    <a:pt x="45968" y="126311"/>
                  </a:cubicBezTo>
                  <a:lnTo>
                    <a:pt x="30642" y="126311"/>
                  </a:lnTo>
                  <a:lnTo>
                    <a:pt x="30642" y="118253"/>
                  </a:lnTo>
                  <a:lnTo>
                    <a:pt x="15631" y="118253"/>
                  </a:lnTo>
                  <a:lnTo>
                    <a:pt x="15631" y="133121"/>
                  </a:lnTo>
                  <a:lnTo>
                    <a:pt x="0" y="133121"/>
                  </a:lnTo>
                  <a:cubicBezTo>
                    <a:pt x="648" y="127006"/>
                    <a:pt x="905" y="120853"/>
                    <a:pt x="771" y="114700"/>
                  </a:cubicBezTo>
                  <a:close/>
                  <a:moveTo>
                    <a:pt x="15783" y="55102"/>
                  </a:moveTo>
                  <a:lnTo>
                    <a:pt x="30804" y="55102"/>
                  </a:lnTo>
                  <a:lnTo>
                    <a:pt x="30804" y="23222"/>
                  </a:lnTo>
                  <a:lnTo>
                    <a:pt x="15783" y="23222"/>
                  </a:lnTo>
                  <a:close/>
                  <a:moveTo>
                    <a:pt x="15783" y="102937"/>
                  </a:moveTo>
                  <a:lnTo>
                    <a:pt x="30804" y="102937"/>
                  </a:lnTo>
                  <a:lnTo>
                    <a:pt x="30804" y="69504"/>
                  </a:lnTo>
                  <a:lnTo>
                    <a:pt x="15783" y="69504"/>
                  </a:lnTo>
                  <a:close/>
                  <a:moveTo>
                    <a:pt x="117634" y="13468"/>
                  </a:moveTo>
                  <a:cubicBezTo>
                    <a:pt x="123273" y="13592"/>
                    <a:pt x="128911" y="13325"/>
                    <a:pt x="134512" y="12687"/>
                  </a:cubicBezTo>
                  <a:lnTo>
                    <a:pt x="134512" y="28794"/>
                  </a:lnTo>
                  <a:cubicBezTo>
                    <a:pt x="129330" y="28108"/>
                    <a:pt x="124101" y="27842"/>
                    <a:pt x="118872" y="28022"/>
                  </a:cubicBezTo>
                  <a:lnTo>
                    <a:pt x="107423" y="28022"/>
                  </a:lnTo>
                  <a:lnTo>
                    <a:pt x="122130" y="32661"/>
                  </a:lnTo>
                  <a:cubicBezTo>
                    <a:pt x="118710" y="41329"/>
                    <a:pt x="116710" y="45968"/>
                    <a:pt x="114071" y="51235"/>
                  </a:cubicBezTo>
                  <a:lnTo>
                    <a:pt x="122739" y="51235"/>
                  </a:lnTo>
                  <a:cubicBezTo>
                    <a:pt x="128016" y="51359"/>
                    <a:pt x="133293" y="51102"/>
                    <a:pt x="138532" y="50463"/>
                  </a:cubicBezTo>
                  <a:lnTo>
                    <a:pt x="138532" y="67018"/>
                  </a:lnTo>
                  <a:cubicBezTo>
                    <a:pt x="133036" y="66380"/>
                    <a:pt x="127502" y="66122"/>
                    <a:pt x="121968" y="66246"/>
                  </a:cubicBezTo>
                  <a:lnTo>
                    <a:pt x="65313" y="66246"/>
                  </a:lnTo>
                  <a:cubicBezTo>
                    <a:pt x="59789" y="66218"/>
                    <a:pt x="54254" y="66475"/>
                    <a:pt x="48759" y="67018"/>
                  </a:cubicBezTo>
                  <a:lnTo>
                    <a:pt x="48759" y="50463"/>
                  </a:lnTo>
                  <a:cubicBezTo>
                    <a:pt x="53397" y="50930"/>
                    <a:pt x="58503" y="51235"/>
                    <a:pt x="63770" y="51235"/>
                  </a:cubicBezTo>
                  <a:lnTo>
                    <a:pt x="68571" y="51235"/>
                  </a:lnTo>
                  <a:cubicBezTo>
                    <a:pt x="67046" y="44796"/>
                    <a:pt x="64760" y="38557"/>
                    <a:pt x="61760" y="32661"/>
                  </a:cubicBezTo>
                  <a:lnTo>
                    <a:pt x="74609" y="28022"/>
                  </a:lnTo>
                  <a:lnTo>
                    <a:pt x="67637" y="28022"/>
                  </a:lnTo>
                  <a:cubicBezTo>
                    <a:pt x="62417" y="27870"/>
                    <a:pt x="57188" y="28127"/>
                    <a:pt x="52007" y="28794"/>
                  </a:cubicBezTo>
                  <a:lnTo>
                    <a:pt x="52007" y="12687"/>
                  </a:lnTo>
                  <a:cubicBezTo>
                    <a:pt x="57550" y="13325"/>
                    <a:pt x="63141" y="13583"/>
                    <a:pt x="68723" y="13468"/>
                  </a:cubicBezTo>
                  <a:lnTo>
                    <a:pt x="82963" y="13468"/>
                  </a:lnTo>
                  <a:lnTo>
                    <a:pt x="82963" y="10839"/>
                  </a:lnTo>
                  <a:cubicBezTo>
                    <a:pt x="83029" y="7210"/>
                    <a:pt x="82772" y="3581"/>
                    <a:pt x="82182" y="0"/>
                  </a:cubicBezTo>
                  <a:lnTo>
                    <a:pt x="100451" y="0"/>
                  </a:lnTo>
                  <a:cubicBezTo>
                    <a:pt x="99851" y="3477"/>
                    <a:pt x="99593" y="7001"/>
                    <a:pt x="99679" y="10525"/>
                  </a:cubicBezTo>
                  <a:lnTo>
                    <a:pt x="99679" y="13468"/>
                  </a:lnTo>
                  <a:close/>
                  <a:moveTo>
                    <a:pt x="56655" y="86220"/>
                  </a:moveTo>
                  <a:cubicBezTo>
                    <a:pt x="56655" y="80334"/>
                    <a:pt x="56493" y="76924"/>
                    <a:pt x="56188" y="73057"/>
                  </a:cubicBezTo>
                  <a:cubicBezTo>
                    <a:pt x="60808" y="73571"/>
                    <a:pt x="65465" y="73781"/>
                    <a:pt x="70114" y="73685"/>
                  </a:cubicBezTo>
                  <a:lnTo>
                    <a:pt x="114538" y="73685"/>
                  </a:lnTo>
                  <a:cubicBezTo>
                    <a:pt x="119291" y="73800"/>
                    <a:pt x="124054" y="73600"/>
                    <a:pt x="128778" y="73057"/>
                  </a:cubicBezTo>
                  <a:cubicBezTo>
                    <a:pt x="128264" y="77524"/>
                    <a:pt x="128054" y="82029"/>
                    <a:pt x="128168" y="86525"/>
                  </a:cubicBezTo>
                  <a:lnTo>
                    <a:pt x="128168" y="124758"/>
                  </a:lnTo>
                  <a:cubicBezTo>
                    <a:pt x="127987" y="130654"/>
                    <a:pt x="128292" y="136560"/>
                    <a:pt x="129083" y="142399"/>
                  </a:cubicBezTo>
                  <a:lnTo>
                    <a:pt x="112224" y="142399"/>
                  </a:lnTo>
                  <a:lnTo>
                    <a:pt x="112224" y="135750"/>
                  </a:lnTo>
                  <a:lnTo>
                    <a:pt x="72276" y="135750"/>
                  </a:lnTo>
                  <a:lnTo>
                    <a:pt x="72276" y="142560"/>
                  </a:lnTo>
                  <a:lnTo>
                    <a:pt x="55874" y="142560"/>
                  </a:lnTo>
                  <a:cubicBezTo>
                    <a:pt x="56559" y="136703"/>
                    <a:pt x="56817" y="130807"/>
                    <a:pt x="56655" y="124920"/>
                  </a:cubicBezTo>
                  <a:close/>
                  <a:moveTo>
                    <a:pt x="97822" y="51235"/>
                  </a:moveTo>
                  <a:cubicBezTo>
                    <a:pt x="101775" y="43901"/>
                    <a:pt x="104794" y="36100"/>
                    <a:pt x="106794" y="28022"/>
                  </a:cubicBezTo>
                  <a:lnTo>
                    <a:pt x="76000" y="28022"/>
                  </a:lnTo>
                  <a:cubicBezTo>
                    <a:pt x="79086" y="34109"/>
                    <a:pt x="81572" y="40491"/>
                    <a:pt x="83420" y="47063"/>
                  </a:cubicBezTo>
                  <a:lnTo>
                    <a:pt x="71047" y="51235"/>
                  </a:lnTo>
                  <a:close/>
                  <a:moveTo>
                    <a:pt x="72276" y="97517"/>
                  </a:moveTo>
                  <a:lnTo>
                    <a:pt x="112224" y="97517"/>
                  </a:lnTo>
                  <a:lnTo>
                    <a:pt x="112224" y="87297"/>
                  </a:lnTo>
                  <a:lnTo>
                    <a:pt x="72276" y="87297"/>
                  </a:lnTo>
                  <a:close/>
                  <a:moveTo>
                    <a:pt x="72276" y="121510"/>
                  </a:moveTo>
                  <a:lnTo>
                    <a:pt x="112224" y="121510"/>
                  </a:lnTo>
                  <a:lnTo>
                    <a:pt x="112224" y="110671"/>
                  </a:lnTo>
                  <a:lnTo>
                    <a:pt x="72276" y="110671"/>
                  </a:ln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2" name="フリーフォーム: 図形 221">
              <a:extLst>
                <a:ext uri="{FF2B5EF4-FFF2-40B4-BE49-F238E27FC236}">
                  <a16:creationId xmlns:a16="http://schemas.microsoft.com/office/drawing/2014/main" id="{3B3B0EC5-8E09-22D9-A502-FC86A0988652}"/>
                </a:ext>
              </a:extLst>
            </p:cNvPr>
            <p:cNvSpPr/>
            <p:nvPr/>
          </p:nvSpPr>
          <p:spPr>
            <a:xfrm>
              <a:off x="4669259" y="5839891"/>
              <a:ext cx="129235" cy="113147"/>
            </a:xfrm>
            <a:custGeom>
              <a:avLst/>
              <a:gdLst>
                <a:gd name="connsiteX0" fmla="*/ 21203 w 129235"/>
                <a:gd name="connsiteY0" fmla="*/ 0 h 113147"/>
                <a:gd name="connsiteX1" fmla="*/ 19964 w 129235"/>
                <a:gd name="connsiteY1" fmla="*/ 23536 h 113147"/>
                <a:gd name="connsiteX2" fmla="*/ 22898 w 129235"/>
                <a:gd name="connsiteY2" fmla="*/ 65018 h 113147"/>
                <a:gd name="connsiteX3" fmla="*/ 35442 w 129235"/>
                <a:gd name="connsiteY3" fmla="*/ 91021 h 113147"/>
                <a:gd name="connsiteX4" fmla="*/ 41796 w 129235"/>
                <a:gd name="connsiteY4" fmla="*/ 84363 h 113147"/>
                <a:gd name="connsiteX5" fmla="*/ 49987 w 129235"/>
                <a:gd name="connsiteY5" fmla="*/ 56340 h 113147"/>
                <a:gd name="connsiteX6" fmla="*/ 65475 w 129235"/>
                <a:gd name="connsiteY6" fmla="*/ 70437 h 113147"/>
                <a:gd name="connsiteX7" fmla="*/ 35290 w 129235"/>
                <a:gd name="connsiteY7" fmla="*/ 113147 h 113147"/>
                <a:gd name="connsiteX8" fmla="*/ 10363 w 129235"/>
                <a:gd name="connsiteY8" fmla="*/ 90716 h 113147"/>
                <a:gd name="connsiteX9" fmla="*/ 610 w 129235"/>
                <a:gd name="connsiteY9" fmla="*/ 9906 h 113147"/>
                <a:gd name="connsiteX10" fmla="*/ 0 w 129235"/>
                <a:gd name="connsiteY10" fmla="*/ 0 h 113147"/>
                <a:gd name="connsiteX11" fmla="*/ 94412 w 129235"/>
                <a:gd name="connsiteY11" fmla="*/ 6972 h 113147"/>
                <a:gd name="connsiteX12" fmla="*/ 129235 w 129235"/>
                <a:gd name="connsiteY12" fmla="*/ 90249 h 113147"/>
                <a:gd name="connsiteX13" fmla="*/ 110052 w 129235"/>
                <a:gd name="connsiteY13" fmla="*/ 97527 h 113147"/>
                <a:gd name="connsiteX14" fmla="*/ 100146 w 129235"/>
                <a:gd name="connsiteY14" fmla="*/ 52787 h 113147"/>
                <a:gd name="connsiteX15" fmla="*/ 78162 w 129235"/>
                <a:gd name="connsiteY15" fmla="*/ 14707 h 113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235" h="113147">
                  <a:moveTo>
                    <a:pt x="21203" y="0"/>
                  </a:moveTo>
                  <a:cubicBezTo>
                    <a:pt x="20269" y="7811"/>
                    <a:pt x="19860" y="15678"/>
                    <a:pt x="19964" y="23536"/>
                  </a:cubicBezTo>
                  <a:cubicBezTo>
                    <a:pt x="19945" y="37414"/>
                    <a:pt x="20926" y="51273"/>
                    <a:pt x="22898" y="65018"/>
                  </a:cubicBezTo>
                  <a:cubicBezTo>
                    <a:pt x="25537" y="81115"/>
                    <a:pt x="30489" y="91021"/>
                    <a:pt x="35442" y="91021"/>
                  </a:cubicBezTo>
                  <a:cubicBezTo>
                    <a:pt x="37767" y="91021"/>
                    <a:pt x="39929" y="88697"/>
                    <a:pt x="41796" y="84363"/>
                  </a:cubicBezTo>
                  <a:cubicBezTo>
                    <a:pt x="45710" y="75409"/>
                    <a:pt x="48463" y="65999"/>
                    <a:pt x="49987" y="56340"/>
                  </a:cubicBezTo>
                  <a:cubicBezTo>
                    <a:pt x="54483" y="61731"/>
                    <a:pt x="59693" y="66475"/>
                    <a:pt x="65475" y="70437"/>
                  </a:cubicBezTo>
                  <a:cubicBezTo>
                    <a:pt x="57417" y="100622"/>
                    <a:pt x="48444" y="113147"/>
                    <a:pt x="35290" y="113147"/>
                  </a:cubicBezTo>
                  <a:cubicBezTo>
                    <a:pt x="24917" y="113147"/>
                    <a:pt x="16554" y="105566"/>
                    <a:pt x="10363" y="90716"/>
                  </a:cubicBezTo>
                  <a:cubicBezTo>
                    <a:pt x="4020" y="75229"/>
                    <a:pt x="1238" y="52787"/>
                    <a:pt x="610" y="9906"/>
                  </a:cubicBezTo>
                  <a:cubicBezTo>
                    <a:pt x="629" y="6601"/>
                    <a:pt x="419" y="3286"/>
                    <a:pt x="0" y="0"/>
                  </a:cubicBezTo>
                  <a:close/>
                  <a:moveTo>
                    <a:pt x="94412" y="6972"/>
                  </a:moveTo>
                  <a:cubicBezTo>
                    <a:pt x="114062" y="30632"/>
                    <a:pt x="126187" y="59636"/>
                    <a:pt x="129235" y="90249"/>
                  </a:cubicBezTo>
                  <a:lnTo>
                    <a:pt x="110052" y="97527"/>
                  </a:lnTo>
                  <a:cubicBezTo>
                    <a:pt x="108947" y="82210"/>
                    <a:pt x="105613" y="67132"/>
                    <a:pt x="100146" y="52787"/>
                  </a:cubicBezTo>
                  <a:cubicBezTo>
                    <a:pt x="94945" y="38986"/>
                    <a:pt x="87516" y="26118"/>
                    <a:pt x="78162" y="14707"/>
                  </a:cubicBez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3" name="フリーフォーム: 図形 222">
              <a:extLst>
                <a:ext uri="{FF2B5EF4-FFF2-40B4-BE49-F238E27FC236}">
                  <a16:creationId xmlns:a16="http://schemas.microsoft.com/office/drawing/2014/main" id="{EC59CBB0-FE2E-9FF1-3572-9D7DF97737D6}"/>
                </a:ext>
              </a:extLst>
            </p:cNvPr>
            <p:cNvSpPr/>
            <p:nvPr/>
          </p:nvSpPr>
          <p:spPr>
            <a:xfrm>
              <a:off x="8652595" y="5829518"/>
              <a:ext cx="132350" cy="137759"/>
            </a:xfrm>
            <a:custGeom>
              <a:avLst/>
              <a:gdLst>
                <a:gd name="connsiteX0" fmla="*/ 934 w 132350"/>
                <a:gd name="connsiteY0" fmla="*/ 19669 h 137759"/>
                <a:gd name="connsiteX1" fmla="*/ 315 w 132350"/>
                <a:gd name="connsiteY1" fmla="*/ 3724 h 137759"/>
                <a:gd name="connsiteX2" fmla="*/ 17193 w 132350"/>
                <a:gd name="connsiteY2" fmla="*/ 4191 h 137759"/>
                <a:gd name="connsiteX3" fmla="*/ 41643 w 132350"/>
                <a:gd name="connsiteY3" fmla="*/ 4191 h 137759"/>
                <a:gd name="connsiteX4" fmla="*/ 54959 w 132350"/>
                <a:gd name="connsiteY4" fmla="*/ 3724 h 137759"/>
                <a:gd name="connsiteX5" fmla="*/ 54493 w 132350"/>
                <a:gd name="connsiteY5" fmla="*/ 17812 h 137759"/>
                <a:gd name="connsiteX6" fmla="*/ 54493 w 132350"/>
                <a:gd name="connsiteY6" fmla="*/ 88087 h 137759"/>
                <a:gd name="connsiteX7" fmla="*/ 54797 w 132350"/>
                <a:gd name="connsiteY7" fmla="*/ 103870 h 137759"/>
                <a:gd name="connsiteX8" fmla="*/ 38852 w 132350"/>
                <a:gd name="connsiteY8" fmla="*/ 103870 h 137759"/>
                <a:gd name="connsiteX9" fmla="*/ 38852 w 132350"/>
                <a:gd name="connsiteY9" fmla="*/ 98136 h 137759"/>
                <a:gd name="connsiteX10" fmla="*/ 17031 w 132350"/>
                <a:gd name="connsiteY10" fmla="*/ 98136 h 137759"/>
                <a:gd name="connsiteX11" fmla="*/ 17031 w 132350"/>
                <a:gd name="connsiteY11" fmla="*/ 109594 h 137759"/>
                <a:gd name="connsiteX12" fmla="*/ 0 w 132350"/>
                <a:gd name="connsiteY12" fmla="*/ 109594 h 137759"/>
                <a:gd name="connsiteX13" fmla="*/ 934 w 132350"/>
                <a:gd name="connsiteY13" fmla="*/ 91183 h 137759"/>
                <a:gd name="connsiteX14" fmla="*/ 16879 w 132350"/>
                <a:gd name="connsiteY14" fmla="*/ 42729 h 137759"/>
                <a:gd name="connsiteX15" fmla="*/ 38852 w 132350"/>
                <a:gd name="connsiteY15" fmla="*/ 42729 h 137759"/>
                <a:gd name="connsiteX16" fmla="*/ 38852 w 132350"/>
                <a:gd name="connsiteY16" fmla="*/ 19355 h 137759"/>
                <a:gd name="connsiteX17" fmla="*/ 16879 w 132350"/>
                <a:gd name="connsiteY17" fmla="*/ 19355 h 137759"/>
                <a:gd name="connsiteX18" fmla="*/ 16879 w 132350"/>
                <a:gd name="connsiteY18" fmla="*/ 83286 h 137759"/>
                <a:gd name="connsiteX19" fmla="*/ 38852 w 132350"/>
                <a:gd name="connsiteY19" fmla="*/ 83286 h 137759"/>
                <a:gd name="connsiteX20" fmla="*/ 38852 w 132350"/>
                <a:gd name="connsiteY20" fmla="*/ 57131 h 137759"/>
                <a:gd name="connsiteX21" fmla="*/ 16879 w 132350"/>
                <a:gd name="connsiteY21" fmla="*/ 57131 h 137759"/>
                <a:gd name="connsiteX22" fmla="*/ 79105 w 132350"/>
                <a:gd name="connsiteY22" fmla="*/ 87620 h 137759"/>
                <a:gd name="connsiteX23" fmla="*/ 71047 w 132350"/>
                <a:gd name="connsiteY23" fmla="*/ 112538 h 137759"/>
                <a:gd name="connsiteX24" fmla="*/ 51864 w 132350"/>
                <a:gd name="connsiteY24" fmla="*/ 137760 h 137759"/>
                <a:gd name="connsiteX25" fmla="*/ 38243 w 132350"/>
                <a:gd name="connsiteY25" fmla="*/ 125225 h 137759"/>
                <a:gd name="connsiteX26" fmla="*/ 60370 w 132350"/>
                <a:gd name="connsiteY26" fmla="*/ 94431 h 137759"/>
                <a:gd name="connsiteX27" fmla="*/ 66104 w 132350"/>
                <a:gd name="connsiteY27" fmla="*/ 38548 h 137759"/>
                <a:gd name="connsiteX28" fmla="*/ 65008 w 132350"/>
                <a:gd name="connsiteY28" fmla="*/ 0 h 137759"/>
                <a:gd name="connsiteX29" fmla="*/ 82201 w 132350"/>
                <a:gd name="connsiteY29" fmla="*/ 628 h 137759"/>
                <a:gd name="connsiteX30" fmla="*/ 115634 w 132350"/>
                <a:gd name="connsiteY30" fmla="*/ 628 h 137759"/>
                <a:gd name="connsiteX31" fmla="*/ 132350 w 132350"/>
                <a:gd name="connsiteY31" fmla="*/ 0 h 137759"/>
                <a:gd name="connsiteX32" fmla="*/ 131731 w 132350"/>
                <a:gd name="connsiteY32" fmla="*/ 17040 h 137759"/>
                <a:gd name="connsiteX33" fmla="*/ 131731 w 132350"/>
                <a:gd name="connsiteY33" fmla="*/ 117805 h 137759"/>
                <a:gd name="connsiteX34" fmla="*/ 109128 w 132350"/>
                <a:gd name="connsiteY34" fmla="*/ 135131 h 137759"/>
                <a:gd name="connsiteX35" fmla="*/ 96745 w 132350"/>
                <a:gd name="connsiteY35" fmla="*/ 134826 h 137759"/>
                <a:gd name="connsiteX36" fmla="*/ 92573 w 132350"/>
                <a:gd name="connsiteY36" fmla="*/ 117338 h 137759"/>
                <a:gd name="connsiteX37" fmla="*/ 108509 w 132350"/>
                <a:gd name="connsiteY37" fmla="*/ 119043 h 137759"/>
                <a:gd name="connsiteX38" fmla="*/ 115005 w 132350"/>
                <a:gd name="connsiteY38" fmla="*/ 114243 h 137759"/>
                <a:gd name="connsiteX39" fmla="*/ 115005 w 132350"/>
                <a:gd name="connsiteY39" fmla="*/ 87620 h 137759"/>
                <a:gd name="connsiteX40" fmla="*/ 82353 w 132350"/>
                <a:gd name="connsiteY40" fmla="*/ 50930 h 137759"/>
                <a:gd name="connsiteX41" fmla="*/ 80953 w 132350"/>
                <a:gd name="connsiteY41" fmla="*/ 72447 h 137759"/>
                <a:gd name="connsiteX42" fmla="*/ 115005 w 132350"/>
                <a:gd name="connsiteY42" fmla="*/ 72447 h 137759"/>
                <a:gd name="connsiteX43" fmla="*/ 115005 w 132350"/>
                <a:gd name="connsiteY43" fmla="*/ 50930 h 137759"/>
                <a:gd name="connsiteX44" fmla="*/ 115005 w 132350"/>
                <a:gd name="connsiteY44" fmla="*/ 16107 h 137759"/>
                <a:gd name="connsiteX45" fmla="*/ 82658 w 132350"/>
                <a:gd name="connsiteY45" fmla="*/ 16107 h 137759"/>
                <a:gd name="connsiteX46" fmla="*/ 82658 w 132350"/>
                <a:gd name="connsiteY46" fmla="*/ 36385 h 137759"/>
                <a:gd name="connsiteX47" fmla="*/ 115005 w 132350"/>
                <a:gd name="connsiteY47" fmla="*/ 36385 h 137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32350" h="137759">
                  <a:moveTo>
                    <a:pt x="934" y="19669"/>
                  </a:moveTo>
                  <a:cubicBezTo>
                    <a:pt x="1019" y="14344"/>
                    <a:pt x="810" y="9020"/>
                    <a:pt x="315" y="3724"/>
                  </a:cubicBezTo>
                  <a:cubicBezTo>
                    <a:pt x="4649" y="4029"/>
                    <a:pt x="8363" y="4191"/>
                    <a:pt x="17193" y="4191"/>
                  </a:cubicBezTo>
                  <a:lnTo>
                    <a:pt x="41643" y="4191"/>
                  </a:lnTo>
                  <a:cubicBezTo>
                    <a:pt x="47987" y="4191"/>
                    <a:pt x="50930" y="4029"/>
                    <a:pt x="54959" y="3724"/>
                  </a:cubicBezTo>
                  <a:cubicBezTo>
                    <a:pt x="54645" y="7439"/>
                    <a:pt x="54493" y="10535"/>
                    <a:pt x="54493" y="17812"/>
                  </a:cubicBezTo>
                  <a:lnTo>
                    <a:pt x="54493" y="88087"/>
                  </a:lnTo>
                  <a:cubicBezTo>
                    <a:pt x="54493" y="96441"/>
                    <a:pt x="54645" y="100460"/>
                    <a:pt x="54797" y="103870"/>
                  </a:cubicBezTo>
                  <a:lnTo>
                    <a:pt x="38852" y="103870"/>
                  </a:lnTo>
                  <a:lnTo>
                    <a:pt x="38852" y="98136"/>
                  </a:lnTo>
                  <a:lnTo>
                    <a:pt x="17031" y="98136"/>
                  </a:lnTo>
                  <a:lnTo>
                    <a:pt x="17031" y="109594"/>
                  </a:lnTo>
                  <a:lnTo>
                    <a:pt x="0" y="109594"/>
                  </a:lnTo>
                  <a:cubicBezTo>
                    <a:pt x="695" y="103479"/>
                    <a:pt x="1010" y="97336"/>
                    <a:pt x="934" y="91183"/>
                  </a:cubicBezTo>
                  <a:close/>
                  <a:moveTo>
                    <a:pt x="16879" y="42729"/>
                  </a:moveTo>
                  <a:lnTo>
                    <a:pt x="38852" y="42729"/>
                  </a:lnTo>
                  <a:lnTo>
                    <a:pt x="38852" y="19355"/>
                  </a:lnTo>
                  <a:lnTo>
                    <a:pt x="16879" y="19355"/>
                  </a:lnTo>
                  <a:close/>
                  <a:moveTo>
                    <a:pt x="16879" y="83286"/>
                  </a:moveTo>
                  <a:lnTo>
                    <a:pt x="38852" y="83286"/>
                  </a:lnTo>
                  <a:lnTo>
                    <a:pt x="38852" y="57131"/>
                  </a:lnTo>
                  <a:lnTo>
                    <a:pt x="16879" y="57131"/>
                  </a:lnTo>
                  <a:close/>
                  <a:moveTo>
                    <a:pt x="79105" y="87620"/>
                  </a:moveTo>
                  <a:cubicBezTo>
                    <a:pt x="77505" y="96231"/>
                    <a:pt x="74790" y="104613"/>
                    <a:pt x="71047" y="112538"/>
                  </a:cubicBezTo>
                  <a:cubicBezTo>
                    <a:pt x="66551" y="122234"/>
                    <a:pt x="59998" y="130835"/>
                    <a:pt x="51864" y="137760"/>
                  </a:cubicBezTo>
                  <a:cubicBezTo>
                    <a:pt x="48159" y="132750"/>
                    <a:pt x="43539" y="128502"/>
                    <a:pt x="38243" y="125225"/>
                  </a:cubicBezTo>
                  <a:cubicBezTo>
                    <a:pt x="48882" y="117748"/>
                    <a:pt x="56683" y="106899"/>
                    <a:pt x="60370" y="94431"/>
                  </a:cubicBezTo>
                  <a:cubicBezTo>
                    <a:pt x="65218" y="76219"/>
                    <a:pt x="67151" y="57360"/>
                    <a:pt x="66104" y="38548"/>
                  </a:cubicBezTo>
                  <a:cubicBezTo>
                    <a:pt x="66104" y="17964"/>
                    <a:pt x="65789" y="6505"/>
                    <a:pt x="65008" y="0"/>
                  </a:cubicBezTo>
                  <a:cubicBezTo>
                    <a:pt x="70723" y="495"/>
                    <a:pt x="76467" y="705"/>
                    <a:pt x="82201" y="628"/>
                  </a:cubicBezTo>
                  <a:lnTo>
                    <a:pt x="115634" y="628"/>
                  </a:lnTo>
                  <a:cubicBezTo>
                    <a:pt x="121215" y="733"/>
                    <a:pt x="126788" y="533"/>
                    <a:pt x="132350" y="0"/>
                  </a:cubicBezTo>
                  <a:cubicBezTo>
                    <a:pt x="131816" y="5667"/>
                    <a:pt x="131607" y="11354"/>
                    <a:pt x="131731" y="17040"/>
                  </a:cubicBezTo>
                  <a:lnTo>
                    <a:pt x="131731" y="117805"/>
                  </a:lnTo>
                  <a:cubicBezTo>
                    <a:pt x="131731" y="131578"/>
                    <a:pt x="127082" y="135131"/>
                    <a:pt x="109128" y="135131"/>
                  </a:cubicBezTo>
                  <a:cubicBezTo>
                    <a:pt x="106499" y="135131"/>
                    <a:pt x="100927" y="134979"/>
                    <a:pt x="96745" y="134826"/>
                  </a:cubicBezTo>
                  <a:cubicBezTo>
                    <a:pt x="96364" y="128797"/>
                    <a:pt x="94955" y="122882"/>
                    <a:pt x="92573" y="117338"/>
                  </a:cubicBezTo>
                  <a:cubicBezTo>
                    <a:pt x="97831" y="118320"/>
                    <a:pt x="103156" y="118891"/>
                    <a:pt x="108509" y="119043"/>
                  </a:cubicBezTo>
                  <a:cubicBezTo>
                    <a:pt x="113929" y="119043"/>
                    <a:pt x="115005" y="118262"/>
                    <a:pt x="115005" y="114243"/>
                  </a:cubicBezTo>
                  <a:lnTo>
                    <a:pt x="115005" y="87620"/>
                  </a:lnTo>
                  <a:close/>
                  <a:moveTo>
                    <a:pt x="82353" y="50930"/>
                  </a:moveTo>
                  <a:cubicBezTo>
                    <a:pt x="82201" y="58360"/>
                    <a:pt x="81734" y="65018"/>
                    <a:pt x="80953" y="72447"/>
                  </a:cubicBezTo>
                  <a:lnTo>
                    <a:pt x="115005" y="72447"/>
                  </a:lnTo>
                  <a:lnTo>
                    <a:pt x="115005" y="50930"/>
                  </a:lnTo>
                  <a:close/>
                  <a:moveTo>
                    <a:pt x="115005" y="16107"/>
                  </a:moveTo>
                  <a:lnTo>
                    <a:pt x="82658" y="16107"/>
                  </a:lnTo>
                  <a:lnTo>
                    <a:pt x="82658" y="36385"/>
                  </a:lnTo>
                  <a:lnTo>
                    <a:pt x="115005" y="36385"/>
                  </a:ln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4" name="フリーフォーム: 図形 223">
              <a:extLst>
                <a:ext uri="{FF2B5EF4-FFF2-40B4-BE49-F238E27FC236}">
                  <a16:creationId xmlns:a16="http://schemas.microsoft.com/office/drawing/2014/main" id="{B4D0F659-34C0-A449-BF5F-1A30128ECE41}"/>
                </a:ext>
              </a:extLst>
            </p:cNvPr>
            <p:cNvSpPr/>
            <p:nvPr/>
          </p:nvSpPr>
          <p:spPr>
            <a:xfrm>
              <a:off x="8809386" y="5831071"/>
              <a:ext cx="123826" cy="129514"/>
            </a:xfrm>
            <a:custGeom>
              <a:avLst/>
              <a:gdLst>
                <a:gd name="connsiteX0" fmla="*/ 47835 w 123826"/>
                <a:gd name="connsiteY0" fmla="*/ 58664 h 129514"/>
                <a:gd name="connsiteX1" fmla="*/ 80334 w 123826"/>
                <a:gd name="connsiteY1" fmla="*/ 51549 h 129514"/>
                <a:gd name="connsiteX2" fmla="*/ 123825 w 123826"/>
                <a:gd name="connsiteY2" fmla="*/ 86373 h 129514"/>
                <a:gd name="connsiteX3" fmla="*/ 102775 w 123826"/>
                <a:gd name="connsiteY3" fmla="*/ 120587 h 129514"/>
                <a:gd name="connsiteX4" fmla="*/ 65313 w 123826"/>
                <a:gd name="connsiteY4" fmla="*/ 129397 h 129514"/>
                <a:gd name="connsiteX5" fmla="*/ 35290 w 123826"/>
                <a:gd name="connsiteY5" fmla="*/ 122282 h 129514"/>
                <a:gd name="connsiteX6" fmla="*/ 26004 w 123826"/>
                <a:gd name="connsiteY6" fmla="*/ 104480 h 129514"/>
                <a:gd name="connsiteX7" fmla="*/ 52635 w 123826"/>
                <a:gd name="connsiteY7" fmla="*/ 82344 h 129514"/>
                <a:gd name="connsiteX8" fmla="*/ 79400 w 123826"/>
                <a:gd name="connsiteY8" fmla="*/ 95040 h 129514"/>
                <a:gd name="connsiteX9" fmla="*/ 86525 w 123826"/>
                <a:gd name="connsiteY9" fmla="*/ 108976 h 129514"/>
                <a:gd name="connsiteX10" fmla="*/ 104947 w 123826"/>
                <a:gd name="connsiteY10" fmla="*/ 86535 h 129514"/>
                <a:gd name="connsiteX11" fmla="*/ 74295 w 123826"/>
                <a:gd name="connsiteY11" fmla="*/ 66561 h 129514"/>
                <a:gd name="connsiteX12" fmla="*/ 10526 w 123826"/>
                <a:gd name="connsiteY12" fmla="*/ 92564 h 129514"/>
                <a:gd name="connsiteX13" fmla="*/ 0 w 123826"/>
                <a:gd name="connsiteY13" fmla="*/ 75847 h 129514"/>
                <a:gd name="connsiteX14" fmla="*/ 21822 w 123826"/>
                <a:gd name="connsiteY14" fmla="*/ 61293 h 129514"/>
                <a:gd name="connsiteX15" fmla="*/ 68104 w 123826"/>
                <a:gd name="connsiteY15" fmla="*/ 21050 h 129514"/>
                <a:gd name="connsiteX16" fmla="*/ 70885 w 123826"/>
                <a:gd name="connsiteY16" fmla="*/ 18259 h 129514"/>
                <a:gd name="connsiteX17" fmla="*/ 70733 w 123826"/>
                <a:gd name="connsiteY17" fmla="*/ 18117 h 129514"/>
                <a:gd name="connsiteX18" fmla="*/ 26927 w 123826"/>
                <a:gd name="connsiteY18" fmla="*/ 20736 h 129514"/>
                <a:gd name="connsiteX19" fmla="*/ 19498 w 123826"/>
                <a:gd name="connsiteY19" fmla="*/ 21517 h 129514"/>
                <a:gd name="connsiteX20" fmla="*/ 18726 w 123826"/>
                <a:gd name="connsiteY20" fmla="*/ 2943 h 129514"/>
                <a:gd name="connsiteX21" fmla="*/ 36995 w 123826"/>
                <a:gd name="connsiteY21" fmla="*/ 3877 h 129514"/>
                <a:gd name="connsiteX22" fmla="*/ 84049 w 123826"/>
                <a:gd name="connsiteY22" fmla="*/ 2010 h 129514"/>
                <a:gd name="connsiteX23" fmla="*/ 93640 w 123826"/>
                <a:gd name="connsiteY23" fmla="*/ 0 h 129514"/>
                <a:gd name="connsiteX24" fmla="*/ 103241 w 123826"/>
                <a:gd name="connsiteY24" fmla="*/ 13621 h 129514"/>
                <a:gd name="connsiteX25" fmla="*/ 95193 w 123826"/>
                <a:gd name="connsiteY25" fmla="*/ 19964 h 129514"/>
                <a:gd name="connsiteX26" fmla="*/ 70885 w 123826"/>
                <a:gd name="connsiteY26" fmla="*/ 41643 h 129514"/>
                <a:gd name="connsiteX27" fmla="*/ 53864 w 123826"/>
                <a:gd name="connsiteY27" fmla="*/ 54331 h 129514"/>
                <a:gd name="connsiteX28" fmla="*/ 47511 w 123826"/>
                <a:gd name="connsiteY28" fmla="*/ 58350 h 129514"/>
                <a:gd name="connsiteX29" fmla="*/ 52474 w 123826"/>
                <a:gd name="connsiteY29" fmla="*/ 97212 h 129514"/>
                <a:gd name="connsiteX30" fmla="*/ 43339 w 123826"/>
                <a:gd name="connsiteY30" fmla="*/ 104327 h 129514"/>
                <a:gd name="connsiteX31" fmla="*/ 61760 w 123826"/>
                <a:gd name="connsiteY31" fmla="*/ 114081 h 129514"/>
                <a:gd name="connsiteX32" fmla="*/ 69809 w 123826"/>
                <a:gd name="connsiteY32" fmla="*/ 113462 h 129514"/>
                <a:gd name="connsiteX33" fmla="*/ 52474 w 123826"/>
                <a:gd name="connsiteY33" fmla="*/ 97212 h 12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3826" h="129514">
                  <a:moveTo>
                    <a:pt x="47835" y="58664"/>
                  </a:moveTo>
                  <a:cubicBezTo>
                    <a:pt x="57998" y="53902"/>
                    <a:pt x="69104" y="51473"/>
                    <a:pt x="80334" y="51549"/>
                  </a:cubicBezTo>
                  <a:cubicBezTo>
                    <a:pt x="106804" y="51549"/>
                    <a:pt x="123825" y="65161"/>
                    <a:pt x="123825" y="86373"/>
                  </a:cubicBezTo>
                  <a:cubicBezTo>
                    <a:pt x="123940" y="100870"/>
                    <a:pt x="115767" y="114157"/>
                    <a:pt x="102775" y="120587"/>
                  </a:cubicBezTo>
                  <a:cubicBezTo>
                    <a:pt x="91240" y="126663"/>
                    <a:pt x="78353" y="129692"/>
                    <a:pt x="65313" y="129397"/>
                  </a:cubicBezTo>
                  <a:cubicBezTo>
                    <a:pt x="54816" y="130102"/>
                    <a:pt x="44358" y="127616"/>
                    <a:pt x="35290" y="122282"/>
                  </a:cubicBezTo>
                  <a:cubicBezTo>
                    <a:pt x="29518" y="118186"/>
                    <a:pt x="26061" y="111566"/>
                    <a:pt x="26004" y="104480"/>
                  </a:cubicBezTo>
                  <a:cubicBezTo>
                    <a:pt x="26004" y="91640"/>
                    <a:pt x="37148" y="82344"/>
                    <a:pt x="52635" y="82344"/>
                  </a:cubicBezTo>
                  <a:cubicBezTo>
                    <a:pt x="63046" y="82153"/>
                    <a:pt x="72952" y="86858"/>
                    <a:pt x="79400" y="95040"/>
                  </a:cubicBezTo>
                  <a:cubicBezTo>
                    <a:pt x="82639" y="99193"/>
                    <a:pt x="85049" y="103918"/>
                    <a:pt x="86525" y="108976"/>
                  </a:cubicBezTo>
                  <a:cubicBezTo>
                    <a:pt x="99374" y="104175"/>
                    <a:pt x="104947" y="97517"/>
                    <a:pt x="104947" y="86535"/>
                  </a:cubicBezTo>
                  <a:cubicBezTo>
                    <a:pt x="104947" y="74457"/>
                    <a:pt x="93031" y="66561"/>
                    <a:pt x="74295" y="66561"/>
                  </a:cubicBezTo>
                  <a:cubicBezTo>
                    <a:pt x="50540" y="66980"/>
                    <a:pt x="27794" y="76257"/>
                    <a:pt x="10526" y="92564"/>
                  </a:cubicBezTo>
                  <a:lnTo>
                    <a:pt x="0" y="75847"/>
                  </a:lnTo>
                  <a:cubicBezTo>
                    <a:pt x="7715" y="71695"/>
                    <a:pt x="15021" y="66818"/>
                    <a:pt x="21822" y="61293"/>
                  </a:cubicBezTo>
                  <a:cubicBezTo>
                    <a:pt x="38033" y="48806"/>
                    <a:pt x="53493" y="35376"/>
                    <a:pt x="68104" y="21050"/>
                  </a:cubicBezTo>
                  <a:cubicBezTo>
                    <a:pt x="68418" y="20736"/>
                    <a:pt x="69961" y="19193"/>
                    <a:pt x="70885" y="18259"/>
                  </a:cubicBezTo>
                  <a:lnTo>
                    <a:pt x="70733" y="18117"/>
                  </a:lnTo>
                  <a:cubicBezTo>
                    <a:pt x="64856" y="18888"/>
                    <a:pt x="54950" y="19498"/>
                    <a:pt x="26927" y="20736"/>
                  </a:cubicBezTo>
                  <a:cubicBezTo>
                    <a:pt x="24432" y="20822"/>
                    <a:pt x="21955" y="21088"/>
                    <a:pt x="19498" y="21517"/>
                  </a:cubicBezTo>
                  <a:lnTo>
                    <a:pt x="18726" y="2943"/>
                  </a:lnTo>
                  <a:cubicBezTo>
                    <a:pt x="24784" y="3648"/>
                    <a:pt x="30889" y="3962"/>
                    <a:pt x="36995" y="3877"/>
                  </a:cubicBezTo>
                  <a:cubicBezTo>
                    <a:pt x="50149" y="3877"/>
                    <a:pt x="69028" y="3095"/>
                    <a:pt x="84049" y="2010"/>
                  </a:cubicBezTo>
                  <a:cubicBezTo>
                    <a:pt x="87354" y="2048"/>
                    <a:pt x="90631" y="1362"/>
                    <a:pt x="93640" y="0"/>
                  </a:cubicBezTo>
                  <a:lnTo>
                    <a:pt x="103241" y="13621"/>
                  </a:lnTo>
                  <a:cubicBezTo>
                    <a:pt x="100251" y="15307"/>
                    <a:pt x="97536" y="17450"/>
                    <a:pt x="95193" y="19964"/>
                  </a:cubicBezTo>
                  <a:cubicBezTo>
                    <a:pt x="87459" y="27089"/>
                    <a:pt x="76152" y="37147"/>
                    <a:pt x="70885" y="41643"/>
                  </a:cubicBezTo>
                  <a:cubicBezTo>
                    <a:pt x="68104" y="43967"/>
                    <a:pt x="56960" y="52321"/>
                    <a:pt x="53864" y="54331"/>
                  </a:cubicBezTo>
                  <a:cubicBezTo>
                    <a:pt x="51835" y="55797"/>
                    <a:pt x="49711" y="57140"/>
                    <a:pt x="47511" y="58350"/>
                  </a:cubicBezTo>
                  <a:close/>
                  <a:moveTo>
                    <a:pt x="52474" y="97212"/>
                  </a:moveTo>
                  <a:cubicBezTo>
                    <a:pt x="46901" y="97212"/>
                    <a:pt x="43339" y="99993"/>
                    <a:pt x="43339" y="104327"/>
                  </a:cubicBezTo>
                  <a:cubicBezTo>
                    <a:pt x="43339" y="110519"/>
                    <a:pt x="50302" y="114081"/>
                    <a:pt x="61760" y="114081"/>
                  </a:cubicBezTo>
                  <a:cubicBezTo>
                    <a:pt x="64456" y="114138"/>
                    <a:pt x="67151" y="113929"/>
                    <a:pt x="69809" y="113462"/>
                  </a:cubicBezTo>
                  <a:cubicBezTo>
                    <a:pt x="67018" y="102784"/>
                    <a:pt x="61141" y="97212"/>
                    <a:pt x="52474" y="97212"/>
                  </a:cubicBez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5" name="フリーフォーム: 図形 224">
              <a:extLst>
                <a:ext uri="{FF2B5EF4-FFF2-40B4-BE49-F238E27FC236}">
                  <a16:creationId xmlns:a16="http://schemas.microsoft.com/office/drawing/2014/main" id="{438F8E35-70F7-745A-2378-A256C31826CE}"/>
                </a:ext>
              </a:extLst>
            </p:cNvPr>
            <p:cNvSpPr/>
            <p:nvPr/>
          </p:nvSpPr>
          <p:spPr>
            <a:xfrm>
              <a:off x="8967253" y="5839891"/>
              <a:ext cx="129244" cy="113147"/>
            </a:xfrm>
            <a:custGeom>
              <a:avLst/>
              <a:gdLst>
                <a:gd name="connsiteX0" fmla="*/ 21202 w 129244"/>
                <a:gd name="connsiteY0" fmla="*/ 0 h 113147"/>
                <a:gd name="connsiteX1" fmla="*/ 19964 w 129244"/>
                <a:gd name="connsiteY1" fmla="*/ 23536 h 113147"/>
                <a:gd name="connsiteX2" fmla="*/ 22907 w 129244"/>
                <a:gd name="connsiteY2" fmla="*/ 65018 h 113147"/>
                <a:gd name="connsiteX3" fmla="*/ 35442 w 129244"/>
                <a:gd name="connsiteY3" fmla="*/ 91021 h 113147"/>
                <a:gd name="connsiteX4" fmla="*/ 41796 w 129244"/>
                <a:gd name="connsiteY4" fmla="*/ 84363 h 113147"/>
                <a:gd name="connsiteX5" fmla="*/ 49987 w 129244"/>
                <a:gd name="connsiteY5" fmla="*/ 56340 h 113147"/>
                <a:gd name="connsiteX6" fmla="*/ 65474 w 129244"/>
                <a:gd name="connsiteY6" fmla="*/ 70437 h 113147"/>
                <a:gd name="connsiteX7" fmla="*/ 35290 w 129244"/>
                <a:gd name="connsiteY7" fmla="*/ 113147 h 113147"/>
                <a:gd name="connsiteX8" fmla="*/ 10363 w 129244"/>
                <a:gd name="connsiteY8" fmla="*/ 90716 h 113147"/>
                <a:gd name="connsiteX9" fmla="*/ 619 w 129244"/>
                <a:gd name="connsiteY9" fmla="*/ 9906 h 113147"/>
                <a:gd name="connsiteX10" fmla="*/ 0 w 129244"/>
                <a:gd name="connsiteY10" fmla="*/ 0 h 113147"/>
                <a:gd name="connsiteX11" fmla="*/ 94412 w 129244"/>
                <a:gd name="connsiteY11" fmla="*/ 6972 h 113147"/>
                <a:gd name="connsiteX12" fmla="*/ 129244 w 129244"/>
                <a:gd name="connsiteY12" fmla="*/ 90249 h 113147"/>
                <a:gd name="connsiteX13" fmla="*/ 110051 w 129244"/>
                <a:gd name="connsiteY13" fmla="*/ 97527 h 113147"/>
                <a:gd name="connsiteX14" fmla="*/ 100146 w 129244"/>
                <a:gd name="connsiteY14" fmla="*/ 52787 h 113147"/>
                <a:gd name="connsiteX15" fmla="*/ 78162 w 129244"/>
                <a:gd name="connsiteY15" fmla="*/ 14707 h 113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244" h="113147">
                  <a:moveTo>
                    <a:pt x="21202" y="0"/>
                  </a:moveTo>
                  <a:cubicBezTo>
                    <a:pt x="20278" y="7811"/>
                    <a:pt x="19859" y="15678"/>
                    <a:pt x="19964" y="23536"/>
                  </a:cubicBezTo>
                  <a:cubicBezTo>
                    <a:pt x="19945" y="37414"/>
                    <a:pt x="20936" y="51273"/>
                    <a:pt x="22907" y="65018"/>
                  </a:cubicBezTo>
                  <a:cubicBezTo>
                    <a:pt x="25536" y="81115"/>
                    <a:pt x="30499" y="91021"/>
                    <a:pt x="35442" y="91021"/>
                  </a:cubicBezTo>
                  <a:cubicBezTo>
                    <a:pt x="37766" y="91021"/>
                    <a:pt x="39938" y="88697"/>
                    <a:pt x="41796" y="84363"/>
                  </a:cubicBezTo>
                  <a:cubicBezTo>
                    <a:pt x="45710" y="75409"/>
                    <a:pt x="48473" y="65999"/>
                    <a:pt x="49987" y="56340"/>
                  </a:cubicBezTo>
                  <a:cubicBezTo>
                    <a:pt x="54483" y="61731"/>
                    <a:pt x="59693" y="66475"/>
                    <a:pt x="65474" y="70437"/>
                  </a:cubicBezTo>
                  <a:cubicBezTo>
                    <a:pt x="57426" y="100622"/>
                    <a:pt x="48444" y="113147"/>
                    <a:pt x="35290" y="113147"/>
                  </a:cubicBezTo>
                  <a:cubicBezTo>
                    <a:pt x="24927" y="113147"/>
                    <a:pt x="16564" y="105566"/>
                    <a:pt x="10363" y="90716"/>
                  </a:cubicBezTo>
                  <a:cubicBezTo>
                    <a:pt x="4020" y="75229"/>
                    <a:pt x="1238" y="52787"/>
                    <a:pt x="619" y="9906"/>
                  </a:cubicBezTo>
                  <a:cubicBezTo>
                    <a:pt x="628" y="6601"/>
                    <a:pt x="419" y="3286"/>
                    <a:pt x="0" y="0"/>
                  </a:cubicBezTo>
                  <a:close/>
                  <a:moveTo>
                    <a:pt x="94412" y="6972"/>
                  </a:moveTo>
                  <a:cubicBezTo>
                    <a:pt x="114071" y="30632"/>
                    <a:pt x="126196" y="59636"/>
                    <a:pt x="129244" y="90249"/>
                  </a:cubicBezTo>
                  <a:lnTo>
                    <a:pt x="110051" y="97527"/>
                  </a:lnTo>
                  <a:cubicBezTo>
                    <a:pt x="108956" y="82210"/>
                    <a:pt x="105613" y="67132"/>
                    <a:pt x="100146" y="52787"/>
                  </a:cubicBezTo>
                  <a:cubicBezTo>
                    <a:pt x="94955" y="38976"/>
                    <a:pt x="87525" y="26118"/>
                    <a:pt x="78162" y="14707"/>
                  </a:cubicBezTo>
                  <a:close/>
                </a:path>
              </a:pathLst>
            </a:custGeom>
            <a:solidFill>
              <a:srgbClr val="7D7D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6" name="フリーフォーム: 図形 225">
              <a:extLst>
                <a:ext uri="{FF2B5EF4-FFF2-40B4-BE49-F238E27FC236}">
                  <a16:creationId xmlns:a16="http://schemas.microsoft.com/office/drawing/2014/main" id="{FCF3964C-C2F8-837F-94E2-43D15AD74779}"/>
                </a:ext>
              </a:extLst>
            </p:cNvPr>
            <p:cNvSpPr/>
            <p:nvPr/>
          </p:nvSpPr>
          <p:spPr>
            <a:xfrm>
              <a:off x="3427390" y="5408780"/>
              <a:ext cx="219645" cy="227980"/>
            </a:xfrm>
            <a:custGeom>
              <a:avLst/>
              <a:gdLst>
                <a:gd name="connsiteX0" fmla="*/ 27840 w 219645"/>
                <a:gd name="connsiteY0" fmla="*/ 158144 h 227980"/>
                <a:gd name="connsiteX1" fmla="*/ 27840 w 219645"/>
                <a:gd name="connsiteY1" fmla="*/ 179899 h 227980"/>
                <a:gd name="connsiteX2" fmla="*/ 0 w 219645"/>
                <a:gd name="connsiteY2" fmla="*/ 179899 h 227980"/>
                <a:gd name="connsiteX3" fmla="*/ 0 w 219645"/>
                <a:gd name="connsiteY3" fmla="*/ 3543 h 227980"/>
                <a:gd name="connsiteX4" fmla="*/ 88310 w 219645"/>
                <a:gd name="connsiteY4" fmla="*/ 3543 h 227980"/>
                <a:gd name="connsiteX5" fmla="*/ 88310 w 219645"/>
                <a:gd name="connsiteY5" fmla="*/ 158144 h 227980"/>
                <a:gd name="connsiteX6" fmla="*/ 27840 w 219645"/>
                <a:gd name="connsiteY6" fmla="*/ 30871 h 227980"/>
                <a:gd name="connsiteX7" fmla="*/ 27840 w 219645"/>
                <a:gd name="connsiteY7" fmla="*/ 66551 h 227980"/>
                <a:gd name="connsiteX8" fmla="*/ 60480 w 219645"/>
                <a:gd name="connsiteY8" fmla="*/ 66551 h 227980"/>
                <a:gd name="connsiteX9" fmla="*/ 60480 w 219645"/>
                <a:gd name="connsiteY9" fmla="*/ 30871 h 227980"/>
                <a:gd name="connsiteX10" fmla="*/ 60480 w 219645"/>
                <a:gd name="connsiteY10" fmla="*/ 130816 h 227980"/>
                <a:gd name="connsiteX11" fmla="*/ 60480 w 219645"/>
                <a:gd name="connsiteY11" fmla="*/ 93364 h 227980"/>
                <a:gd name="connsiteX12" fmla="*/ 27840 w 219645"/>
                <a:gd name="connsiteY12" fmla="*/ 93364 h 227980"/>
                <a:gd name="connsiteX13" fmla="*/ 27840 w 219645"/>
                <a:gd name="connsiteY13" fmla="*/ 130816 h 227980"/>
                <a:gd name="connsiteX14" fmla="*/ 219646 w 219645"/>
                <a:gd name="connsiteY14" fmla="*/ 191548 h 227980"/>
                <a:gd name="connsiteX15" fmla="*/ 206482 w 219645"/>
                <a:gd name="connsiteY15" fmla="*/ 220389 h 227980"/>
                <a:gd name="connsiteX16" fmla="*/ 160943 w 219645"/>
                <a:gd name="connsiteY16" fmla="*/ 225952 h 227980"/>
                <a:gd name="connsiteX17" fmla="*/ 150304 w 219645"/>
                <a:gd name="connsiteY17" fmla="*/ 196863 h 227980"/>
                <a:gd name="connsiteX18" fmla="*/ 183708 w 219645"/>
                <a:gd name="connsiteY18" fmla="*/ 197110 h 227980"/>
                <a:gd name="connsiteX19" fmla="*/ 189785 w 219645"/>
                <a:gd name="connsiteY19" fmla="*/ 191300 h 227980"/>
                <a:gd name="connsiteX20" fmla="*/ 189785 w 219645"/>
                <a:gd name="connsiteY20" fmla="*/ 146761 h 227980"/>
                <a:gd name="connsiteX21" fmla="*/ 130317 w 219645"/>
                <a:gd name="connsiteY21" fmla="*/ 146761 h 227980"/>
                <a:gd name="connsiteX22" fmla="*/ 81985 w 219645"/>
                <a:gd name="connsiteY22" fmla="*/ 227981 h 227980"/>
                <a:gd name="connsiteX23" fmla="*/ 59465 w 219645"/>
                <a:gd name="connsiteY23" fmla="*/ 207997 h 227980"/>
                <a:gd name="connsiteX24" fmla="*/ 105770 w 219645"/>
                <a:gd name="connsiteY24" fmla="*/ 91087 h 227980"/>
                <a:gd name="connsiteX25" fmla="*/ 105770 w 219645"/>
                <a:gd name="connsiteY25" fmla="*/ 0 h 227980"/>
                <a:gd name="connsiteX26" fmla="*/ 219646 w 219645"/>
                <a:gd name="connsiteY26" fmla="*/ 0 h 227980"/>
                <a:gd name="connsiteX27" fmla="*/ 189785 w 219645"/>
                <a:gd name="connsiteY27" fmla="*/ 119681 h 227980"/>
                <a:gd name="connsiteX28" fmla="*/ 189785 w 219645"/>
                <a:gd name="connsiteY28" fmla="*/ 87296 h 227980"/>
                <a:gd name="connsiteX29" fmla="*/ 135378 w 219645"/>
                <a:gd name="connsiteY29" fmla="*/ 87296 h 227980"/>
                <a:gd name="connsiteX30" fmla="*/ 135378 w 219645"/>
                <a:gd name="connsiteY30" fmla="*/ 91087 h 227980"/>
                <a:gd name="connsiteX31" fmla="*/ 134113 w 219645"/>
                <a:gd name="connsiteY31" fmla="*/ 119681 h 227980"/>
                <a:gd name="connsiteX32" fmla="*/ 135378 w 219645"/>
                <a:gd name="connsiteY32" fmla="*/ 27822 h 227980"/>
                <a:gd name="connsiteX33" fmla="*/ 135378 w 219645"/>
                <a:gd name="connsiteY33" fmla="*/ 60217 h 227980"/>
                <a:gd name="connsiteX34" fmla="*/ 189785 w 219645"/>
                <a:gd name="connsiteY34" fmla="*/ 60217 h 227980"/>
                <a:gd name="connsiteX35" fmla="*/ 189785 w 219645"/>
                <a:gd name="connsiteY35" fmla="*/ 27822 h 227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9645" h="227980">
                  <a:moveTo>
                    <a:pt x="27840" y="158144"/>
                  </a:moveTo>
                  <a:lnTo>
                    <a:pt x="27840" y="179899"/>
                  </a:lnTo>
                  <a:lnTo>
                    <a:pt x="0" y="179899"/>
                  </a:lnTo>
                  <a:lnTo>
                    <a:pt x="0" y="3543"/>
                  </a:lnTo>
                  <a:lnTo>
                    <a:pt x="88310" y="3543"/>
                  </a:lnTo>
                  <a:lnTo>
                    <a:pt x="88310" y="158144"/>
                  </a:lnTo>
                  <a:close/>
                  <a:moveTo>
                    <a:pt x="27840" y="30871"/>
                  </a:moveTo>
                  <a:lnTo>
                    <a:pt x="27840" y="66551"/>
                  </a:lnTo>
                  <a:lnTo>
                    <a:pt x="60480" y="66551"/>
                  </a:lnTo>
                  <a:lnTo>
                    <a:pt x="60480" y="30871"/>
                  </a:lnTo>
                  <a:close/>
                  <a:moveTo>
                    <a:pt x="60480" y="130816"/>
                  </a:moveTo>
                  <a:lnTo>
                    <a:pt x="60480" y="93364"/>
                  </a:lnTo>
                  <a:lnTo>
                    <a:pt x="27840" y="93364"/>
                  </a:lnTo>
                  <a:lnTo>
                    <a:pt x="27840" y="130816"/>
                  </a:lnTo>
                  <a:close/>
                  <a:moveTo>
                    <a:pt x="219646" y="191548"/>
                  </a:moveTo>
                  <a:cubicBezTo>
                    <a:pt x="219646" y="207493"/>
                    <a:pt x="216350" y="215579"/>
                    <a:pt x="206482" y="220389"/>
                  </a:cubicBezTo>
                  <a:cubicBezTo>
                    <a:pt x="191842" y="225333"/>
                    <a:pt x="176335" y="227228"/>
                    <a:pt x="160943" y="225952"/>
                  </a:cubicBezTo>
                  <a:cubicBezTo>
                    <a:pt x="158876" y="215779"/>
                    <a:pt x="155295" y="205969"/>
                    <a:pt x="150304" y="196863"/>
                  </a:cubicBezTo>
                  <a:cubicBezTo>
                    <a:pt x="163972" y="197625"/>
                    <a:pt x="179402" y="197367"/>
                    <a:pt x="183708" y="197110"/>
                  </a:cubicBezTo>
                  <a:cubicBezTo>
                    <a:pt x="188270" y="197110"/>
                    <a:pt x="189785" y="195596"/>
                    <a:pt x="189785" y="191300"/>
                  </a:cubicBezTo>
                  <a:lnTo>
                    <a:pt x="189785" y="146761"/>
                  </a:lnTo>
                  <a:lnTo>
                    <a:pt x="130317" y="146761"/>
                  </a:lnTo>
                  <a:cubicBezTo>
                    <a:pt x="125031" y="178965"/>
                    <a:pt x="107766" y="207978"/>
                    <a:pt x="81985" y="227981"/>
                  </a:cubicBezTo>
                  <a:cubicBezTo>
                    <a:pt x="75408" y="220342"/>
                    <a:pt x="67833" y="213617"/>
                    <a:pt x="59465" y="207997"/>
                  </a:cubicBezTo>
                  <a:cubicBezTo>
                    <a:pt x="101975" y="176622"/>
                    <a:pt x="105770" y="129549"/>
                    <a:pt x="105770" y="91087"/>
                  </a:cubicBezTo>
                  <a:lnTo>
                    <a:pt x="105770" y="0"/>
                  </a:lnTo>
                  <a:lnTo>
                    <a:pt x="219646" y="0"/>
                  </a:lnTo>
                  <a:close/>
                  <a:moveTo>
                    <a:pt x="189785" y="119681"/>
                  </a:moveTo>
                  <a:lnTo>
                    <a:pt x="189785" y="87296"/>
                  </a:lnTo>
                  <a:lnTo>
                    <a:pt x="135378" y="87296"/>
                  </a:lnTo>
                  <a:lnTo>
                    <a:pt x="135378" y="91087"/>
                  </a:lnTo>
                  <a:cubicBezTo>
                    <a:pt x="135446" y="100631"/>
                    <a:pt x="135024" y="110176"/>
                    <a:pt x="134113" y="119681"/>
                  </a:cubicBezTo>
                  <a:close/>
                  <a:moveTo>
                    <a:pt x="135378" y="27822"/>
                  </a:moveTo>
                  <a:lnTo>
                    <a:pt x="135378" y="60217"/>
                  </a:lnTo>
                  <a:lnTo>
                    <a:pt x="189785" y="60217"/>
                  </a:lnTo>
                  <a:lnTo>
                    <a:pt x="189785" y="2782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7" name="フリーフォーム: 図形 226">
              <a:extLst>
                <a:ext uri="{FF2B5EF4-FFF2-40B4-BE49-F238E27FC236}">
                  <a16:creationId xmlns:a16="http://schemas.microsoft.com/office/drawing/2014/main" id="{CD7F940E-AD3F-5F9D-920E-88FD45127DAE}"/>
                </a:ext>
              </a:extLst>
            </p:cNvPr>
            <p:cNvSpPr/>
            <p:nvPr/>
          </p:nvSpPr>
          <p:spPr>
            <a:xfrm>
              <a:off x="3668524" y="5398902"/>
              <a:ext cx="238877" cy="236848"/>
            </a:xfrm>
            <a:custGeom>
              <a:avLst/>
              <a:gdLst>
                <a:gd name="connsiteX0" fmla="*/ 51368 w 238877"/>
                <a:gd name="connsiteY0" fmla="*/ 93374 h 236848"/>
                <a:gd name="connsiteX1" fmla="*/ 24555 w 238877"/>
                <a:gd name="connsiteY1" fmla="*/ 235334 h 236848"/>
                <a:gd name="connsiteX2" fmla="*/ 0 w 238877"/>
                <a:gd name="connsiteY2" fmla="*/ 218885 h 236848"/>
                <a:gd name="connsiteX3" fmla="*/ 22527 w 238877"/>
                <a:gd name="connsiteY3" fmla="*/ 93374 h 236848"/>
                <a:gd name="connsiteX4" fmla="*/ 22527 w 238877"/>
                <a:gd name="connsiteY4" fmla="*/ 22527 h 236848"/>
                <a:gd name="connsiteX5" fmla="*/ 112605 w 238877"/>
                <a:gd name="connsiteY5" fmla="*/ 22527 h 236848"/>
                <a:gd name="connsiteX6" fmla="*/ 112605 w 238877"/>
                <a:gd name="connsiteY6" fmla="*/ 0 h 236848"/>
                <a:gd name="connsiteX7" fmla="*/ 143980 w 238877"/>
                <a:gd name="connsiteY7" fmla="*/ 0 h 236848"/>
                <a:gd name="connsiteX8" fmla="*/ 143980 w 238877"/>
                <a:gd name="connsiteY8" fmla="*/ 22527 h 236848"/>
                <a:gd name="connsiteX9" fmla="*/ 233810 w 238877"/>
                <a:gd name="connsiteY9" fmla="*/ 22527 h 236848"/>
                <a:gd name="connsiteX10" fmla="*/ 233810 w 238877"/>
                <a:gd name="connsiteY10" fmla="*/ 49349 h 236848"/>
                <a:gd name="connsiteX11" fmla="*/ 51368 w 238877"/>
                <a:gd name="connsiteY11" fmla="*/ 49349 h 236848"/>
                <a:gd name="connsiteX12" fmla="*/ 219885 w 238877"/>
                <a:gd name="connsiteY12" fmla="*/ 152076 h 236848"/>
                <a:gd name="connsiteX13" fmla="*/ 176622 w 238877"/>
                <a:gd name="connsiteY13" fmla="*/ 200158 h 236848"/>
                <a:gd name="connsiteX14" fmla="*/ 238878 w 238877"/>
                <a:gd name="connsiteY14" fmla="*/ 211046 h 236848"/>
                <a:gd name="connsiteX15" fmla="*/ 221151 w 238877"/>
                <a:gd name="connsiteY15" fmla="*/ 236849 h 236848"/>
                <a:gd name="connsiteX16" fmla="*/ 144237 w 238877"/>
                <a:gd name="connsiteY16" fmla="*/ 216856 h 236848"/>
                <a:gd name="connsiteX17" fmla="*/ 60989 w 238877"/>
                <a:gd name="connsiteY17" fmla="*/ 236592 h 236848"/>
                <a:gd name="connsiteX18" fmla="*/ 48835 w 238877"/>
                <a:gd name="connsiteY18" fmla="*/ 211293 h 236848"/>
                <a:gd name="connsiteX19" fmla="*/ 114376 w 238877"/>
                <a:gd name="connsiteY19" fmla="*/ 199911 h 236848"/>
                <a:gd name="connsiteX20" fmla="*/ 85277 w 238877"/>
                <a:gd name="connsiteY20" fmla="*/ 171821 h 236848"/>
                <a:gd name="connsiteX21" fmla="*/ 97174 w 238877"/>
                <a:gd name="connsiteY21" fmla="*/ 167516 h 236848"/>
                <a:gd name="connsiteX22" fmla="*/ 59474 w 238877"/>
                <a:gd name="connsiteY22" fmla="*/ 167516 h 236848"/>
                <a:gd name="connsiteX23" fmla="*/ 59474 w 238877"/>
                <a:gd name="connsiteY23" fmla="*/ 143989 h 236848"/>
                <a:gd name="connsiteX24" fmla="*/ 195853 w 238877"/>
                <a:gd name="connsiteY24" fmla="*/ 143989 h 236848"/>
                <a:gd name="connsiteX25" fmla="*/ 201168 w 238877"/>
                <a:gd name="connsiteY25" fmla="*/ 142723 h 236848"/>
                <a:gd name="connsiteX26" fmla="*/ 91859 w 238877"/>
                <a:gd name="connsiteY26" fmla="*/ 133865 h 236848"/>
                <a:gd name="connsiteX27" fmla="*/ 91859 w 238877"/>
                <a:gd name="connsiteY27" fmla="*/ 94393 h 236848"/>
                <a:gd name="connsiteX28" fmla="*/ 57693 w 238877"/>
                <a:gd name="connsiteY28" fmla="*/ 94393 h 236848"/>
                <a:gd name="connsiteX29" fmla="*/ 57693 w 238877"/>
                <a:gd name="connsiteY29" fmla="*/ 70609 h 236848"/>
                <a:gd name="connsiteX30" fmla="*/ 91859 w 238877"/>
                <a:gd name="connsiteY30" fmla="*/ 70609 h 236848"/>
                <a:gd name="connsiteX31" fmla="*/ 91859 w 238877"/>
                <a:gd name="connsiteY31" fmla="*/ 53902 h 236848"/>
                <a:gd name="connsiteX32" fmla="*/ 120196 w 238877"/>
                <a:gd name="connsiteY32" fmla="*/ 53902 h 236848"/>
                <a:gd name="connsiteX33" fmla="*/ 120196 w 238877"/>
                <a:gd name="connsiteY33" fmla="*/ 70609 h 236848"/>
                <a:gd name="connsiteX34" fmla="*/ 166249 w 238877"/>
                <a:gd name="connsiteY34" fmla="*/ 70609 h 236848"/>
                <a:gd name="connsiteX35" fmla="*/ 166249 w 238877"/>
                <a:gd name="connsiteY35" fmla="*/ 53902 h 236848"/>
                <a:gd name="connsiteX36" fmla="*/ 196101 w 238877"/>
                <a:gd name="connsiteY36" fmla="*/ 53902 h 236848"/>
                <a:gd name="connsiteX37" fmla="*/ 196101 w 238877"/>
                <a:gd name="connsiteY37" fmla="*/ 70609 h 236848"/>
                <a:gd name="connsiteX38" fmla="*/ 232553 w 238877"/>
                <a:gd name="connsiteY38" fmla="*/ 70609 h 236848"/>
                <a:gd name="connsiteX39" fmla="*/ 232553 w 238877"/>
                <a:gd name="connsiteY39" fmla="*/ 94393 h 236848"/>
                <a:gd name="connsiteX40" fmla="*/ 196101 w 238877"/>
                <a:gd name="connsiteY40" fmla="*/ 94393 h 236848"/>
                <a:gd name="connsiteX41" fmla="*/ 196101 w 238877"/>
                <a:gd name="connsiteY41" fmla="*/ 133865 h 236848"/>
                <a:gd name="connsiteX42" fmla="*/ 115643 w 238877"/>
                <a:gd name="connsiteY42" fmla="*/ 167516 h 236848"/>
                <a:gd name="connsiteX43" fmla="*/ 145247 w 238877"/>
                <a:gd name="connsiteY43" fmla="*/ 188262 h 236848"/>
                <a:gd name="connsiteX44" fmla="*/ 175612 w 238877"/>
                <a:gd name="connsiteY44" fmla="*/ 167516 h 236848"/>
                <a:gd name="connsiteX45" fmla="*/ 120196 w 238877"/>
                <a:gd name="connsiteY45" fmla="*/ 94393 h 236848"/>
                <a:gd name="connsiteX46" fmla="*/ 120196 w 238877"/>
                <a:gd name="connsiteY46" fmla="*/ 111090 h 236848"/>
                <a:gd name="connsiteX47" fmla="*/ 166249 w 238877"/>
                <a:gd name="connsiteY47" fmla="*/ 111090 h 236848"/>
                <a:gd name="connsiteX48" fmla="*/ 166249 w 238877"/>
                <a:gd name="connsiteY48" fmla="*/ 94393 h 23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38877" h="236848">
                  <a:moveTo>
                    <a:pt x="51368" y="93374"/>
                  </a:moveTo>
                  <a:cubicBezTo>
                    <a:pt x="51368" y="134369"/>
                    <a:pt x="47577" y="196367"/>
                    <a:pt x="24555" y="235334"/>
                  </a:cubicBezTo>
                  <a:cubicBezTo>
                    <a:pt x="17145" y="228762"/>
                    <a:pt x="8896" y="223228"/>
                    <a:pt x="0" y="218885"/>
                  </a:cubicBezTo>
                  <a:cubicBezTo>
                    <a:pt x="21012" y="182947"/>
                    <a:pt x="22527" y="130321"/>
                    <a:pt x="22527" y="93374"/>
                  </a:cubicBezTo>
                  <a:lnTo>
                    <a:pt x="22527" y="22527"/>
                  </a:lnTo>
                  <a:lnTo>
                    <a:pt x="112605" y="22527"/>
                  </a:lnTo>
                  <a:lnTo>
                    <a:pt x="112605" y="0"/>
                  </a:lnTo>
                  <a:lnTo>
                    <a:pt x="143980" y="0"/>
                  </a:lnTo>
                  <a:lnTo>
                    <a:pt x="143980" y="22527"/>
                  </a:lnTo>
                  <a:lnTo>
                    <a:pt x="233810" y="22527"/>
                  </a:lnTo>
                  <a:lnTo>
                    <a:pt x="233810" y="49349"/>
                  </a:lnTo>
                  <a:lnTo>
                    <a:pt x="51368" y="49349"/>
                  </a:lnTo>
                  <a:close/>
                  <a:moveTo>
                    <a:pt x="219885" y="152076"/>
                  </a:moveTo>
                  <a:cubicBezTo>
                    <a:pt x="209969" y="171650"/>
                    <a:pt x="195043" y="188233"/>
                    <a:pt x="176622" y="200158"/>
                  </a:cubicBezTo>
                  <a:cubicBezTo>
                    <a:pt x="196987" y="205740"/>
                    <a:pt x="217827" y="209388"/>
                    <a:pt x="238878" y="211046"/>
                  </a:cubicBezTo>
                  <a:cubicBezTo>
                    <a:pt x="231867" y="218827"/>
                    <a:pt x="225905" y="227505"/>
                    <a:pt x="221151" y="236849"/>
                  </a:cubicBezTo>
                  <a:cubicBezTo>
                    <a:pt x="194662" y="234058"/>
                    <a:pt x="168735" y="227314"/>
                    <a:pt x="144237" y="216856"/>
                  </a:cubicBezTo>
                  <a:cubicBezTo>
                    <a:pt x="117424" y="226886"/>
                    <a:pt x="89449" y="233515"/>
                    <a:pt x="60989" y="236592"/>
                  </a:cubicBezTo>
                  <a:cubicBezTo>
                    <a:pt x="58131" y="227638"/>
                    <a:pt x="54045" y="219123"/>
                    <a:pt x="48835" y="211293"/>
                  </a:cubicBezTo>
                  <a:cubicBezTo>
                    <a:pt x="70999" y="209626"/>
                    <a:pt x="92955" y="205816"/>
                    <a:pt x="114376" y="199911"/>
                  </a:cubicBezTo>
                  <a:cubicBezTo>
                    <a:pt x="103251" y="192148"/>
                    <a:pt x="93421" y="182661"/>
                    <a:pt x="85277" y="171821"/>
                  </a:cubicBezTo>
                  <a:lnTo>
                    <a:pt x="97174" y="167516"/>
                  </a:lnTo>
                  <a:lnTo>
                    <a:pt x="59474" y="167516"/>
                  </a:lnTo>
                  <a:lnTo>
                    <a:pt x="59474" y="143989"/>
                  </a:lnTo>
                  <a:lnTo>
                    <a:pt x="195853" y="143989"/>
                  </a:lnTo>
                  <a:lnTo>
                    <a:pt x="201168" y="142723"/>
                  </a:lnTo>
                  <a:close/>
                  <a:moveTo>
                    <a:pt x="91859" y="133865"/>
                  </a:moveTo>
                  <a:lnTo>
                    <a:pt x="91859" y="94393"/>
                  </a:lnTo>
                  <a:lnTo>
                    <a:pt x="57693" y="94393"/>
                  </a:lnTo>
                  <a:lnTo>
                    <a:pt x="57693" y="70609"/>
                  </a:lnTo>
                  <a:lnTo>
                    <a:pt x="91859" y="70609"/>
                  </a:lnTo>
                  <a:lnTo>
                    <a:pt x="91859" y="53902"/>
                  </a:lnTo>
                  <a:lnTo>
                    <a:pt x="120196" y="53902"/>
                  </a:lnTo>
                  <a:lnTo>
                    <a:pt x="120196" y="70609"/>
                  </a:lnTo>
                  <a:lnTo>
                    <a:pt x="166249" y="70609"/>
                  </a:lnTo>
                  <a:lnTo>
                    <a:pt x="166249" y="53902"/>
                  </a:lnTo>
                  <a:lnTo>
                    <a:pt x="196101" y="53902"/>
                  </a:lnTo>
                  <a:lnTo>
                    <a:pt x="196101" y="70609"/>
                  </a:lnTo>
                  <a:lnTo>
                    <a:pt x="232553" y="70609"/>
                  </a:lnTo>
                  <a:lnTo>
                    <a:pt x="232553" y="94393"/>
                  </a:lnTo>
                  <a:lnTo>
                    <a:pt x="196101" y="94393"/>
                  </a:lnTo>
                  <a:lnTo>
                    <a:pt x="196101" y="133865"/>
                  </a:lnTo>
                  <a:close/>
                  <a:moveTo>
                    <a:pt x="115643" y="167516"/>
                  </a:moveTo>
                  <a:cubicBezTo>
                    <a:pt x="124187" y="176156"/>
                    <a:pt x="134207" y="183185"/>
                    <a:pt x="145247" y="188262"/>
                  </a:cubicBezTo>
                  <a:cubicBezTo>
                    <a:pt x="156410" y="183023"/>
                    <a:pt x="166668" y="176022"/>
                    <a:pt x="175612" y="167516"/>
                  </a:cubicBezTo>
                  <a:close/>
                  <a:moveTo>
                    <a:pt x="120196" y="94393"/>
                  </a:moveTo>
                  <a:lnTo>
                    <a:pt x="120196" y="111090"/>
                  </a:lnTo>
                  <a:lnTo>
                    <a:pt x="166249" y="111090"/>
                  </a:lnTo>
                  <a:lnTo>
                    <a:pt x="166249" y="9439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229" name="テキスト ボックス 228">
            <a:extLst>
              <a:ext uri="{FF2B5EF4-FFF2-40B4-BE49-F238E27FC236}">
                <a16:creationId xmlns:a16="http://schemas.microsoft.com/office/drawing/2014/main" id="{A3DEAB4C-3292-8240-E43B-EB9AA6656A5B}"/>
              </a:ext>
            </a:extLst>
          </p:cNvPr>
          <p:cNvSpPr txBox="1"/>
          <p:nvPr/>
        </p:nvSpPr>
        <p:spPr>
          <a:xfrm>
            <a:off x="1269730" y="1651329"/>
            <a:ext cx="4266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/>
              <a:t>コントラスト：明度の強弱</a:t>
            </a:r>
          </a:p>
        </p:txBody>
      </p:sp>
      <p:sp>
        <p:nvSpPr>
          <p:cNvPr id="238" name="テキスト ボックス 237">
            <a:extLst>
              <a:ext uri="{FF2B5EF4-FFF2-40B4-BE49-F238E27FC236}">
                <a16:creationId xmlns:a16="http://schemas.microsoft.com/office/drawing/2014/main" id="{3D49102A-2867-2BB1-83C3-F831BB135047}"/>
              </a:ext>
            </a:extLst>
          </p:cNvPr>
          <p:cNvSpPr txBox="1"/>
          <p:nvPr/>
        </p:nvSpPr>
        <p:spPr>
          <a:xfrm>
            <a:off x="1595436" y="3796563"/>
            <a:ext cx="3600450" cy="90636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lIns="144000" tIns="144000" rIns="144000" bIns="144000" rtlCol="0">
            <a:spAutoFit/>
          </a:bodyPr>
          <a:lstStyle/>
          <a:p>
            <a:pPr algn="ctr"/>
            <a:r>
              <a:rPr kumimoji="1" lang="ja-JP" altLang="en-US" sz="2000" dirty="0"/>
              <a:t>コントラストが弱いと</a:t>
            </a:r>
            <a:endParaRPr kumimoji="1" lang="en-US" altLang="ja-JP" sz="2000" dirty="0"/>
          </a:p>
          <a:p>
            <a:pPr algn="ctr"/>
            <a:r>
              <a:rPr kumimoji="1" lang="ja-JP" altLang="en-US" sz="2000" dirty="0"/>
              <a:t>視認性が下がる。</a:t>
            </a:r>
          </a:p>
        </p:txBody>
      </p:sp>
      <p:sp>
        <p:nvSpPr>
          <p:cNvPr id="240" name="テキスト ボックス 239">
            <a:extLst>
              <a:ext uri="{FF2B5EF4-FFF2-40B4-BE49-F238E27FC236}">
                <a16:creationId xmlns:a16="http://schemas.microsoft.com/office/drawing/2014/main" id="{EC16F6D6-31E1-A2B8-A70F-90D6A5E9386F}"/>
              </a:ext>
            </a:extLst>
          </p:cNvPr>
          <p:cNvSpPr txBox="1"/>
          <p:nvPr/>
        </p:nvSpPr>
        <p:spPr>
          <a:xfrm>
            <a:off x="1595436" y="4888728"/>
            <a:ext cx="3600450" cy="9063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144000" tIns="144000" rIns="144000" bIns="144000" rtlCol="0">
            <a:spAutoFit/>
          </a:bodyPr>
          <a:lstStyle/>
          <a:p>
            <a:pPr algn="ctr"/>
            <a:r>
              <a:rPr kumimoji="1" lang="ja-JP" altLang="en-US" sz="2000" dirty="0">
                <a:solidFill>
                  <a:srgbClr val="FFFFFC"/>
                </a:solidFill>
              </a:rPr>
              <a:t>コントラストが強いと</a:t>
            </a:r>
            <a:endParaRPr kumimoji="1" lang="en-US" altLang="ja-JP" sz="2000" dirty="0">
              <a:solidFill>
                <a:srgbClr val="FFFFFC"/>
              </a:solidFill>
            </a:endParaRPr>
          </a:p>
          <a:p>
            <a:pPr algn="ctr"/>
            <a:r>
              <a:rPr kumimoji="1" lang="ja-JP" altLang="en-US" sz="2000" dirty="0">
                <a:solidFill>
                  <a:srgbClr val="FFFFFC"/>
                </a:solidFill>
              </a:rPr>
              <a:t>視認性が上がる。</a:t>
            </a:r>
          </a:p>
        </p:txBody>
      </p:sp>
      <p:sp>
        <p:nvSpPr>
          <p:cNvPr id="241" name="テキスト ボックス 240">
            <a:extLst>
              <a:ext uri="{FF2B5EF4-FFF2-40B4-BE49-F238E27FC236}">
                <a16:creationId xmlns:a16="http://schemas.microsoft.com/office/drawing/2014/main" id="{A068C5D5-4AD4-8FE6-230B-FA1E6300E5B8}"/>
              </a:ext>
            </a:extLst>
          </p:cNvPr>
          <p:cNvSpPr txBox="1"/>
          <p:nvPr/>
        </p:nvSpPr>
        <p:spPr>
          <a:xfrm>
            <a:off x="6996436" y="3801267"/>
            <a:ext cx="3600450" cy="90636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lIns="144000" tIns="144000" rIns="144000" bIns="144000" rtlCol="0">
            <a:spAutoFit/>
          </a:bodyPr>
          <a:lstStyle/>
          <a:p>
            <a:pPr algn="ctr"/>
            <a:r>
              <a:rPr kumimoji="1" lang="ja-JP" altLang="en-US" sz="2000" dirty="0">
                <a:solidFill>
                  <a:srgbClr val="FFFFFC"/>
                </a:solidFill>
              </a:rPr>
              <a:t>コントラストが弱いと</a:t>
            </a:r>
            <a:endParaRPr kumimoji="1" lang="en-US" altLang="ja-JP" sz="2000" dirty="0">
              <a:solidFill>
                <a:srgbClr val="FFFFFC"/>
              </a:solidFill>
            </a:endParaRPr>
          </a:p>
          <a:p>
            <a:pPr algn="ctr"/>
            <a:r>
              <a:rPr kumimoji="1" lang="ja-JP" altLang="en-US" sz="2000" dirty="0">
                <a:solidFill>
                  <a:srgbClr val="FFFFFC"/>
                </a:solidFill>
              </a:rPr>
              <a:t>視認性が下がる。</a:t>
            </a:r>
          </a:p>
        </p:txBody>
      </p:sp>
      <p:sp>
        <p:nvSpPr>
          <p:cNvPr id="242" name="テキスト ボックス 241">
            <a:extLst>
              <a:ext uri="{FF2B5EF4-FFF2-40B4-BE49-F238E27FC236}">
                <a16:creationId xmlns:a16="http://schemas.microsoft.com/office/drawing/2014/main" id="{8283B9DE-5B82-599E-6203-CF0C5043D222}"/>
              </a:ext>
            </a:extLst>
          </p:cNvPr>
          <p:cNvSpPr txBox="1"/>
          <p:nvPr/>
        </p:nvSpPr>
        <p:spPr>
          <a:xfrm>
            <a:off x="6996436" y="4893432"/>
            <a:ext cx="3600450" cy="9063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144000" tIns="144000" rIns="144000" bIns="144000" rtlCol="0">
            <a:spAutoFit/>
          </a:bodyPr>
          <a:lstStyle/>
          <a:p>
            <a:pPr algn="ctr"/>
            <a:r>
              <a:rPr kumimoji="1" lang="ja-JP" altLang="en-US" sz="2000" dirty="0"/>
              <a:t>コントラストが強いと</a:t>
            </a:r>
            <a:endParaRPr kumimoji="1" lang="en-US" altLang="ja-JP" sz="2000" dirty="0"/>
          </a:p>
          <a:p>
            <a:pPr algn="ctr"/>
            <a:r>
              <a:rPr kumimoji="1" lang="ja-JP" altLang="en-US" sz="2000" dirty="0"/>
              <a:t>視認性が上がる。</a:t>
            </a:r>
          </a:p>
        </p:txBody>
      </p:sp>
      <p:sp>
        <p:nvSpPr>
          <p:cNvPr id="230" name="テキスト ボックス 229">
            <a:extLst>
              <a:ext uri="{FF2B5EF4-FFF2-40B4-BE49-F238E27FC236}">
                <a16:creationId xmlns:a16="http://schemas.microsoft.com/office/drawing/2014/main" id="{B17E4673-BAA4-1B82-D719-453F54A89D40}"/>
              </a:ext>
            </a:extLst>
          </p:cNvPr>
          <p:cNvSpPr txBox="1"/>
          <p:nvPr/>
        </p:nvSpPr>
        <p:spPr>
          <a:xfrm>
            <a:off x="2124861" y="3060000"/>
            <a:ext cx="25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コントラスト弱</a:t>
            </a:r>
          </a:p>
        </p:txBody>
      </p:sp>
      <p:sp>
        <p:nvSpPr>
          <p:cNvPr id="239" name="テキスト ボックス 238">
            <a:extLst>
              <a:ext uri="{FF2B5EF4-FFF2-40B4-BE49-F238E27FC236}">
                <a16:creationId xmlns:a16="http://schemas.microsoft.com/office/drawing/2014/main" id="{8FBB377D-16A3-3B1B-E77B-39E872382879}"/>
              </a:ext>
            </a:extLst>
          </p:cNvPr>
          <p:cNvSpPr txBox="1"/>
          <p:nvPr/>
        </p:nvSpPr>
        <p:spPr>
          <a:xfrm>
            <a:off x="7534113" y="3054570"/>
            <a:ext cx="25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コントラスト強</a:t>
            </a:r>
          </a:p>
        </p:txBody>
      </p:sp>
      <p:sp>
        <p:nvSpPr>
          <p:cNvPr id="243" name="テキスト ボックス 242">
            <a:extLst>
              <a:ext uri="{FF2B5EF4-FFF2-40B4-BE49-F238E27FC236}">
                <a16:creationId xmlns:a16="http://schemas.microsoft.com/office/drawing/2014/main" id="{69C5E83D-AA12-599E-FF50-6352B889679C}"/>
              </a:ext>
            </a:extLst>
          </p:cNvPr>
          <p:cNvSpPr txBox="1"/>
          <p:nvPr/>
        </p:nvSpPr>
        <p:spPr>
          <a:xfrm>
            <a:off x="7530131" y="2949225"/>
            <a:ext cx="5693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900" dirty="0">
                <a:solidFill>
                  <a:srgbClr val="FF7F11"/>
                </a:solidFill>
              </a:rPr>
              <a:t>○</a:t>
            </a:r>
          </a:p>
        </p:txBody>
      </p:sp>
      <p:sp>
        <p:nvSpPr>
          <p:cNvPr id="244" name="テキスト ボックス 243">
            <a:extLst>
              <a:ext uri="{FF2B5EF4-FFF2-40B4-BE49-F238E27FC236}">
                <a16:creationId xmlns:a16="http://schemas.microsoft.com/office/drawing/2014/main" id="{EEDFBF97-6AEB-5017-DB4C-A8A5F35872F0}"/>
              </a:ext>
            </a:extLst>
          </p:cNvPr>
          <p:cNvSpPr txBox="1"/>
          <p:nvPr/>
        </p:nvSpPr>
        <p:spPr>
          <a:xfrm>
            <a:off x="2072130" y="2901279"/>
            <a:ext cx="572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600" dirty="0">
                <a:solidFill>
                  <a:schemeClr val="accent1"/>
                </a:solidFill>
              </a:rPr>
              <a:t>×</a:t>
            </a:r>
            <a:endParaRPr kumimoji="1" lang="ja-JP" altLang="en-US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393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333333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IZ UDPゴシック">
      <a:majorFont>
        <a:latin typeface="BIZ UDPゴシック"/>
        <a:ea typeface="BIZ UDPゴシック"/>
        <a:cs typeface=""/>
      </a:majorFont>
      <a:minorFont>
        <a:latin typeface="BIZ UDPゴシック"/>
        <a:ea typeface="BIZ UD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287</Words>
  <Application>Microsoft Office PowerPoint</Application>
  <PresentationFormat>ワイド画面</PresentationFormat>
  <Paragraphs>82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BIZ UDPゴシック</vt:lpstr>
      <vt:lpstr>游ゴシック</vt:lpstr>
      <vt:lpstr>Arial</vt:lpstr>
      <vt:lpstr>Office テーマ</vt:lpstr>
      <vt:lpstr>PowerPoint プレゼンテーション</vt:lpstr>
      <vt:lpstr>目次</vt:lpstr>
      <vt:lpstr>デザインのありがちな勘違い</vt:lpstr>
      <vt:lpstr>デザインのありがちな勘違い</vt:lpstr>
      <vt:lpstr>資料の読みやすさとは</vt:lpstr>
      <vt:lpstr>資料の読みやすさとは</vt:lpstr>
      <vt:lpstr>レイアウト</vt:lpstr>
      <vt:lpstr>レイアウト – デザインの4原則</vt:lpstr>
      <vt:lpstr>フォント</vt:lpstr>
      <vt:lpstr>PowerPoint プレゼンテーション</vt:lpstr>
      <vt:lpstr>配色</vt:lpstr>
      <vt:lpstr>配色 – 彩度と明度の低い色を選ぶ</vt:lpstr>
      <vt:lpstr>配色 – 彩度と明度の低い色を選ぶ</vt:lpstr>
      <vt:lpstr>配色 – 色数は最低限に</vt:lpstr>
      <vt:lpstr>配色 – コントラストをつける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大西 玲太朗</dc:creator>
  <cp:lastModifiedBy>大西 玲太朗</cp:lastModifiedBy>
  <cp:revision>6</cp:revision>
  <dcterms:created xsi:type="dcterms:W3CDTF">2022-07-03T15:01:46Z</dcterms:created>
  <dcterms:modified xsi:type="dcterms:W3CDTF">2022-07-03T19:04:29Z</dcterms:modified>
</cp:coreProperties>
</file>